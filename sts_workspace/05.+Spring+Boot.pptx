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ppt/notesSlides/notesSlide437.xml" ContentType="application/vnd.openxmlformats-officedocument.presentationml.notesSlide+xml"/>
  <Override PartName="/ppt/notesSlides/notesSlide438.xml" ContentType="application/vnd.openxmlformats-officedocument.presentationml.notesSlide+xml"/>
  <Override PartName="/ppt/notesSlides/notesSlide439.xml" ContentType="application/vnd.openxmlformats-officedocument.presentationml.notesSlide+xml"/>
  <Override PartName="/ppt/notesSlides/notesSlide440.xml" ContentType="application/vnd.openxmlformats-officedocument.presentationml.notesSlide+xml"/>
  <Override PartName="/ppt/notesSlides/notesSlide441.xml" ContentType="application/vnd.openxmlformats-officedocument.presentationml.notesSlide+xml"/>
  <Override PartName="/ppt/notesSlides/notesSlide442.xml" ContentType="application/vnd.openxmlformats-officedocument.presentationml.notesSlide+xml"/>
  <Override PartName="/ppt/notesSlides/notesSlide443.xml" ContentType="application/vnd.openxmlformats-officedocument.presentationml.notesSlide+xml"/>
  <Override PartName="/ppt/notesSlides/notesSlide444.xml" ContentType="application/vnd.openxmlformats-officedocument.presentationml.notesSlide+xml"/>
  <Override PartName="/ppt/notesSlides/notesSlide445.xml" ContentType="application/vnd.openxmlformats-officedocument.presentationml.notesSlide+xml"/>
  <Override PartName="/ppt/notesSlides/notesSlide446.xml" ContentType="application/vnd.openxmlformats-officedocument.presentationml.notesSlide+xml"/>
  <Override PartName="/ppt/notesSlides/notesSlide447.xml" ContentType="application/vnd.openxmlformats-officedocument.presentationml.notesSlide+xml"/>
  <Override PartName="/ppt/notesSlides/notesSlide448.xml" ContentType="application/vnd.openxmlformats-officedocument.presentationml.notesSlide+xml"/>
  <Override PartName="/ppt/notesSlides/notesSlide449.xml" ContentType="application/vnd.openxmlformats-officedocument.presentationml.notesSlide+xml"/>
  <Override PartName="/ppt/notesSlides/notesSlide450.xml" ContentType="application/vnd.openxmlformats-officedocument.presentationml.notesSlide+xml"/>
  <Override PartName="/ppt/notesSlides/notesSlide451.xml" ContentType="application/vnd.openxmlformats-officedocument.presentationml.notesSlide+xml"/>
  <Override PartName="/ppt/notesSlides/notesSlide452.xml" ContentType="application/vnd.openxmlformats-officedocument.presentationml.notesSlide+xml"/>
  <Override PartName="/ppt/notesSlides/notesSlide453.xml" ContentType="application/vnd.openxmlformats-officedocument.presentationml.notesSlide+xml"/>
  <Override PartName="/ppt/notesSlides/notesSlide454.xml" ContentType="application/vnd.openxmlformats-officedocument.presentationml.notesSlide+xml"/>
  <Override PartName="/ppt/notesSlides/notesSlide455.xml" ContentType="application/vnd.openxmlformats-officedocument.presentationml.notesSlide+xml"/>
  <Override PartName="/ppt/notesSlides/notesSlide456.xml" ContentType="application/vnd.openxmlformats-officedocument.presentationml.notesSlide+xml"/>
  <Override PartName="/ppt/notesSlides/notesSlide457.xml" ContentType="application/vnd.openxmlformats-officedocument.presentationml.notesSlide+xml"/>
  <Override PartName="/ppt/notesSlides/notesSlide458.xml" ContentType="application/vnd.openxmlformats-officedocument.presentationml.notesSlide+xml"/>
  <Override PartName="/ppt/notesSlides/notesSlide459.xml" ContentType="application/vnd.openxmlformats-officedocument.presentationml.notesSlide+xml"/>
  <Override PartName="/ppt/notesSlides/notesSlide460.xml" ContentType="application/vnd.openxmlformats-officedocument.presentationml.notesSlide+xml"/>
  <Override PartName="/ppt/notesSlides/notesSlide461.xml" ContentType="application/vnd.openxmlformats-officedocument.presentationml.notesSlide+xml"/>
  <Override PartName="/ppt/notesSlides/notesSlide462.xml" ContentType="application/vnd.openxmlformats-officedocument.presentationml.notesSlide+xml"/>
  <Override PartName="/ppt/notesSlides/notesSlide463.xml" ContentType="application/vnd.openxmlformats-officedocument.presentationml.notesSlide+xml"/>
  <Override PartName="/ppt/notesSlides/notesSlide464.xml" ContentType="application/vnd.openxmlformats-officedocument.presentationml.notesSlide+xml"/>
  <Override PartName="/ppt/notesSlides/notesSlide465.xml" ContentType="application/vnd.openxmlformats-officedocument.presentationml.notesSlide+xml"/>
  <Override PartName="/ppt/notesSlides/notesSlide466.xml" ContentType="application/vnd.openxmlformats-officedocument.presentationml.notesSlide+xml"/>
  <Override PartName="/ppt/notesSlides/notesSlide467.xml" ContentType="application/vnd.openxmlformats-officedocument.presentationml.notesSlide+xml"/>
  <Override PartName="/ppt/notesSlides/notesSlide468.xml" ContentType="application/vnd.openxmlformats-officedocument.presentationml.notesSlide+xml"/>
  <Override PartName="/ppt/notesSlides/notesSlide469.xml" ContentType="application/vnd.openxmlformats-officedocument.presentationml.notesSlide+xml"/>
  <Override PartName="/ppt/notesSlides/notesSlide470.xml" ContentType="application/vnd.openxmlformats-officedocument.presentationml.notesSlide+xml"/>
  <Override PartName="/ppt/notesSlides/notesSlide471.xml" ContentType="application/vnd.openxmlformats-officedocument.presentationml.notesSlide+xml"/>
  <Override PartName="/ppt/notesSlides/notesSlide472.xml" ContentType="application/vnd.openxmlformats-officedocument.presentationml.notesSlide+xml"/>
  <Override PartName="/ppt/notesSlides/notesSlide473.xml" ContentType="application/vnd.openxmlformats-officedocument.presentationml.notesSlide+xml"/>
  <Override PartName="/ppt/notesSlides/notesSlide474.xml" ContentType="application/vnd.openxmlformats-officedocument.presentationml.notesSlide+xml"/>
  <Override PartName="/ppt/notesSlides/notesSlide475.xml" ContentType="application/vnd.openxmlformats-officedocument.presentationml.notesSlide+xml"/>
  <Override PartName="/ppt/notesSlides/notesSlide476.xml" ContentType="application/vnd.openxmlformats-officedocument.presentationml.notesSlide+xml"/>
  <Override PartName="/ppt/notesSlides/notesSlide477.xml" ContentType="application/vnd.openxmlformats-officedocument.presentationml.notesSlide+xml"/>
  <Override PartName="/ppt/notesSlides/notesSlide478.xml" ContentType="application/vnd.openxmlformats-officedocument.presentationml.notesSlide+xml"/>
  <Override PartName="/ppt/notesSlides/notesSlide479.xml" ContentType="application/vnd.openxmlformats-officedocument.presentationml.notesSlide+xml"/>
  <Override PartName="/ppt/notesSlides/notesSlide480.xml" ContentType="application/vnd.openxmlformats-officedocument.presentationml.notesSlide+xml"/>
  <Override PartName="/ppt/notesSlides/notesSlide481.xml" ContentType="application/vnd.openxmlformats-officedocument.presentationml.notesSlide+xml"/>
  <Override PartName="/ppt/notesSlides/notesSlide482.xml" ContentType="application/vnd.openxmlformats-officedocument.presentationml.notesSlide+xml"/>
  <Override PartName="/ppt/notesSlides/notesSlide483.xml" ContentType="application/vnd.openxmlformats-officedocument.presentationml.notesSlide+xml"/>
  <Override PartName="/ppt/notesSlides/notesSlide484.xml" ContentType="application/vnd.openxmlformats-officedocument.presentationml.notesSlide+xml"/>
  <Override PartName="/ppt/notesSlides/notesSlide485.xml" ContentType="application/vnd.openxmlformats-officedocument.presentationml.notesSlide+xml"/>
  <Override PartName="/ppt/notesSlides/notesSlide486.xml" ContentType="application/vnd.openxmlformats-officedocument.presentationml.notesSlide+xml"/>
  <Override PartName="/ppt/notesSlides/notesSlide487.xml" ContentType="application/vnd.openxmlformats-officedocument.presentationml.notesSlide+xml"/>
  <Override PartName="/ppt/notesSlides/notesSlide488.xml" ContentType="application/vnd.openxmlformats-officedocument.presentationml.notesSlide+xml"/>
  <Override PartName="/ppt/notesSlides/notesSlide489.xml" ContentType="application/vnd.openxmlformats-officedocument.presentationml.notesSlide+xml"/>
  <Override PartName="/ppt/notesSlides/notesSlide490.xml" ContentType="application/vnd.openxmlformats-officedocument.presentationml.notesSlide+xml"/>
  <Override PartName="/ppt/notesSlides/notesSlide491.xml" ContentType="application/vnd.openxmlformats-officedocument.presentationml.notesSlide+xml"/>
  <Override PartName="/ppt/notesSlides/notesSlide492.xml" ContentType="application/vnd.openxmlformats-officedocument.presentationml.notesSlide+xml"/>
  <Override PartName="/ppt/notesSlides/notesSlide493.xml" ContentType="application/vnd.openxmlformats-officedocument.presentationml.notesSlide+xml"/>
  <Override PartName="/ppt/notesSlides/notesSlide494.xml" ContentType="application/vnd.openxmlformats-officedocument.presentationml.notesSlide+xml"/>
  <Override PartName="/ppt/notesSlides/notesSlide495.xml" ContentType="application/vnd.openxmlformats-officedocument.presentationml.notesSlide+xml"/>
  <Override PartName="/ppt/notesSlides/notesSlide496.xml" ContentType="application/vnd.openxmlformats-officedocument.presentationml.notesSlide+xml"/>
  <Override PartName="/ppt/notesSlides/notesSlide497.xml" ContentType="application/vnd.openxmlformats-officedocument.presentationml.notesSlide+xml"/>
  <Override PartName="/ppt/notesSlides/notesSlide498.xml" ContentType="application/vnd.openxmlformats-officedocument.presentationml.notesSlide+xml"/>
  <Override PartName="/ppt/notesSlides/notesSlide499.xml" ContentType="application/vnd.openxmlformats-officedocument.presentationml.notesSlide+xml"/>
  <Override PartName="/ppt/notesSlides/notesSlide50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6" r:id="rId1"/>
  </p:sldMasterIdLst>
  <p:notesMasterIdLst>
    <p:notesMasterId r:id="rId583"/>
  </p:notesMasterIdLst>
  <p:handoutMasterIdLst>
    <p:handoutMasterId r:id="rId584"/>
  </p:handoutMasterIdLst>
  <p:sldIdLst>
    <p:sldId id="256" r:id="rId2"/>
    <p:sldId id="1353" r:id="rId3"/>
    <p:sldId id="1354" r:id="rId4"/>
    <p:sldId id="1355" r:id="rId5"/>
    <p:sldId id="1356" r:id="rId6"/>
    <p:sldId id="1358" r:id="rId7"/>
    <p:sldId id="1357" r:id="rId8"/>
    <p:sldId id="1359" r:id="rId9"/>
    <p:sldId id="1360" r:id="rId10"/>
    <p:sldId id="1361" r:id="rId11"/>
    <p:sldId id="1362" r:id="rId12"/>
    <p:sldId id="1363" r:id="rId13"/>
    <p:sldId id="1364" r:id="rId14"/>
    <p:sldId id="1365" r:id="rId15"/>
    <p:sldId id="1366" r:id="rId16"/>
    <p:sldId id="258" r:id="rId17"/>
    <p:sldId id="261" r:id="rId18"/>
    <p:sldId id="271" r:id="rId19"/>
    <p:sldId id="1367" r:id="rId20"/>
    <p:sldId id="1368" r:id="rId21"/>
    <p:sldId id="1369" r:id="rId22"/>
    <p:sldId id="880" r:id="rId23"/>
    <p:sldId id="1314" r:id="rId24"/>
    <p:sldId id="1371" r:id="rId25"/>
    <p:sldId id="1372" r:id="rId26"/>
    <p:sldId id="1374" r:id="rId27"/>
    <p:sldId id="768" r:id="rId28"/>
    <p:sldId id="1370" r:id="rId29"/>
    <p:sldId id="1375" r:id="rId30"/>
    <p:sldId id="1320" r:id="rId31"/>
    <p:sldId id="1377" r:id="rId32"/>
    <p:sldId id="1378" r:id="rId33"/>
    <p:sldId id="1379" r:id="rId34"/>
    <p:sldId id="1380" r:id="rId35"/>
    <p:sldId id="1381" r:id="rId36"/>
    <p:sldId id="1384" r:id="rId37"/>
    <p:sldId id="1385" r:id="rId38"/>
    <p:sldId id="1382" r:id="rId39"/>
    <p:sldId id="1383" r:id="rId40"/>
    <p:sldId id="1386" r:id="rId41"/>
    <p:sldId id="1387" r:id="rId42"/>
    <p:sldId id="1388" r:id="rId43"/>
    <p:sldId id="1389" r:id="rId44"/>
    <p:sldId id="1390" r:id="rId45"/>
    <p:sldId id="1391" r:id="rId46"/>
    <p:sldId id="1392" r:id="rId47"/>
    <p:sldId id="1393" r:id="rId48"/>
    <p:sldId id="1394" r:id="rId49"/>
    <p:sldId id="1395" r:id="rId50"/>
    <p:sldId id="1396" r:id="rId51"/>
    <p:sldId id="1397" r:id="rId52"/>
    <p:sldId id="1398" r:id="rId53"/>
    <p:sldId id="1399" r:id="rId54"/>
    <p:sldId id="1400" r:id="rId55"/>
    <p:sldId id="1401" r:id="rId56"/>
    <p:sldId id="1402" r:id="rId57"/>
    <p:sldId id="1376" r:id="rId58"/>
    <p:sldId id="1180" r:id="rId59"/>
    <p:sldId id="877" r:id="rId60"/>
    <p:sldId id="1403" r:id="rId61"/>
    <p:sldId id="1404" r:id="rId62"/>
    <p:sldId id="1405" r:id="rId63"/>
    <p:sldId id="1406" r:id="rId64"/>
    <p:sldId id="1407" r:id="rId65"/>
    <p:sldId id="1413" r:id="rId66"/>
    <p:sldId id="1414" r:id="rId67"/>
    <p:sldId id="1439" r:id="rId68"/>
    <p:sldId id="1408" r:id="rId69"/>
    <p:sldId id="1415" r:id="rId70"/>
    <p:sldId id="1416" r:id="rId71"/>
    <p:sldId id="1417" r:id="rId72"/>
    <p:sldId id="1418" r:id="rId73"/>
    <p:sldId id="1425" r:id="rId74"/>
    <p:sldId id="1419" r:id="rId75"/>
    <p:sldId id="1420" r:id="rId76"/>
    <p:sldId id="1421" r:id="rId77"/>
    <p:sldId id="1422" r:id="rId78"/>
    <p:sldId id="1423" r:id="rId79"/>
    <p:sldId id="1424" r:id="rId80"/>
    <p:sldId id="1426" r:id="rId81"/>
    <p:sldId id="1427" r:id="rId82"/>
    <p:sldId id="1437" r:id="rId83"/>
    <p:sldId id="1469" r:id="rId84"/>
    <p:sldId id="1438" r:id="rId85"/>
    <p:sldId id="1428" r:id="rId86"/>
    <p:sldId id="1429" r:id="rId87"/>
    <p:sldId id="1430" r:id="rId88"/>
    <p:sldId id="1432" r:id="rId89"/>
    <p:sldId id="1433" r:id="rId90"/>
    <p:sldId id="1434" r:id="rId91"/>
    <p:sldId id="1435" r:id="rId92"/>
    <p:sldId id="1436" r:id="rId93"/>
    <p:sldId id="1442" r:id="rId94"/>
    <p:sldId id="1440" r:id="rId95"/>
    <p:sldId id="1441" r:id="rId96"/>
    <p:sldId id="1443" r:id="rId97"/>
    <p:sldId id="1444" r:id="rId98"/>
    <p:sldId id="1445" r:id="rId99"/>
    <p:sldId id="1447" r:id="rId100"/>
    <p:sldId id="1448" r:id="rId101"/>
    <p:sldId id="1446" r:id="rId102"/>
    <p:sldId id="1410" r:id="rId103"/>
    <p:sldId id="1451" r:id="rId104"/>
    <p:sldId id="1449" r:id="rId105"/>
    <p:sldId id="1450" r:id="rId106"/>
    <p:sldId id="1452" r:id="rId107"/>
    <p:sldId id="1453" r:id="rId108"/>
    <p:sldId id="1454" r:id="rId109"/>
    <p:sldId id="1455" r:id="rId110"/>
    <p:sldId id="1456" r:id="rId111"/>
    <p:sldId id="1457" r:id="rId112"/>
    <p:sldId id="1458" r:id="rId113"/>
    <p:sldId id="1459" r:id="rId114"/>
    <p:sldId id="1460" r:id="rId115"/>
    <p:sldId id="1461" r:id="rId116"/>
    <p:sldId id="1462" r:id="rId117"/>
    <p:sldId id="1409" r:id="rId118"/>
    <p:sldId id="1463" r:id="rId119"/>
    <p:sldId id="1464" r:id="rId120"/>
    <p:sldId id="1465" r:id="rId121"/>
    <p:sldId id="1466" r:id="rId122"/>
    <p:sldId id="1467" r:id="rId123"/>
    <p:sldId id="1468" r:id="rId124"/>
    <p:sldId id="1470" r:id="rId125"/>
    <p:sldId id="1472" r:id="rId126"/>
    <p:sldId id="1473" r:id="rId127"/>
    <p:sldId id="1474" r:id="rId128"/>
    <p:sldId id="1475" r:id="rId129"/>
    <p:sldId id="1476" r:id="rId130"/>
    <p:sldId id="1477" r:id="rId131"/>
    <p:sldId id="1478" r:id="rId132"/>
    <p:sldId id="1479" r:id="rId133"/>
    <p:sldId id="1480" r:id="rId134"/>
    <p:sldId id="1481" r:id="rId135"/>
    <p:sldId id="1482" r:id="rId136"/>
    <p:sldId id="1483" r:id="rId137"/>
    <p:sldId id="1484" r:id="rId138"/>
    <p:sldId id="1486" r:id="rId139"/>
    <p:sldId id="1487" r:id="rId140"/>
    <p:sldId id="1488" r:id="rId141"/>
    <p:sldId id="1489" r:id="rId142"/>
    <p:sldId id="1490" r:id="rId143"/>
    <p:sldId id="1491" r:id="rId144"/>
    <p:sldId id="1492" r:id="rId145"/>
    <p:sldId id="1493" r:id="rId146"/>
    <p:sldId id="1494" r:id="rId147"/>
    <p:sldId id="1495" r:id="rId148"/>
    <p:sldId id="1411" r:id="rId149"/>
    <p:sldId id="1496" r:id="rId150"/>
    <p:sldId id="1497" r:id="rId151"/>
    <p:sldId id="1498" r:id="rId152"/>
    <p:sldId id="1499" r:id="rId153"/>
    <p:sldId id="1500" r:id="rId154"/>
    <p:sldId id="1501" r:id="rId155"/>
    <p:sldId id="1502" r:id="rId156"/>
    <p:sldId id="1503" r:id="rId157"/>
    <p:sldId id="1504" r:id="rId158"/>
    <p:sldId id="1505" r:id="rId159"/>
    <p:sldId id="1506" r:id="rId160"/>
    <p:sldId id="1507" r:id="rId161"/>
    <p:sldId id="1508" r:id="rId162"/>
    <p:sldId id="1412" r:id="rId163"/>
    <p:sldId id="1509" r:id="rId164"/>
    <p:sldId id="1513" r:id="rId165"/>
    <p:sldId id="1514" r:id="rId166"/>
    <p:sldId id="1510" r:id="rId167"/>
    <p:sldId id="1515" r:id="rId168"/>
    <p:sldId id="1511" r:id="rId169"/>
    <p:sldId id="1516" r:id="rId170"/>
    <p:sldId id="1518" r:id="rId171"/>
    <p:sldId id="1512" r:id="rId172"/>
    <p:sldId id="1517" r:id="rId173"/>
    <p:sldId id="1519" r:id="rId174"/>
    <p:sldId id="1520" r:id="rId175"/>
    <p:sldId id="1521" r:id="rId176"/>
    <p:sldId id="1522" r:id="rId177"/>
    <p:sldId id="1523" r:id="rId178"/>
    <p:sldId id="1524" r:id="rId179"/>
    <p:sldId id="1525" r:id="rId180"/>
    <p:sldId id="1526" r:id="rId181"/>
    <p:sldId id="1527" r:id="rId182"/>
    <p:sldId id="1528" r:id="rId183"/>
    <p:sldId id="1529" r:id="rId184"/>
    <p:sldId id="1530" r:id="rId185"/>
    <p:sldId id="1531" r:id="rId186"/>
    <p:sldId id="1532" r:id="rId187"/>
    <p:sldId id="1533" r:id="rId188"/>
    <p:sldId id="1534" r:id="rId189"/>
    <p:sldId id="1535" r:id="rId190"/>
    <p:sldId id="1536" r:id="rId191"/>
    <p:sldId id="1537" r:id="rId192"/>
    <p:sldId id="1538" r:id="rId193"/>
    <p:sldId id="1540" r:id="rId194"/>
    <p:sldId id="1539" r:id="rId195"/>
    <p:sldId id="1543" r:id="rId196"/>
    <p:sldId id="1541" r:id="rId197"/>
    <p:sldId id="1542" r:id="rId198"/>
    <p:sldId id="1545" r:id="rId199"/>
    <p:sldId id="1546" r:id="rId200"/>
    <p:sldId id="1544" r:id="rId201"/>
    <p:sldId id="1547" r:id="rId202"/>
    <p:sldId id="1548" r:id="rId203"/>
    <p:sldId id="1551" r:id="rId204"/>
    <p:sldId id="1549" r:id="rId205"/>
    <p:sldId id="1550" r:id="rId206"/>
    <p:sldId id="1552" r:id="rId207"/>
    <p:sldId id="1553" r:id="rId208"/>
    <p:sldId id="1554" r:id="rId209"/>
    <p:sldId id="1555" r:id="rId210"/>
    <p:sldId id="1556" r:id="rId211"/>
    <p:sldId id="1557" r:id="rId212"/>
    <p:sldId id="1558" r:id="rId213"/>
    <p:sldId id="1559" r:id="rId214"/>
    <p:sldId id="1560" r:id="rId215"/>
    <p:sldId id="1561" r:id="rId216"/>
    <p:sldId id="1562" r:id="rId217"/>
    <p:sldId id="1563" r:id="rId218"/>
    <p:sldId id="1564" r:id="rId219"/>
    <p:sldId id="1565" r:id="rId220"/>
    <p:sldId id="1566" r:id="rId221"/>
    <p:sldId id="1567" r:id="rId222"/>
    <p:sldId id="1568" r:id="rId223"/>
    <p:sldId id="1569" r:id="rId224"/>
    <p:sldId id="1570" r:id="rId225"/>
    <p:sldId id="1579" r:id="rId226"/>
    <p:sldId id="1571" r:id="rId227"/>
    <p:sldId id="1580" r:id="rId228"/>
    <p:sldId id="1575" r:id="rId229"/>
    <p:sldId id="1581" r:id="rId230"/>
    <p:sldId id="1582" r:id="rId231"/>
    <p:sldId id="1583" r:id="rId232"/>
    <p:sldId id="1584" r:id="rId233"/>
    <p:sldId id="1585" r:id="rId234"/>
    <p:sldId id="1586" r:id="rId235"/>
    <p:sldId id="1587" r:id="rId236"/>
    <p:sldId id="1588" r:id="rId237"/>
    <p:sldId id="1592" r:id="rId238"/>
    <p:sldId id="1593" r:id="rId239"/>
    <p:sldId id="1600" r:id="rId240"/>
    <p:sldId id="1607" r:id="rId241"/>
    <p:sldId id="1608" r:id="rId242"/>
    <p:sldId id="1609" r:id="rId243"/>
    <p:sldId id="1610" r:id="rId244"/>
    <p:sldId id="1611" r:id="rId245"/>
    <p:sldId id="1614" r:id="rId246"/>
    <p:sldId id="1613" r:id="rId247"/>
    <p:sldId id="1601" r:id="rId248"/>
    <p:sldId id="1602" r:id="rId249"/>
    <p:sldId id="1603" r:id="rId250"/>
    <p:sldId id="1615" r:id="rId251"/>
    <p:sldId id="1604" r:id="rId252"/>
    <p:sldId id="1616" r:id="rId253"/>
    <p:sldId id="1605" r:id="rId254"/>
    <p:sldId id="1606" r:id="rId255"/>
    <p:sldId id="1612" r:id="rId256"/>
    <p:sldId id="1618" r:id="rId257"/>
    <p:sldId id="1619" r:id="rId258"/>
    <p:sldId id="1620" r:id="rId259"/>
    <p:sldId id="1621" r:id="rId260"/>
    <p:sldId id="1622" r:id="rId261"/>
    <p:sldId id="1623" r:id="rId262"/>
    <p:sldId id="1624" r:id="rId263"/>
    <p:sldId id="1617" r:id="rId264"/>
    <p:sldId id="1625" r:id="rId265"/>
    <p:sldId id="1626" r:id="rId266"/>
    <p:sldId id="1627" r:id="rId267"/>
    <p:sldId id="1628" r:id="rId268"/>
    <p:sldId id="1629" r:id="rId269"/>
    <p:sldId id="1630" r:id="rId270"/>
    <p:sldId id="1631" r:id="rId271"/>
    <p:sldId id="1632" r:id="rId272"/>
    <p:sldId id="1635" r:id="rId273"/>
    <p:sldId id="1634" r:id="rId274"/>
    <p:sldId id="1633" r:id="rId275"/>
    <p:sldId id="1636" r:id="rId276"/>
    <p:sldId id="1637" r:id="rId277"/>
    <p:sldId id="1638" r:id="rId278"/>
    <p:sldId id="1639" r:id="rId279"/>
    <p:sldId id="1640" r:id="rId280"/>
    <p:sldId id="1642" r:id="rId281"/>
    <p:sldId id="1641" r:id="rId282"/>
    <p:sldId id="1643" r:id="rId283"/>
    <p:sldId id="1644" r:id="rId284"/>
    <p:sldId id="1645" r:id="rId285"/>
    <p:sldId id="1646" r:id="rId286"/>
    <p:sldId id="1647" r:id="rId287"/>
    <p:sldId id="1648" r:id="rId288"/>
    <p:sldId id="1649" r:id="rId289"/>
    <p:sldId id="1650" r:id="rId290"/>
    <p:sldId id="1651" r:id="rId291"/>
    <p:sldId id="1594" r:id="rId292"/>
    <p:sldId id="1660" r:id="rId293"/>
    <p:sldId id="1662" r:id="rId294"/>
    <p:sldId id="1663" r:id="rId295"/>
    <p:sldId id="1664" r:id="rId296"/>
    <p:sldId id="1665" r:id="rId297"/>
    <p:sldId id="1666" r:id="rId298"/>
    <p:sldId id="1652" r:id="rId299"/>
    <p:sldId id="1653" r:id="rId300"/>
    <p:sldId id="1654" r:id="rId301"/>
    <p:sldId id="1655" r:id="rId302"/>
    <p:sldId id="1656" r:id="rId303"/>
    <p:sldId id="1657" r:id="rId304"/>
    <p:sldId id="1670" r:id="rId305"/>
    <p:sldId id="1658" r:id="rId306"/>
    <p:sldId id="1659" r:id="rId307"/>
    <p:sldId id="1661" r:id="rId308"/>
    <p:sldId id="1667" r:id="rId309"/>
    <p:sldId id="1668" r:id="rId310"/>
    <p:sldId id="1669" r:id="rId311"/>
    <p:sldId id="1671" r:id="rId312"/>
    <p:sldId id="1672" r:id="rId313"/>
    <p:sldId id="1673" r:id="rId314"/>
    <p:sldId id="1674" r:id="rId315"/>
    <p:sldId id="1675" r:id="rId316"/>
    <p:sldId id="1676" r:id="rId317"/>
    <p:sldId id="1677" r:id="rId318"/>
    <p:sldId id="1678" r:id="rId319"/>
    <p:sldId id="1595" r:id="rId320"/>
    <p:sldId id="1679" r:id="rId321"/>
    <p:sldId id="1680" r:id="rId322"/>
    <p:sldId id="1681" r:id="rId323"/>
    <p:sldId id="1682" r:id="rId324"/>
    <p:sldId id="1683" r:id="rId325"/>
    <p:sldId id="1684" r:id="rId326"/>
    <p:sldId id="1596" r:id="rId327"/>
    <p:sldId id="1685" r:id="rId328"/>
    <p:sldId id="1687" r:id="rId329"/>
    <p:sldId id="1688" r:id="rId330"/>
    <p:sldId id="1689" r:id="rId331"/>
    <p:sldId id="1690" r:id="rId332"/>
    <p:sldId id="1691" r:id="rId333"/>
    <p:sldId id="1692" r:id="rId334"/>
    <p:sldId id="1694" r:id="rId335"/>
    <p:sldId id="1693" r:id="rId336"/>
    <p:sldId id="1696" r:id="rId337"/>
    <p:sldId id="1686" r:id="rId338"/>
    <p:sldId id="1695" r:id="rId339"/>
    <p:sldId id="1697" r:id="rId340"/>
    <p:sldId id="1698" r:id="rId341"/>
    <p:sldId id="1699" r:id="rId342"/>
    <p:sldId id="1700" r:id="rId343"/>
    <p:sldId id="1701" r:id="rId344"/>
    <p:sldId id="1702" r:id="rId345"/>
    <p:sldId id="1703" r:id="rId346"/>
    <p:sldId id="1704" r:id="rId347"/>
    <p:sldId id="1705" r:id="rId348"/>
    <p:sldId id="1706" r:id="rId349"/>
    <p:sldId id="1597" r:id="rId350"/>
    <p:sldId id="1707" r:id="rId351"/>
    <p:sldId id="1708" r:id="rId352"/>
    <p:sldId id="1709" r:id="rId353"/>
    <p:sldId id="1833" r:id="rId354"/>
    <p:sldId id="1834" r:id="rId355"/>
    <p:sldId id="1835" r:id="rId356"/>
    <p:sldId id="1836" r:id="rId357"/>
    <p:sldId id="1837" r:id="rId358"/>
    <p:sldId id="1838" r:id="rId359"/>
    <p:sldId id="1839" r:id="rId360"/>
    <p:sldId id="1840" r:id="rId361"/>
    <p:sldId id="1841" r:id="rId362"/>
    <p:sldId id="1842" r:id="rId363"/>
    <p:sldId id="1843" r:id="rId364"/>
    <p:sldId id="1844" r:id="rId365"/>
    <p:sldId id="1845" r:id="rId366"/>
    <p:sldId id="1846" r:id="rId367"/>
    <p:sldId id="1847" r:id="rId368"/>
    <p:sldId id="1848" r:id="rId369"/>
    <p:sldId id="1598" r:id="rId370"/>
    <p:sldId id="1710" r:id="rId371"/>
    <p:sldId id="1711" r:id="rId372"/>
    <p:sldId id="1712" r:id="rId373"/>
    <p:sldId id="1713" r:id="rId374"/>
    <p:sldId id="1714" r:id="rId375"/>
    <p:sldId id="1715" r:id="rId376"/>
    <p:sldId id="1716" r:id="rId377"/>
    <p:sldId id="1717" r:id="rId378"/>
    <p:sldId id="1718" r:id="rId379"/>
    <p:sldId id="1719" r:id="rId380"/>
    <p:sldId id="1720" r:id="rId381"/>
    <p:sldId id="1721" r:id="rId382"/>
    <p:sldId id="1722" r:id="rId383"/>
    <p:sldId id="1723" r:id="rId384"/>
    <p:sldId id="1724" r:id="rId385"/>
    <p:sldId id="1725" r:id="rId386"/>
    <p:sldId id="1726" r:id="rId387"/>
    <p:sldId id="1727" r:id="rId388"/>
    <p:sldId id="1728" r:id="rId389"/>
    <p:sldId id="1729" r:id="rId390"/>
    <p:sldId id="1730" r:id="rId391"/>
    <p:sldId id="1731" r:id="rId392"/>
    <p:sldId id="1732" r:id="rId393"/>
    <p:sldId id="1599" r:id="rId394"/>
    <p:sldId id="1734" r:id="rId395"/>
    <p:sldId id="1733" r:id="rId396"/>
    <p:sldId id="1735" r:id="rId397"/>
    <p:sldId id="1736" r:id="rId398"/>
    <p:sldId id="1737" r:id="rId399"/>
    <p:sldId id="1738" r:id="rId400"/>
    <p:sldId id="1739" r:id="rId401"/>
    <p:sldId id="1742" r:id="rId402"/>
    <p:sldId id="1741" r:id="rId403"/>
    <p:sldId id="1743" r:id="rId404"/>
    <p:sldId id="1744" r:id="rId405"/>
    <p:sldId id="1746" r:id="rId406"/>
    <p:sldId id="1747" r:id="rId407"/>
    <p:sldId id="1748" r:id="rId408"/>
    <p:sldId id="1749" r:id="rId409"/>
    <p:sldId id="1750" r:id="rId410"/>
    <p:sldId id="1758" r:id="rId411"/>
    <p:sldId id="1757" r:id="rId412"/>
    <p:sldId id="1759" r:id="rId413"/>
    <p:sldId id="1760" r:id="rId414"/>
    <p:sldId id="1761" r:id="rId415"/>
    <p:sldId id="1762" r:id="rId416"/>
    <p:sldId id="1763" r:id="rId417"/>
    <p:sldId id="1764" r:id="rId418"/>
    <p:sldId id="1765" r:id="rId419"/>
    <p:sldId id="1766" r:id="rId420"/>
    <p:sldId id="1751" r:id="rId421"/>
    <p:sldId id="1767" r:id="rId422"/>
    <p:sldId id="1768" r:id="rId423"/>
    <p:sldId id="1773" r:id="rId424"/>
    <p:sldId id="1777" r:id="rId425"/>
    <p:sldId id="1778" r:id="rId426"/>
    <p:sldId id="1774" r:id="rId427"/>
    <p:sldId id="1775" r:id="rId428"/>
    <p:sldId id="1781" r:id="rId429"/>
    <p:sldId id="1780" r:id="rId430"/>
    <p:sldId id="1779" r:id="rId431"/>
    <p:sldId id="1782" r:id="rId432"/>
    <p:sldId id="1783" r:id="rId433"/>
    <p:sldId id="1784" r:id="rId434"/>
    <p:sldId id="1785" r:id="rId435"/>
    <p:sldId id="1776" r:id="rId436"/>
    <p:sldId id="1786" r:id="rId437"/>
    <p:sldId id="1787" r:id="rId438"/>
    <p:sldId id="1788" r:id="rId439"/>
    <p:sldId id="1753" r:id="rId440"/>
    <p:sldId id="1789" r:id="rId441"/>
    <p:sldId id="1791" r:id="rId442"/>
    <p:sldId id="1792" r:id="rId443"/>
    <p:sldId id="1793" r:id="rId444"/>
    <p:sldId id="1795" r:id="rId445"/>
    <p:sldId id="1794" r:id="rId446"/>
    <p:sldId id="1796" r:id="rId447"/>
    <p:sldId id="1809" r:id="rId448"/>
    <p:sldId id="1808" r:id="rId449"/>
    <p:sldId id="1797" r:id="rId450"/>
    <p:sldId id="1799" r:id="rId451"/>
    <p:sldId id="1800" r:id="rId452"/>
    <p:sldId id="1801" r:id="rId453"/>
    <p:sldId id="1802" r:id="rId454"/>
    <p:sldId id="1803" r:id="rId455"/>
    <p:sldId id="1804" r:id="rId456"/>
    <p:sldId id="1805" r:id="rId457"/>
    <p:sldId id="1806" r:id="rId458"/>
    <p:sldId id="1807" r:id="rId459"/>
    <p:sldId id="1790" r:id="rId460"/>
    <p:sldId id="1810" r:id="rId461"/>
    <p:sldId id="1811" r:id="rId462"/>
    <p:sldId id="1812" r:id="rId463"/>
    <p:sldId id="1813" r:id="rId464"/>
    <p:sldId id="1589" r:id="rId465"/>
    <p:sldId id="1590" r:id="rId466"/>
    <p:sldId id="1814" r:id="rId467"/>
    <p:sldId id="1816" r:id="rId468"/>
    <p:sldId id="1817" r:id="rId469"/>
    <p:sldId id="1818" r:id="rId470"/>
    <p:sldId id="1819" r:id="rId471"/>
    <p:sldId id="1820" r:id="rId472"/>
    <p:sldId id="1821" r:id="rId473"/>
    <p:sldId id="1822" r:id="rId474"/>
    <p:sldId id="1823" r:id="rId475"/>
    <p:sldId id="1591" r:id="rId476"/>
    <p:sldId id="1815" r:id="rId477"/>
    <p:sldId id="1824" r:id="rId478"/>
    <p:sldId id="1825" r:id="rId479"/>
    <p:sldId id="1826" r:id="rId480"/>
    <p:sldId id="1827" r:id="rId481"/>
    <p:sldId id="1828" r:id="rId482"/>
    <p:sldId id="1754" r:id="rId483"/>
    <p:sldId id="1829" r:id="rId484"/>
    <p:sldId id="1832" r:id="rId485"/>
    <p:sldId id="1849" r:id="rId486"/>
    <p:sldId id="1850" r:id="rId487"/>
    <p:sldId id="1863" r:id="rId488"/>
    <p:sldId id="1878" r:id="rId489"/>
    <p:sldId id="1854" r:id="rId490"/>
    <p:sldId id="1864" r:id="rId491"/>
    <p:sldId id="1879" r:id="rId492"/>
    <p:sldId id="1856" r:id="rId493"/>
    <p:sldId id="1865" r:id="rId494"/>
    <p:sldId id="1866" r:id="rId495"/>
    <p:sldId id="1867" r:id="rId496"/>
    <p:sldId id="1868" r:id="rId497"/>
    <p:sldId id="1880" r:id="rId498"/>
    <p:sldId id="1852" r:id="rId499"/>
    <p:sldId id="1869" r:id="rId500"/>
    <p:sldId id="1881" r:id="rId501"/>
    <p:sldId id="1860" r:id="rId502"/>
    <p:sldId id="1870" r:id="rId503"/>
    <p:sldId id="1871" r:id="rId504"/>
    <p:sldId id="1862" r:id="rId505"/>
    <p:sldId id="1872" r:id="rId506"/>
    <p:sldId id="1873" r:id="rId507"/>
    <p:sldId id="1874" r:id="rId508"/>
    <p:sldId id="1875" r:id="rId509"/>
    <p:sldId id="1882" r:id="rId510"/>
    <p:sldId id="1883" r:id="rId511"/>
    <p:sldId id="1884" r:id="rId512"/>
    <p:sldId id="1885" r:id="rId513"/>
    <p:sldId id="1886" r:id="rId514"/>
    <p:sldId id="1887" r:id="rId515"/>
    <p:sldId id="1888" r:id="rId516"/>
    <p:sldId id="1889" r:id="rId517"/>
    <p:sldId id="1890" r:id="rId518"/>
    <p:sldId id="1891" r:id="rId519"/>
    <p:sldId id="1755" r:id="rId520"/>
    <p:sldId id="1830" r:id="rId521"/>
    <p:sldId id="1893" r:id="rId522"/>
    <p:sldId id="1894" r:id="rId523"/>
    <p:sldId id="1895" r:id="rId524"/>
    <p:sldId id="1896" r:id="rId525"/>
    <p:sldId id="1905" r:id="rId526"/>
    <p:sldId id="1892" r:id="rId527"/>
    <p:sldId id="1897" r:id="rId528"/>
    <p:sldId id="1907" r:id="rId529"/>
    <p:sldId id="1908" r:id="rId530"/>
    <p:sldId id="1898" r:id="rId531"/>
    <p:sldId id="1899" r:id="rId532"/>
    <p:sldId id="1900" r:id="rId533"/>
    <p:sldId id="1901" r:id="rId534"/>
    <p:sldId id="1902" r:id="rId535"/>
    <p:sldId id="1903" r:id="rId536"/>
    <p:sldId id="1904" r:id="rId537"/>
    <p:sldId id="1909" r:id="rId538"/>
    <p:sldId id="1910" r:id="rId539"/>
    <p:sldId id="1906" r:id="rId540"/>
    <p:sldId id="1911" r:id="rId541"/>
    <p:sldId id="1912" r:id="rId542"/>
    <p:sldId id="1913" r:id="rId543"/>
    <p:sldId id="1914" r:id="rId544"/>
    <p:sldId id="1915" r:id="rId545"/>
    <p:sldId id="1916" r:id="rId546"/>
    <p:sldId id="1917" r:id="rId547"/>
    <p:sldId id="1918" r:id="rId548"/>
    <p:sldId id="1919" r:id="rId549"/>
    <p:sldId id="1920" r:id="rId550"/>
    <p:sldId id="1921" r:id="rId551"/>
    <p:sldId id="1922" r:id="rId552"/>
    <p:sldId id="1923" r:id="rId553"/>
    <p:sldId id="1924" r:id="rId554"/>
    <p:sldId id="1925" r:id="rId555"/>
    <p:sldId id="1756" r:id="rId556"/>
    <p:sldId id="1831" r:id="rId557"/>
    <p:sldId id="1928" r:id="rId558"/>
    <p:sldId id="1929" r:id="rId559"/>
    <p:sldId id="1930" r:id="rId560"/>
    <p:sldId id="1931" r:id="rId561"/>
    <p:sldId id="1932" r:id="rId562"/>
    <p:sldId id="1933" r:id="rId563"/>
    <p:sldId id="1934" r:id="rId564"/>
    <p:sldId id="1935" r:id="rId565"/>
    <p:sldId id="1936" r:id="rId566"/>
    <p:sldId id="1937" r:id="rId567"/>
    <p:sldId id="1938" r:id="rId568"/>
    <p:sldId id="1939" r:id="rId569"/>
    <p:sldId id="1940" r:id="rId570"/>
    <p:sldId id="1941" r:id="rId571"/>
    <p:sldId id="1942" r:id="rId572"/>
    <p:sldId id="1943" r:id="rId573"/>
    <p:sldId id="1944" r:id="rId574"/>
    <p:sldId id="1945" r:id="rId575"/>
    <p:sldId id="1946" r:id="rId576"/>
    <p:sldId id="1947" r:id="rId577"/>
    <p:sldId id="1948" r:id="rId578"/>
    <p:sldId id="1949" r:id="rId579"/>
    <p:sldId id="1950" r:id="rId580"/>
    <p:sldId id="1951" r:id="rId581"/>
    <p:sldId id="449" r:id="rId582"/>
  </p:sldIdLst>
  <p:sldSz cx="9144000" cy="6858000" type="screen4x3"/>
  <p:notesSz cx="6797675" cy="9928225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5pPr>
    <a:lvl6pPr marL="22860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6pPr>
    <a:lvl7pPr marL="27432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7pPr>
    <a:lvl8pPr marL="32004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8pPr>
    <a:lvl9pPr marL="36576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EDD6F41-302D-4FB1-A6AB-D9829A0AD773}">
          <p14:sldIdLst>
            <p14:sldId id="256"/>
          </p14:sldIdLst>
        </p14:section>
        <p14:section name="Spring Boot 환경 구성" id="{374347AB-6160-4C5C-932B-553BA88B1289}">
          <p14:sldIdLst>
            <p14:sldId id="1353"/>
            <p14:sldId id="1354"/>
            <p14:sldId id="1355"/>
            <p14:sldId id="1356"/>
            <p14:sldId id="1358"/>
            <p14:sldId id="1357"/>
            <p14:sldId id="1359"/>
            <p14:sldId id="1360"/>
            <p14:sldId id="1361"/>
            <p14:sldId id="1362"/>
            <p14:sldId id="1363"/>
            <p14:sldId id="1364"/>
            <p14:sldId id="1365"/>
            <p14:sldId id="1366"/>
          </p14:sldIdLst>
        </p14:section>
        <p14:section name="Spring Framework 목차" id="{010718AE-F93F-48C4-9289-39B22E49E091}">
          <p14:sldIdLst>
            <p14:sldId id="258"/>
          </p14:sldIdLst>
        </p14:section>
        <p14:section name="1. Spring Framework 개요" id="{8CFF5B92-F7FF-417C-919A-40F63BEBF23B}">
          <p14:sldIdLst>
            <p14:sldId id="261"/>
            <p14:sldId id="271"/>
            <p14:sldId id="1367"/>
            <p14:sldId id="1368"/>
            <p14:sldId id="1369"/>
            <p14:sldId id="880"/>
          </p14:sldIdLst>
        </p14:section>
        <p14:section name="2. Spring Project 생성" id="{C8B6956C-3BF3-435E-9378-0ECC84497798}">
          <p14:sldIdLst>
            <p14:sldId id="1314"/>
            <p14:sldId id="1371"/>
            <p14:sldId id="1372"/>
            <p14:sldId id="1374"/>
            <p14:sldId id="768"/>
            <p14:sldId id="1370"/>
            <p14:sldId id="1375"/>
          </p14:sldIdLst>
        </p14:section>
        <p14:section name="3. Hello, Spring Boot Controller" id="{2880E3E4-141E-40C5-92D2-6334D592307F}">
          <p14:sldIdLst>
            <p14:sldId id="1320"/>
            <p14:sldId id="1377"/>
            <p14:sldId id="1378"/>
            <p14:sldId id="1379"/>
            <p14:sldId id="1380"/>
            <p14:sldId id="1381"/>
            <p14:sldId id="1384"/>
            <p14:sldId id="1385"/>
            <p14:sldId id="1382"/>
            <p14:sldId id="1383"/>
          </p14:sldIdLst>
        </p14:section>
        <p14:section name="4. JSP로 응답하기" id="{05C23D1B-23ED-4302-9DA0-CAEA4B5EF28B}">
          <p14:sldIdLst>
            <p14:sldId id="1386"/>
            <p14:sldId id="1387"/>
            <p14:sldId id="1388"/>
            <p14:sldId id="1389"/>
            <p14:sldId id="1390"/>
            <p14:sldId id="1391"/>
            <p14:sldId id="1392"/>
            <p14:sldId id="1393"/>
            <p14:sldId id="1394"/>
            <p14:sldId id="1395"/>
            <p14:sldId id="1396"/>
          </p14:sldIdLst>
        </p14:section>
        <p14:section name="5. JSP에 데이터 보내기" id="{C38003E7-AFF1-4542-85D3-D1057747E4F5}">
          <p14:sldIdLst>
            <p14:sldId id="1397"/>
            <p14:sldId id="1398"/>
            <p14:sldId id="1399"/>
            <p14:sldId id="1400"/>
            <p14:sldId id="1401"/>
          </p14:sldIdLst>
        </p14:section>
        <p14:section name="6. Spring MVC Pattern" id="{0E43015E-3445-48AD-A2E6-3B186D26B08D}">
          <p14:sldIdLst>
            <p14:sldId id="1402"/>
            <p14:sldId id="1376"/>
            <p14:sldId id="1180"/>
            <p14:sldId id="877"/>
          </p14:sldIdLst>
        </p14:section>
        <p14:section name="7. 게시판 만들어보기" id="{A45E6940-BAC6-4A90-AD8D-D98822D1A0BB}">
          <p14:sldIdLst>
            <p14:sldId id="1403"/>
            <p14:sldId id="1404"/>
            <p14:sldId id="1405"/>
            <p14:sldId id="1406"/>
            <p14:sldId id="1407"/>
            <p14:sldId id="1413"/>
            <p14:sldId id="1414"/>
          </p14:sldIdLst>
        </p14:section>
        <p14:section name="7-1. 게시글 목록 조회 화면 만들기" id="{8181FD95-DB68-4589-8512-641453675E31}">
          <p14:sldIdLst>
            <p14:sldId id="1439"/>
            <p14:sldId id="1408"/>
            <p14:sldId id="1415"/>
            <p14:sldId id="1416"/>
            <p14:sldId id="1417"/>
            <p14:sldId id="1418"/>
            <p14:sldId id="1425"/>
            <p14:sldId id="1419"/>
            <p14:sldId id="1420"/>
            <p14:sldId id="1421"/>
            <p14:sldId id="1422"/>
            <p14:sldId id="1423"/>
            <p14:sldId id="1424"/>
            <p14:sldId id="1426"/>
            <p14:sldId id="1427"/>
            <p14:sldId id="1437"/>
            <p14:sldId id="1469"/>
            <p14:sldId id="1438"/>
            <p14:sldId id="1428"/>
            <p14:sldId id="1429"/>
            <p14:sldId id="1430"/>
            <p14:sldId id="1432"/>
            <p14:sldId id="1433"/>
            <p14:sldId id="1434"/>
            <p14:sldId id="1435"/>
            <p14:sldId id="1436"/>
            <p14:sldId id="1442"/>
          </p14:sldIdLst>
        </p14:section>
        <p14:section name="7-2. 게시글 등록 화면 만들기" id="{B81DBB33-73D5-4570-9DD9-B329DD1DEBDE}">
          <p14:sldIdLst>
            <p14:sldId id="1440"/>
            <p14:sldId id="1441"/>
            <p14:sldId id="1443"/>
            <p14:sldId id="1444"/>
            <p14:sldId id="1445"/>
            <p14:sldId id="1447"/>
            <p14:sldId id="1448"/>
          </p14:sldIdLst>
        </p14:section>
        <p14:section name="7-3. 게시글 등록 처리 하기" id="{6EBF8C1D-376C-4B41-A739-191311A289B5}">
          <p14:sldIdLst>
            <p14:sldId id="1446"/>
            <p14:sldId id="1410"/>
            <p14:sldId id="1451"/>
            <p14:sldId id="1449"/>
            <p14:sldId id="1450"/>
            <p14:sldId id="1452"/>
            <p14:sldId id="1453"/>
            <p14:sldId id="1454"/>
            <p14:sldId id="1455"/>
            <p14:sldId id="1456"/>
            <p14:sldId id="1457"/>
            <p14:sldId id="1458"/>
            <p14:sldId id="1459"/>
            <p14:sldId id="1460"/>
            <p14:sldId id="1461"/>
          </p14:sldIdLst>
        </p14:section>
        <p14:section name="7-4. 게시글 내용 조회 화면 만들기" id="{5C1259D0-6E46-4A2B-AB03-BB9E93D6D938}">
          <p14:sldIdLst>
            <p14:sldId id="1462"/>
            <p14:sldId id="1409"/>
            <p14:sldId id="1463"/>
            <p14:sldId id="1464"/>
            <p14:sldId id="1465"/>
            <p14:sldId id="1466"/>
            <p14:sldId id="1467"/>
            <p14:sldId id="1468"/>
            <p14:sldId id="1470"/>
            <p14:sldId id="1472"/>
            <p14:sldId id="1473"/>
            <p14:sldId id="1474"/>
            <p14:sldId id="1475"/>
            <p14:sldId id="1476"/>
            <p14:sldId id="1477"/>
            <p14:sldId id="1478"/>
            <p14:sldId id="1479"/>
            <p14:sldId id="1480"/>
            <p14:sldId id="1481"/>
          </p14:sldIdLst>
        </p14:section>
        <p14:section name="7-5. 게시글 수정 화면 만들기" id="{4A99AFC8-31DB-440C-AE35-8920B128F6AF}">
          <p14:sldIdLst>
            <p14:sldId id="1482"/>
            <p14:sldId id="1483"/>
            <p14:sldId id="1484"/>
            <p14:sldId id="1486"/>
            <p14:sldId id="1487"/>
            <p14:sldId id="1488"/>
            <p14:sldId id="1489"/>
            <p14:sldId id="1490"/>
            <p14:sldId id="1491"/>
            <p14:sldId id="1492"/>
            <p14:sldId id="1493"/>
            <p14:sldId id="1494"/>
          </p14:sldIdLst>
        </p14:section>
        <p14:section name="7-6. 게시글 수정 처리 하기" id="{A37E168E-C997-46A1-8012-A9AB8C668252}">
          <p14:sldIdLst>
            <p14:sldId id="1495"/>
            <p14:sldId id="1411"/>
            <p14:sldId id="1496"/>
            <p14:sldId id="1497"/>
            <p14:sldId id="1498"/>
            <p14:sldId id="1499"/>
            <p14:sldId id="1500"/>
            <p14:sldId id="1501"/>
            <p14:sldId id="1502"/>
            <p14:sldId id="1503"/>
            <p14:sldId id="1504"/>
            <p14:sldId id="1505"/>
            <p14:sldId id="1506"/>
            <p14:sldId id="1507"/>
          </p14:sldIdLst>
        </p14:section>
        <p14:section name="7-7. 게시글 삭제 처리 하기" id="{4F16835E-DC53-4C10-933C-EA72DDCCF192}">
          <p14:sldIdLst>
            <p14:sldId id="1508"/>
            <p14:sldId id="1412"/>
            <p14:sldId id="1509"/>
            <p14:sldId id="1513"/>
            <p14:sldId id="1514"/>
            <p14:sldId id="1510"/>
            <p14:sldId id="1515"/>
            <p14:sldId id="1511"/>
            <p14:sldId id="1516"/>
            <p14:sldId id="1518"/>
            <p14:sldId id="1512"/>
            <p14:sldId id="1517"/>
          </p14:sldIdLst>
        </p14:section>
        <p14:section name="7-8. 게시글 목록 View 완성하기" id="{B72720A6-233A-46E3-951B-BBDA80F3B8FA}">
          <p14:sldIdLst>
            <p14:sldId id="1519"/>
            <p14:sldId id="1520"/>
            <p14:sldId id="1521"/>
            <p14:sldId id="1522"/>
            <p14:sldId id="1523"/>
            <p14:sldId id="1524"/>
            <p14:sldId id="1525"/>
            <p14:sldId id="1526"/>
            <p14:sldId id="1527"/>
            <p14:sldId id="1528"/>
            <p14:sldId id="1529"/>
            <p14:sldId id="1530"/>
          </p14:sldIdLst>
        </p14:section>
        <p14:section name="8. 파일 업로드/다운로드" id="{CA1569A7-2EE6-4992-90FB-6BDCCD76BBDD}">
          <p14:sldIdLst>
            <p14:sldId id="1531"/>
          </p14:sldIdLst>
        </p14:section>
        <p14:section name="파일 업로드" id="{6077F64F-92EE-409C-B6BD-D07571AE97B0}">
          <p14:sldIdLst>
            <p14:sldId id="1532"/>
            <p14:sldId id="1533"/>
            <p14:sldId id="1534"/>
            <p14:sldId id="1535"/>
            <p14:sldId id="1536"/>
            <p14:sldId id="1537"/>
            <p14:sldId id="1538"/>
            <p14:sldId id="1540"/>
            <p14:sldId id="1539"/>
            <p14:sldId id="1543"/>
            <p14:sldId id="1541"/>
            <p14:sldId id="1542"/>
            <p14:sldId id="1545"/>
            <p14:sldId id="1546"/>
            <p14:sldId id="1544"/>
            <p14:sldId id="1547"/>
            <p14:sldId id="1548"/>
            <p14:sldId id="1551"/>
            <p14:sldId id="1549"/>
            <p14:sldId id="1550"/>
            <p14:sldId id="1552"/>
          </p14:sldIdLst>
        </p14:section>
        <p14:section name="파일 다운로드" id="{0F423A10-8393-42DE-A717-517C3E5F0F91}">
          <p14:sldIdLst>
            <p14:sldId id="1553"/>
            <p14:sldId id="1554"/>
            <p14:sldId id="1555"/>
            <p14:sldId id="1556"/>
            <p14:sldId id="1557"/>
            <p14:sldId id="1558"/>
          </p14:sldIdLst>
        </p14:section>
        <p14:section name="게시글 수정시 파일 업로드" id="{7A0E8F6D-E511-406D-91AE-E15705E634B7}">
          <p14:sldIdLst>
            <p14:sldId id="1559"/>
            <p14:sldId id="1560"/>
            <p14:sldId id="1561"/>
            <p14:sldId id="1562"/>
            <p14:sldId id="1563"/>
            <p14:sldId id="1564"/>
            <p14:sldId id="1565"/>
            <p14:sldId id="1566"/>
          </p14:sldIdLst>
        </p14:section>
        <p14:section name="게시글 삭제시 파일 삭제" id="{95922090-CD35-425F-B349-4904088449D6}">
          <p14:sldIdLst>
            <p14:sldId id="1567"/>
            <p14:sldId id="1568"/>
            <p14:sldId id="1569"/>
          </p14:sldIdLst>
        </p14:section>
        <p14:section name="9. 파라미터 유효성 검사" id="{D7ADE0A0-2808-48A4-8A4C-0E66C5E4FDFC}">
          <p14:sldIdLst>
            <p14:sldId id="1570"/>
            <p14:sldId id="1579"/>
            <p14:sldId id="1571"/>
            <p14:sldId id="1580"/>
            <p14:sldId id="1575"/>
            <p14:sldId id="1581"/>
            <p14:sldId id="1582"/>
            <p14:sldId id="1583"/>
            <p14:sldId id="1584"/>
            <p14:sldId id="1585"/>
            <p14:sldId id="1586"/>
            <p14:sldId id="1587"/>
            <p14:sldId id="1588"/>
          </p14:sldIdLst>
        </p14:section>
        <p14:section name="10. 회원제 게시판으로 개선" id="{7E623162-F1EF-41BB-9A5F-B2C327166F7B}">
          <p14:sldIdLst>
            <p14:sldId id="1592"/>
          </p14:sldIdLst>
        </p14:section>
        <p14:section name="회원가입" id="{762DF155-0C4B-419E-92B0-9AEE4701E16C}">
          <p14:sldIdLst>
            <p14:sldId id="1593"/>
            <p14:sldId id="1600"/>
            <p14:sldId id="1607"/>
            <p14:sldId id="1608"/>
            <p14:sldId id="1609"/>
            <p14:sldId id="1610"/>
            <p14:sldId id="1611"/>
            <p14:sldId id="1614"/>
            <p14:sldId id="1613"/>
            <p14:sldId id="1601"/>
            <p14:sldId id="1602"/>
            <p14:sldId id="1603"/>
            <p14:sldId id="1615"/>
            <p14:sldId id="1604"/>
            <p14:sldId id="1616"/>
            <p14:sldId id="1605"/>
            <p14:sldId id="1606"/>
            <p14:sldId id="1612"/>
            <p14:sldId id="1618"/>
            <p14:sldId id="1619"/>
            <p14:sldId id="1620"/>
            <p14:sldId id="1621"/>
            <p14:sldId id="1622"/>
            <p14:sldId id="1623"/>
            <p14:sldId id="1624"/>
            <p14:sldId id="1617"/>
          </p14:sldIdLst>
        </p14:section>
        <p14:section name="이메일 중복 검사 (Ajax)" id="{30CB0D1A-793A-41DE-8405-5ED1D3EE2E1A}">
          <p14:sldIdLst>
            <p14:sldId id="1625"/>
            <p14:sldId id="1626"/>
            <p14:sldId id="1627"/>
            <p14:sldId id="1628"/>
            <p14:sldId id="1629"/>
            <p14:sldId id="1630"/>
            <p14:sldId id="1631"/>
            <p14:sldId id="1632"/>
            <p14:sldId id="1635"/>
            <p14:sldId id="1634"/>
            <p14:sldId id="1633"/>
            <p14:sldId id="1636"/>
            <p14:sldId id="1637"/>
            <p14:sldId id="1638"/>
          </p14:sldIdLst>
        </p14:section>
        <p14:section name="비밀번호 암호화" id="{B03C4099-D2E8-4E01-8E5C-43B3B87CE30E}">
          <p14:sldIdLst>
            <p14:sldId id="1639"/>
            <p14:sldId id="1640"/>
            <p14:sldId id="1642"/>
            <p14:sldId id="1641"/>
            <p14:sldId id="1643"/>
            <p14:sldId id="1644"/>
            <p14:sldId id="1645"/>
            <p14:sldId id="1646"/>
            <p14:sldId id="1647"/>
            <p14:sldId id="1648"/>
            <p14:sldId id="1649"/>
            <p14:sldId id="1650"/>
            <p14:sldId id="1651"/>
          </p14:sldIdLst>
        </p14:section>
        <p14:section name="로그인" id="{5165593B-52BB-478A-93A4-7B2BAA6390AC}">
          <p14:sldIdLst>
            <p14:sldId id="1594"/>
            <p14:sldId id="1660"/>
            <p14:sldId id="1662"/>
            <p14:sldId id="1663"/>
            <p14:sldId id="1664"/>
            <p14:sldId id="1665"/>
            <p14:sldId id="1666"/>
            <p14:sldId id="1652"/>
            <p14:sldId id="1653"/>
            <p14:sldId id="1654"/>
            <p14:sldId id="1655"/>
            <p14:sldId id="1656"/>
            <p14:sldId id="1657"/>
            <p14:sldId id="1670"/>
            <p14:sldId id="1658"/>
            <p14:sldId id="1659"/>
            <p14:sldId id="1661"/>
            <p14:sldId id="1667"/>
            <p14:sldId id="1668"/>
            <p14:sldId id="1669"/>
            <p14:sldId id="1671"/>
            <p14:sldId id="1672"/>
            <p14:sldId id="1673"/>
            <p14:sldId id="1674"/>
            <p14:sldId id="1675"/>
            <p14:sldId id="1676"/>
            <p14:sldId id="1677"/>
            <p14:sldId id="1678"/>
          </p14:sldIdLst>
        </p14:section>
        <p14:section name="로그아웃" id="{ABFDBD45-23FA-412F-8D52-23049342A37B}">
          <p14:sldIdLst>
            <p14:sldId id="1595"/>
            <p14:sldId id="1679"/>
            <p14:sldId id="1680"/>
            <p14:sldId id="1681"/>
            <p14:sldId id="1682"/>
            <p14:sldId id="1683"/>
            <p14:sldId id="1684"/>
          </p14:sldIdLst>
        </p14:section>
        <p14:section name="탈퇴" id="{6FD4F374-2210-4099-A449-5E18AD8C9BDC}">
          <p14:sldIdLst>
            <p14:sldId id="1596"/>
            <p14:sldId id="1685"/>
            <p14:sldId id="1687"/>
            <p14:sldId id="1688"/>
            <p14:sldId id="1689"/>
            <p14:sldId id="1690"/>
            <p14:sldId id="1691"/>
            <p14:sldId id="1692"/>
            <p14:sldId id="1694"/>
            <p14:sldId id="1693"/>
            <p14:sldId id="1696"/>
            <p14:sldId id="1686"/>
            <p14:sldId id="1695"/>
            <p14:sldId id="1697"/>
            <p14:sldId id="1698"/>
            <p14:sldId id="1699"/>
            <p14:sldId id="1700"/>
            <p14:sldId id="1701"/>
            <p14:sldId id="1702"/>
            <p14:sldId id="1703"/>
            <p14:sldId id="1704"/>
            <p14:sldId id="1705"/>
            <p14:sldId id="1706"/>
          </p14:sldIdLst>
        </p14:section>
        <p14:section name="권한부여" id="{28E6E196-A5D4-473D-B270-41108566AC59}">
          <p14:sldIdLst>
            <p14:sldId id="1597"/>
            <p14:sldId id="1707"/>
            <p14:sldId id="1708"/>
            <p14:sldId id="1709"/>
          </p14:sldIdLst>
        </p14:section>
        <p14:section name="회원이 작성한 글만 조회하기" id="{2EF57BA8-F86B-4CF9-B97C-6754B95AB6DE}">
          <p14:sldIdLst>
            <p14:sldId id="1833"/>
            <p14:sldId id="1834"/>
            <p14:sldId id="1835"/>
            <p14:sldId id="1836"/>
            <p14:sldId id="1837"/>
            <p14:sldId id="1838"/>
            <p14:sldId id="1839"/>
            <p14:sldId id="1840"/>
            <p14:sldId id="1841"/>
            <p14:sldId id="1842"/>
            <p14:sldId id="1843"/>
            <p14:sldId id="1844"/>
            <p14:sldId id="1845"/>
            <p14:sldId id="1846"/>
            <p14:sldId id="1847"/>
            <p14:sldId id="1848"/>
          </p14:sldIdLst>
        </p14:section>
        <p14:section name="Interceptor (세션 체크)" id="{B2480929-9958-45C7-A063-1B00D37E3F2A}">
          <p14:sldIdLst>
            <p14:sldId id="1598"/>
            <p14:sldId id="1710"/>
            <p14:sldId id="1711"/>
            <p14:sldId id="1712"/>
            <p14:sldId id="1713"/>
            <p14:sldId id="1714"/>
            <p14:sldId id="1715"/>
            <p14:sldId id="1716"/>
            <p14:sldId id="1717"/>
            <p14:sldId id="1718"/>
            <p14:sldId id="1719"/>
            <p14:sldId id="1720"/>
            <p14:sldId id="1721"/>
            <p14:sldId id="1722"/>
            <p14:sldId id="1723"/>
            <p14:sldId id="1724"/>
            <p14:sldId id="1725"/>
            <p14:sldId id="1726"/>
            <p14:sldId id="1727"/>
            <p14:sldId id="1728"/>
            <p14:sldId id="1729"/>
            <p14:sldId id="1730"/>
            <p14:sldId id="1731"/>
            <p14:sldId id="1732"/>
          </p14:sldIdLst>
        </p14:section>
        <p14:section name="회원정보 얻어오기" id="{A44DC157-5D7E-4208-A858-C387BD111E06}">
          <p14:sldIdLst>
            <p14:sldId id="1599"/>
            <p14:sldId id="1734"/>
            <p14:sldId id="1733"/>
            <p14:sldId id="1735"/>
            <p14:sldId id="1736"/>
            <p14:sldId id="1737"/>
            <p14:sldId id="1738"/>
            <p14:sldId id="1739"/>
            <p14:sldId id="1742"/>
            <p14:sldId id="1741"/>
            <p14:sldId id="1743"/>
            <p14:sldId id="1744"/>
            <p14:sldId id="1746"/>
            <p14:sldId id="1747"/>
            <p14:sldId id="1748"/>
          </p14:sldIdLst>
        </p14:section>
        <p14:section name="11. 엑셀다운로드 하기" id="{4D933F74-05C5-401A-91CE-FE77DE28D997}">
          <p14:sldIdLst>
            <p14:sldId id="1749"/>
            <p14:sldId id="1750"/>
            <p14:sldId id="1758"/>
            <p14:sldId id="1757"/>
            <p14:sldId id="1759"/>
            <p14:sldId id="1760"/>
            <p14:sldId id="1761"/>
            <p14:sldId id="1762"/>
            <p14:sldId id="1763"/>
            <p14:sldId id="1764"/>
            <p14:sldId id="1765"/>
            <p14:sldId id="1766"/>
          </p14:sldIdLst>
        </p14:section>
        <p14:section name="12. Logging" id="{574E685D-9B34-479F-8746-58B50268CA78}">
          <p14:sldIdLst>
            <p14:sldId id="1751"/>
            <p14:sldId id="1767"/>
            <p14:sldId id="1768"/>
            <p14:sldId id="1773"/>
            <p14:sldId id="1777"/>
            <p14:sldId id="1778"/>
            <p14:sldId id="1774"/>
            <p14:sldId id="1775"/>
            <p14:sldId id="1781"/>
            <p14:sldId id="1780"/>
            <p14:sldId id="1779"/>
            <p14:sldId id="1782"/>
            <p14:sldId id="1783"/>
            <p14:sldId id="1784"/>
            <p14:sldId id="1785"/>
            <p14:sldId id="1776"/>
            <p14:sldId id="1786"/>
            <p14:sldId id="1787"/>
            <p14:sldId id="1788"/>
          </p14:sldIdLst>
        </p14:section>
        <p14:section name="13. Application 공통 예외 처리" id="{82E857DE-8865-4FEF-BAA8-B9E6B21B653E}">
          <p14:sldIdLst>
            <p14:sldId id="1753"/>
            <p14:sldId id="1789"/>
            <p14:sldId id="1791"/>
            <p14:sldId id="1792"/>
            <p14:sldId id="1793"/>
            <p14:sldId id="1795"/>
            <p14:sldId id="1794"/>
            <p14:sldId id="1796"/>
            <p14:sldId id="1809"/>
            <p14:sldId id="1808"/>
            <p14:sldId id="1797"/>
            <p14:sldId id="1799"/>
            <p14:sldId id="1800"/>
            <p14:sldId id="1801"/>
            <p14:sldId id="1802"/>
            <p14:sldId id="1803"/>
            <p14:sldId id="1804"/>
            <p14:sldId id="1805"/>
            <p14:sldId id="1806"/>
            <p14:sldId id="1807"/>
            <p14:sldId id="1790"/>
            <p14:sldId id="1810"/>
            <p14:sldId id="1811"/>
            <p14:sldId id="1812"/>
            <p14:sldId id="1813"/>
          </p14:sldIdLst>
        </p14:section>
        <p14:section name="14. AOP / Transaction" id="{10061B0B-AAAA-4963-A9C5-CEA48555DCFB}">
          <p14:sldIdLst>
            <p14:sldId id="1589"/>
            <p14:sldId id="1590"/>
            <p14:sldId id="1814"/>
            <p14:sldId id="1816"/>
            <p14:sldId id="1817"/>
            <p14:sldId id="1818"/>
            <p14:sldId id="1819"/>
            <p14:sldId id="1820"/>
            <p14:sldId id="1821"/>
            <p14:sldId id="1822"/>
            <p14:sldId id="1823"/>
            <p14:sldId id="1591"/>
            <p14:sldId id="1815"/>
            <p14:sldId id="1824"/>
            <p14:sldId id="1825"/>
            <p14:sldId id="1826"/>
            <p14:sldId id="1827"/>
            <p14:sldId id="1828"/>
          </p14:sldIdLst>
        </p14:section>
        <p14:section name="15. 댓글 달기" id="{AD8900AE-E50C-4D55-940C-D637C88B0223}">
          <p14:sldIdLst>
            <p14:sldId id="1754"/>
            <p14:sldId id="1829"/>
            <p14:sldId id="1832"/>
            <p14:sldId id="1849"/>
            <p14:sldId id="1850"/>
            <p14:sldId id="1863"/>
            <p14:sldId id="1878"/>
            <p14:sldId id="1854"/>
            <p14:sldId id="1864"/>
            <p14:sldId id="1879"/>
            <p14:sldId id="1856"/>
            <p14:sldId id="1865"/>
            <p14:sldId id="1866"/>
            <p14:sldId id="1867"/>
            <p14:sldId id="1868"/>
            <p14:sldId id="1880"/>
            <p14:sldId id="1852"/>
            <p14:sldId id="1869"/>
            <p14:sldId id="1881"/>
            <p14:sldId id="1860"/>
            <p14:sldId id="1870"/>
            <p14:sldId id="1871"/>
            <p14:sldId id="1862"/>
            <p14:sldId id="1872"/>
            <p14:sldId id="1873"/>
            <p14:sldId id="1874"/>
            <p14:sldId id="1875"/>
            <p14:sldId id="1882"/>
            <p14:sldId id="1883"/>
            <p14:sldId id="1884"/>
            <p14:sldId id="1885"/>
            <p14:sldId id="1886"/>
            <p14:sldId id="1887"/>
            <p14:sldId id="1888"/>
            <p14:sldId id="1889"/>
            <p14:sldId id="1890"/>
            <p14:sldId id="1891"/>
          </p14:sldIdLst>
        </p14:section>
        <p14:section name="16. Pagination" id="{3FCC8790-C0CF-455D-ACD2-BFCDBC837C04}">
          <p14:sldIdLst>
            <p14:sldId id="1755"/>
            <p14:sldId id="1830"/>
            <p14:sldId id="1893"/>
            <p14:sldId id="1894"/>
            <p14:sldId id="1895"/>
            <p14:sldId id="1896"/>
            <p14:sldId id="1905"/>
            <p14:sldId id="1892"/>
            <p14:sldId id="1897"/>
            <p14:sldId id="1907"/>
            <p14:sldId id="1908"/>
            <p14:sldId id="1898"/>
            <p14:sldId id="1899"/>
            <p14:sldId id="1900"/>
            <p14:sldId id="1901"/>
            <p14:sldId id="1902"/>
            <p14:sldId id="1903"/>
            <p14:sldId id="1904"/>
            <p14:sldId id="1909"/>
            <p14:sldId id="1910"/>
            <p14:sldId id="1906"/>
            <p14:sldId id="1911"/>
            <p14:sldId id="1912"/>
            <p14:sldId id="1913"/>
            <p14:sldId id="1914"/>
            <p14:sldId id="1915"/>
            <p14:sldId id="1916"/>
            <p14:sldId id="1917"/>
            <p14:sldId id="1918"/>
            <p14:sldId id="1919"/>
            <p14:sldId id="1920"/>
            <p14:sldId id="1921"/>
            <p14:sldId id="1922"/>
            <p14:sldId id="1923"/>
            <p14:sldId id="1924"/>
            <p14:sldId id="1925"/>
          </p14:sldIdLst>
        </p14:section>
        <p14:section name="17. jUnit" id="{60F2D382-25F9-42CE-B17C-5BAD450E7269}">
          <p14:sldIdLst>
            <p14:sldId id="1756"/>
            <p14:sldId id="1831"/>
            <p14:sldId id="1928"/>
            <p14:sldId id="1929"/>
            <p14:sldId id="1930"/>
            <p14:sldId id="1931"/>
            <p14:sldId id="1932"/>
            <p14:sldId id="1933"/>
            <p14:sldId id="1934"/>
            <p14:sldId id="1935"/>
            <p14:sldId id="1936"/>
            <p14:sldId id="1937"/>
            <p14:sldId id="1938"/>
            <p14:sldId id="1939"/>
            <p14:sldId id="1940"/>
            <p14:sldId id="1941"/>
            <p14:sldId id="1942"/>
            <p14:sldId id="1943"/>
            <p14:sldId id="1944"/>
            <p14:sldId id="1945"/>
            <p14:sldId id="1946"/>
            <p14:sldId id="1947"/>
            <p14:sldId id="1948"/>
            <p14:sldId id="1949"/>
            <p14:sldId id="1950"/>
            <p14:sldId id="1951"/>
          </p14:sldIdLst>
        </p14:section>
        <p14:section name="마지막" id="{AE51B735-01AD-47BC-9A98-FFDAC04ABC8A}">
          <p14:sldIdLst>
            <p14:sldId id="4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me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FF3300"/>
    <a:srgbClr val="9933FF"/>
    <a:srgbClr val="669900"/>
    <a:srgbClr val="CC00FF"/>
    <a:srgbClr val="6600FF"/>
    <a:srgbClr val="808000"/>
    <a:srgbClr val="333300"/>
    <a:srgbClr val="66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6324" autoAdjust="0"/>
  </p:normalViewPr>
  <p:slideViewPr>
    <p:cSldViewPr>
      <p:cViewPr varScale="1">
        <p:scale>
          <a:sx n="110" d="100"/>
          <a:sy n="110" d="100"/>
        </p:scale>
        <p:origin x="1698" y="108"/>
      </p:cViewPr>
      <p:guideLst>
        <p:guide orient="horz" pos="43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610" y="54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66" Type="http://schemas.openxmlformats.org/officeDocument/2006/relationships/slide" Target="slides/slide365.xml"/><Relationship Id="rId531" Type="http://schemas.openxmlformats.org/officeDocument/2006/relationships/slide" Target="slides/slide530.xml"/><Relationship Id="rId573" Type="http://schemas.openxmlformats.org/officeDocument/2006/relationships/slide" Target="slides/slide572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42" Type="http://schemas.openxmlformats.org/officeDocument/2006/relationships/slide" Target="slides/slide541.xml"/><Relationship Id="rId58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402" Type="http://schemas.openxmlformats.org/officeDocument/2006/relationships/slide" Target="slides/slide401.xml"/><Relationship Id="rId279" Type="http://schemas.openxmlformats.org/officeDocument/2006/relationships/slide" Target="slides/slide278.xml"/><Relationship Id="rId444" Type="http://schemas.openxmlformats.org/officeDocument/2006/relationships/slide" Target="slides/slide443.xml"/><Relationship Id="rId486" Type="http://schemas.openxmlformats.org/officeDocument/2006/relationships/slide" Target="slides/slide485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46" Type="http://schemas.openxmlformats.org/officeDocument/2006/relationships/slide" Target="slides/slide345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Relationship Id="rId553" Type="http://schemas.openxmlformats.org/officeDocument/2006/relationships/slide" Target="slides/slide552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497" Type="http://schemas.openxmlformats.org/officeDocument/2006/relationships/slide" Target="slides/slide496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357" Type="http://schemas.openxmlformats.org/officeDocument/2006/relationships/slide" Target="slides/slide356.xml"/><Relationship Id="rId522" Type="http://schemas.openxmlformats.org/officeDocument/2006/relationships/slide" Target="slides/slide521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399" Type="http://schemas.openxmlformats.org/officeDocument/2006/relationships/slide" Target="slides/slide398.xml"/><Relationship Id="rId564" Type="http://schemas.openxmlformats.org/officeDocument/2006/relationships/slide" Target="slides/slide563.xml"/><Relationship Id="rId259" Type="http://schemas.openxmlformats.org/officeDocument/2006/relationships/slide" Target="slides/slide258.xml"/><Relationship Id="rId424" Type="http://schemas.openxmlformats.org/officeDocument/2006/relationships/slide" Target="slides/slide423.xml"/><Relationship Id="rId466" Type="http://schemas.openxmlformats.org/officeDocument/2006/relationships/slide" Target="slides/slide46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477" Type="http://schemas.openxmlformats.org/officeDocument/2006/relationships/slide" Target="slides/slide476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502" Type="http://schemas.openxmlformats.org/officeDocument/2006/relationships/slide" Target="slides/slide501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44" Type="http://schemas.openxmlformats.org/officeDocument/2006/relationships/slide" Target="slides/slide543.xml"/><Relationship Id="rId586" Type="http://schemas.openxmlformats.org/officeDocument/2006/relationships/presProps" Target="presProps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446" Type="http://schemas.openxmlformats.org/officeDocument/2006/relationships/slide" Target="slides/slide445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88" Type="http://schemas.openxmlformats.org/officeDocument/2006/relationships/slide" Target="slides/slide487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13" Type="http://schemas.openxmlformats.org/officeDocument/2006/relationships/slide" Target="slides/slide512.xml"/><Relationship Id="rId555" Type="http://schemas.openxmlformats.org/officeDocument/2006/relationships/slide" Target="slides/slide554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457" Type="http://schemas.openxmlformats.org/officeDocument/2006/relationships/slide" Target="slides/slide456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524" Type="http://schemas.openxmlformats.org/officeDocument/2006/relationships/slide" Target="slides/slide523.xml"/><Relationship Id="rId566" Type="http://schemas.openxmlformats.org/officeDocument/2006/relationships/slide" Target="slides/slide565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426" Type="http://schemas.openxmlformats.org/officeDocument/2006/relationships/slide" Target="slides/slide425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577" Type="http://schemas.openxmlformats.org/officeDocument/2006/relationships/slide" Target="slides/slide576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241" Type="http://schemas.openxmlformats.org/officeDocument/2006/relationships/slide" Target="slides/slide240.xml"/><Relationship Id="rId437" Type="http://schemas.openxmlformats.org/officeDocument/2006/relationships/slide" Target="slides/slide436.xml"/><Relationship Id="rId479" Type="http://schemas.openxmlformats.org/officeDocument/2006/relationships/slide" Target="slides/slide478.xml"/><Relationship Id="rId36" Type="http://schemas.openxmlformats.org/officeDocument/2006/relationships/slide" Target="slides/slide35.xml"/><Relationship Id="rId283" Type="http://schemas.openxmlformats.org/officeDocument/2006/relationships/slide" Target="slides/slide282.xml"/><Relationship Id="rId339" Type="http://schemas.openxmlformats.org/officeDocument/2006/relationships/slide" Target="slides/slide338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546" Type="http://schemas.openxmlformats.org/officeDocument/2006/relationships/slide" Target="slides/slide545.xml"/><Relationship Id="rId78" Type="http://schemas.openxmlformats.org/officeDocument/2006/relationships/slide" Target="slides/slide77.xml"/><Relationship Id="rId101" Type="http://schemas.openxmlformats.org/officeDocument/2006/relationships/slide" Target="slides/slide100.xml"/><Relationship Id="rId143" Type="http://schemas.openxmlformats.org/officeDocument/2006/relationships/slide" Target="slides/slide142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406" Type="http://schemas.openxmlformats.org/officeDocument/2006/relationships/slide" Target="slides/slide405.xml"/><Relationship Id="rId588" Type="http://schemas.openxmlformats.org/officeDocument/2006/relationships/theme" Target="theme/theme1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392" Type="http://schemas.openxmlformats.org/officeDocument/2006/relationships/slide" Target="slides/slide391.xml"/><Relationship Id="rId448" Type="http://schemas.openxmlformats.org/officeDocument/2006/relationships/slide" Target="slides/slide447.xml"/><Relationship Id="rId252" Type="http://schemas.openxmlformats.org/officeDocument/2006/relationships/slide" Target="slides/slide25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47" Type="http://schemas.openxmlformats.org/officeDocument/2006/relationships/slide" Target="slides/slide46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57" Type="http://schemas.openxmlformats.org/officeDocument/2006/relationships/slide" Target="slides/slide556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459" Type="http://schemas.openxmlformats.org/officeDocument/2006/relationships/slide" Target="slides/slide458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470" Type="http://schemas.openxmlformats.org/officeDocument/2006/relationships/slide" Target="slides/slide469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526" Type="http://schemas.openxmlformats.org/officeDocument/2006/relationships/slide" Target="slides/slide52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547" Type="http://schemas.openxmlformats.org/officeDocument/2006/relationships/slide" Target="slides/slide546.xml"/><Relationship Id="rId568" Type="http://schemas.openxmlformats.org/officeDocument/2006/relationships/slide" Target="slides/slide567.xml"/><Relationship Id="rId589" Type="http://schemas.openxmlformats.org/officeDocument/2006/relationships/tableStyles" Target="tableStyles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72" Type="http://schemas.openxmlformats.org/officeDocument/2006/relationships/slide" Target="slides/slide371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428" Type="http://schemas.openxmlformats.org/officeDocument/2006/relationships/slide" Target="slides/slide427.xml"/><Relationship Id="rId449" Type="http://schemas.openxmlformats.org/officeDocument/2006/relationships/slide" Target="slides/slide448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60" Type="http://schemas.openxmlformats.org/officeDocument/2006/relationships/slide" Target="slides/slide459.xml"/><Relationship Id="rId481" Type="http://schemas.openxmlformats.org/officeDocument/2006/relationships/slide" Target="slides/slide480.xml"/><Relationship Id="rId516" Type="http://schemas.openxmlformats.org/officeDocument/2006/relationships/slide" Target="slides/slide51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537" Type="http://schemas.openxmlformats.org/officeDocument/2006/relationships/slide" Target="slides/slide536.xml"/><Relationship Id="rId558" Type="http://schemas.openxmlformats.org/officeDocument/2006/relationships/slide" Target="slides/slide557.xml"/><Relationship Id="rId579" Type="http://schemas.openxmlformats.org/officeDocument/2006/relationships/slide" Target="slides/slide578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362" Type="http://schemas.openxmlformats.org/officeDocument/2006/relationships/slide" Target="slides/slide361.xml"/><Relationship Id="rId383" Type="http://schemas.openxmlformats.org/officeDocument/2006/relationships/slide" Target="slides/slide382.xml"/><Relationship Id="rId418" Type="http://schemas.openxmlformats.org/officeDocument/2006/relationships/slide" Target="slides/slide417.xml"/><Relationship Id="rId439" Type="http://schemas.openxmlformats.org/officeDocument/2006/relationships/slide" Target="slides/slide438.xml"/><Relationship Id="rId590" Type="http://schemas.microsoft.com/office/2016/11/relationships/changesInfo" Target="changesInfos/changesInfo1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450" Type="http://schemas.openxmlformats.org/officeDocument/2006/relationships/slide" Target="slides/slide449.xml"/><Relationship Id="rId471" Type="http://schemas.openxmlformats.org/officeDocument/2006/relationships/slide" Target="slides/slide470.xml"/><Relationship Id="rId506" Type="http://schemas.openxmlformats.org/officeDocument/2006/relationships/slide" Target="slides/slide50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492" Type="http://schemas.openxmlformats.org/officeDocument/2006/relationships/slide" Target="slides/slide491.xml"/><Relationship Id="rId527" Type="http://schemas.openxmlformats.org/officeDocument/2006/relationships/slide" Target="slides/slide526.xml"/><Relationship Id="rId548" Type="http://schemas.openxmlformats.org/officeDocument/2006/relationships/slide" Target="slides/slide547.xml"/><Relationship Id="rId569" Type="http://schemas.openxmlformats.org/officeDocument/2006/relationships/slide" Target="slides/slide568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373" Type="http://schemas.openxmlformats.org/officeDocument/2006/relationships/slide" Target="slides/slide372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429" Type="http://schemas.openxmlformats.org/officeDocument/2006/relationships/slide" Target="slides/slide428.xml"/><Relationship Id="rId580" Type="http://schemas.openxmlformats.org/officeDocument/2006/relationships/slide" Target="slides/slide579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440" Type="http://schemas.openxmlformats.org/officeDocument/2006/relationships/slide" Target="slides/slide439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461" Type="http://schemas.openxmlformats.org/officeDocument/2006/relationships/slide" Target="slides/slide460.xml"/><Relationship Id="rId482" Type="http://schemas.openxmlformats.org/officeDocument/2006/relationships/slide" Target="slides/slide481.xml"/><Relationship Id="rId517" Type="http://schemas.openxmlformats.org/officeDocument/2006/relationships/slide" Target="slides/slide516.xml"/><Relationship Id="rId538" Type="http://schemas.openxmlformats.org/officeDocument/2006/relationships/slide" Target="slides/slide537.xml"/><Relationship Id="rId559" Type="http://schemas.openxmlformats.org/officeDocument/2006/relationships/slide" Target="slides/slide558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363" Type="http://schemas.openxmlformats.org/officeDocument/2006/relationships/slide" Target="slides/slide362.xml"/><Relationship Id="rId384" Type="http://schemas.openxmlformats.org/officeDocument/2006/relationships/slide" Target="slides/slide383.xml"/><Relationship Id="rId419" Type="http://schemas.openxmlformats.org/officeDocument/2006/relationships/slide" Target="slides/slide418.xml"/><Relationship Id="rId570" Type="http://schemas.openxmlformats.org/officeDocument/2006/relationships/slide" Target="slides/slide569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430" Type="http://schemas.openxmlformats.org/officeDocument/2006/relationships/slide" Target="slides/slide429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451" Type="http://schemas.openxmlformats.org/officeDocument/2006/relationships/slide" Target="slides/slide450.xml"/><Relationship Id="rId472" Type="http://schemas.openxmlformats.org/officeDocument/2006/relationships/slide" Target="slides/slide471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528" Type="http://schemas.openxmlformats.org/officeDocument/2006/relationships/slide" Target="slides/slide527.xml"/><Relationship Id="rId549" Type="http://schemas.openxmlformats.org/officeDocument/2006/relationships/slide" Target="slides/slide54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374" Type="http://schemas.openxmlformats.org/officeDocument/2006/relationships/slide" Target="slides/slide373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560" Type="http://schemas.openxmlformats.org/officeDocument/2006/relationships/slide" Target="slides/slide559.xml"/><Relationship Id="rId581" Type="http://schemas.openxmlformats.org/officeDocument/2006/relationships/slide" Target="slides/slide580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420" Type="http://schemas.openxmlformats.org/officeDocument/2006/relationships/slide" Target="slides/slide419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41" Type="http://schemas.openxmlformats.org/officeDocument/2006/relationships/slide" Target="slides/slide440.xml"/><Relationship Id="rId462" Type="http://schemas.openxmlformats.org/officeDocument/2006/relationships/slide" Target="slides/slide461.xml"/><Relationship Id="rId483" Type="http://schemas.openxmlformats.org/officeDocument/2006/relationships/slide" Target="slides/slide482.xml"/><Relationship Id="rId518" Type="http://schemas.openxmlformats.org/officeDocument/2006/relationships/slide" Target="slides/slide517.xml"/><Relationship Id="rId539" Type="http://schemas.openxmlformats.org/officeDocument/2006/relationships/slide" Target="slides/slide53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364" Type="http://schemas.openxmlformats.org/officeDocument/2006/relationships/slide" Target="slides/slide363.xml"/><Relationship Id="rId550" Type="http://schemas.openxmlformats.org/officeDocument/2006/relationships/slide" Target="slides/slide549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571" Type="http://schemas.openxmlformats.org/officeDocument/2006/relationships/slide" Target="slides/slide570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31" Type="http://schemas.openxmlformats.org/officeDocument/2006/relationships/slide" Target="slides/slide430.xml"/><Relationship Id="rId452" Type="http://schemas.openxmlformats.org/officeDocument/2006/relationships/slide" Target="slides/slide451.xml"/><Relationship Id="rId473" Type="http://schemas.openxmlformats.org/officeDocument/2006/relationships/slide" Target="slides/slide472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529" Type="http://schemas.openxmlformats.org/officeDocument/2006/relationships/slide" Target="slides/slide52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slide" Target="slides/slide353.xml"/><Relationship Id="rId540" Type="http://schemas.openxmlformats.org/officeDocument/2006/relationships/slide" Target="slides/slide539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75" Type="http://schemas.openxmlformats.org/officeDocument/2006/relationships/slide" Target="slides/slide374.xml"/><Relationship Id="rId396" Type="http://schemas.openxmlformats.org/officeDocument/2006/relationships/slide" Target="slides/slide395.xml"/><Relationship Id="rId561" Type="http://schemas.openxmlformats.org/officeDocument/2006/relationships/slide" Target="slides/slide560.xml"/><Relationship Id="rId582" Type="http://schemas.openxmlformats.org/officeDocument/2006/relationships/slide" Target="slides/slide581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400" Type="http://schemas.openxmlformats.org/officeDocument/2006/relationships/slide" Target="slides/slide399.xml"/><Relationship Id="rId421" Type="http://schemas.openxmlformats.org/officeDocument/2006/relationships/slide" Target="slides/slide420.xml"/><Relationship Id="rId442" Type="http://schemas.openxmlformats.org/officeDocument/2006/relationships/slide" Target="slides/slide441.xml"/><Relationship Id="rId463" Type="http://schemas.openxmlformats.org/officeDocument/2006/relationships/slide" Target="slides/slide462.xml"/><Relationship Id="rId484" Type="http://schemas.openxmlformats.org/officeDocument/2006/relationships/slide" Target="slides/slide483.xml"/><Relationship Id="rId519" Type="http://schemas.openxmlformats.org/officeDocument/2006/relationships/slide" Target="slides/slide518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530" Type="http://schemas.openxmlformats.org/officeDocument/2006/relationships/slide" Target="slides/slide529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65" Type="http://schemas.openxmlformats.org/officeDocument/2006/relationships/slide" Target="slides/slide364.xml"/><Relationship Id="rId386" Type="http://schemas.openxmlformats.org/officeDocument/2006/relationships/slide" Target="slides/slide385.xml"/><Relationship Id="rId551" Type="http://schemas.openxmlformats.org/officeDocument/2006/relationships/slide" Target="slides/slide550.xml"/><Relationship Id="rId572" Type="http://schemas.openxmlformats.org/officeDocument/2006/relationships/slide" Target="slides/slide571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432" Type="http://schemas.openxmlformats.org/officeDocument/2006/relationships/slide" Target="slides/slide431.xml"/><Relationship Id="rId453" Type="http://schemas.openxmlformats.org/officeDocument/2006/relationships/slide" Target="slides/slide452.xml"/><Relationship Id="rId474" Type="http://schemas.openxmlformats.org/officeDocument/2006/relationships/slide" Target="slides/slide473.xml"/><Relationship Id="rId509" Type="http://schemas.openxmlformats.org/officeDocument/2006/relationships/slide" Target="slides/slide508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495" Type="http://schemas.openxmlformats.org/officeDocument/2006/relationships/slide" Target="slides/slide494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55" Type="http://schemas.openxmlformats.org/officeDocument/2006/relationships/slide" Target="slides/slide354.xml"/><Relationship Id="rId376" Type="http://schemas.openxmlformats.org/officeDocument/2006/relationships/slide" Target="slides/slide375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541" Type="http://schemas.openxmlformats.org/officeDocument/2006/relationships/slide" Target="slides/slide540.xml"/><Relationship Id="rId562" Type="http://schemas.openxmlformats.org/officeDocument/2006/relationships/slide" Target="slides/slide561.xml"/><Relationship Id="rId58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22" Type="http://schemas.openxmlformats.org/officeDocument/2006/relationships/slide" Target="slides/slide421.xml"/><Relationship Id="rId443" Type="http://schemas.openxmlformats.org/officeDocument/2006/relationships/slide" Target="slides/slide442.xml"/><Relationship Id="rId464" Type="http://schemas.openxmlformats.org/officeDocument/2006/relationships/slide" Target="slides/slide463.xml"/><Relationship Id="rId303" Type="http://schemas.openxmlformats.org/officeDocument/2006/relationships/slide" Target="slides/slide302.xml"/><Relationship Id="rId485" Type="http://schemas.openxmlformats.org/officeDocument/2006/relationships/slide" Target="slides/slide484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552" Type="http://schemas.openxmlformats.org/officeDocument/2006/relationships/slide" Target="slides/slide551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454" Type="http://schemas.openxmlformats.org/officeDocument/2006/relationships/slide" Target="slides/slide453.xml"/><Relationship Id="rId496" Type="http://schemas.openxmlformats.org/officeDocument/2006/relationships/slide" Target="slides/slide495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563" Type="http://schemas.openxmlformats.org/officeDocument/2006/relationships/slide" Target="slides/slide562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532" Type="http://schemas.openxmlformats.org/officeDocument/2006/relationships/slide" Target="slides/slide531.xml"/><Relationship Id="rId574" Type="http://schemas.openxmlformats.org/officeDocument/2006/relationships/slide" Target="slides/slide573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434" Type="http://schemas.openxmlformats.org/officeDocument/2006/relationships/slide" Target="slides/slide433.xml"/><Relationship Id="rId476" Type="http://schemas.openxmlformats.org/officeDocument/2006/relationships/slide" Target="slides/slide475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501" Type="http://schemas.openxmlformats.org/officeDocument/2006/relationships/slide" Target="slides/slide500.xml"/><Relationship Id="rId543" Type="http://schemas.openxmlformats.org/officeDocument/2006/relationships/slide" Target="slides/slide542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slide" Target="slides/slide402.xml"/><Relationship Id="rId585" Type="http://schemas.openxmlformats.org/officeDocument/2006/relationships/commentAuthors" Target="commentAuthors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487" Type="http://schemas.openxmlformats.org/officeDocument/2006/relationships/slide" Target="slides/slide486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512" Type="http://schemas.openxmlformats.org/officeDocument/2006/relationships/slide" Target="slides/slide511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54" Type="http://schemas.openxmlformats.org/officeDocument/2006/relationships/slide" Target="slides/slide553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456" Type="http://schemas.openxmlformats.org/officeDocument/2006/relationships/slide" Target="slides/slide455.xml"/><Relationship Id="rId498" Type="http://schemas.openxmlformats.org/officeDocument/2006/relationships/slide" Target="slides/slide49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467" Type="http://schemas.openxmlformats.org/officeDocument/2006/relationships/slide" Target="slides/slide466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534" Type="http://schemas.openxmlformats.org/officeDocument/2006/relationships/slide" Target="slides/slide533.xml"/><Relationship Id="rId576" Type="http://schemas.openxmlformats.org/officeDocument/2006/relationships/slide" Target="slides/slide575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436" Type="http://schemas.openxmlformats.org/officeDocument/2006/relationships/slide" Target="slides/slide435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503" Type="http://schemas.openxmlformats.org/officeDocument/2006/relationships/slide" Target="slides/slide502.xml"/><Relationship Id="rId545" Type="http://schemas.openxmlformats.org/officeDocument/2006/relationships/slide" Target="slides/slide544.xml"/><Relationship Id="rId587" Type="http://schemas.openxmlformats.org/officeDocument/2006/relationships/viewProps" Target="viewProps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447" Type="http://schemas.openxmlformats.org/officeDocument/2006/relationships/slide" Target="slides/slide446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514" Type="http://schemas.openxmlformats.org/officeDocument/2006/relationships/slide" Target="slides/slide513.xml"/><Relationship Id="rId556" Type="http://schemas.openxmlformats.org/officeDocument/2006/relationships/slide" Target="slides/slide555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567" Type="http://schemas.openxmlformats.org/officeDocument/2006/relationships/slide" Target="slides/slide566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427" Type="http://schemas.openxmlformats.org/officeDocument/2006/relationships/slide" Target="slides/slide426.xml"/><Relationship Id="rId469" Type="http://schemas.openxmlformats.org/officeDocument/2006/relationships/slide" Target="slides/slide468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480" Type="http://schemas.openxmlformats.org/officeDocument/2006/relationships/slide" Target="slides/slide479.xml"/><Relationship Id="rId536" Type="http://schemas.openxmlformats.org/officeDocument/2006/relationships/slide" Target="slides/slide535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38" Type="http://schemas.openxmlformats.org/officeDocument/2006/relationships/slide" Target="slides/slide4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창 장" userId="5d9bafdb3db22792" providerId="LiveId" clId="{E5218F42-5CC5-5559-96F8-4C62259CD47E}"/>
    <pc:docChg chg="modSld">
      <pc:chgData name="민창 장" userId="5d9bafdb3db22792" providerId="LiveId" clId="{E5218F42-5CC5-5559-96F8-4C62259CD47E}" dt="2025-10-15T01:41:37.435" v="14" actId="20577"/>
      <pc:docMkLst>
        <pc:docMk/>
      </pc:docMkLst>
      <pc:sldChg chg="modSp mod">
        <pc:chgData name="민창 장" userId="5d9bafdb3db22792" providerId="LiveId" clId="{E5218F42-5CC5-5559-96F8-4C62259CD47E}" dt="2025-10-15T01:41:37.435" v="14" actId="20577"/>
        <pc:sldMkLst>
          <pc:docMk/>
          <pc:sldMk cId="811113352" sldId="1892"/>
        </pc:sldMkLst>
        <pc:spChg chg="mod">
          <ac:chgData name="민창 장" userId="5d9bafdb3db22792" providerId="LiveId" clId="{E5218F42-5CC5-5559-96F8-4C62259CD47E}" dt="2025-10-15T01:41:37.435" v="14" actId="20577"/>
          <ac:spMkLst>
            <pc:docMk/>
            <pc:sldMk cId="811113352" sldId="1892"/>
            <ac:spMk id="10" creationId="{925EDC7C-5600-4758-CB97-E00F827FD447}"/>
          </ac:spMkLst>
        </pc:spChg>
      </pc:sldChg>
    </pc:docChg>
  </pc:docChgLst>
  <pc:docChgLst>
    <pc:chgData name="민창 장" userId="5d9bafdb3db22792" providerId="LiveId" clId="{41023B96-1B30-194E-B4E3-EAA5C1C84745}"/>
    <pc:docChg chg="undo custSel modSld">
      <pc:chgData name="민창 장" userId="5d9bafdb3db22792" providerId="LiveId" clId="{41023B96-1B30-194E-B4E3-EAA5C1C84745}" dt="2023-06-30T08:10:08.549" v="38" actId="20577"/>
      <pc:docMkLst>
        <pc:docMk/>
      </pc:docMkLst>
      <pc:sldChg chg="modSp">
        <pc:chgData name="민창 장" userId="5d9bafdb3db22792" providerId="LiveId" clId="{41023B96-1B30-194E-B4E3-EAA5C1C84745}" dt="2023-06-30T08:01:22.976" v="17" actId="20577"/>
        <pc:sldMkLst>
          <pc:docMk/>
          <pc:sldMk cId="854149927" sldId="1686"/>
        </pc:sldMkLst>
      </pc:sldChg>
      <pc:sldChg chg="modSp">
        <pc:chgData name="민창 장" userId="5d9bafdb3db22792" providerId="LiveId" clId="{41023B96-1B30-194E-B4E3-EAA5C1C84745}" dt="2023-06-30T08:10:08.549" v="38" actId="20577"/>
        <pc:sldMkLst>
          <pc:docMk/>
          <pc:sldMk cId="3076110681" sldId="1819"/>
        </pc:sldMkLst>
      </pc:sldChg>
    </pc:docChg>
  </pc:docChgLst>
  <pc:docChgLst>
    <pc:chgData name="Minchang Jang" userId="5d9bafdb3db22792" providerId="LiveId" clId="{7220672E-BAB6-4F59-B9B9-D4BD2644BB88}"/>
    <pc:docChg chg="undo custSel addSld delSld modSld">
      <pc:chgData name="Minchang Jang" userId="5d9bafdb3db22792" providerId="LiveId" clId="{7220672E-BAB6-4F59-B9B9-D4BD2644BB88}" dt="2023-06-20T12:11:27.785" v="187" actId="1076"/>
      <pc:docMkLst>
        <pc:docMk/>
      </pc:docMkLst>
      <pc:sldChg chg="addSp delSp modSp add mod modTransition modClrScheme chgLayout">
        <pc:chgData name="Minchang Jang" userId="5d9bafdb3db22792" providerId="LiveId" clId="{7220672E-BAB6-4F59-B9B9-D4BD2644BB88}" dt="2023-06-20T12:03:38.173" v="50" actId="1035"/>
        <pc:sldMkLst>
          <pc:docMk/>
          <pc:sldMk cId="4149547656" sldId="822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3:42.546" v="52" actId="478"/>
        <pc:sldMkLst>
          <pc:docMk/>
          <pc:sldMk cId="3839115215" sldId="824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3:47.236" v="55" actId="478"/>
        <pc:sldMkLst>
          <pc:docMk/>
          <pc:sldMk cId="2514920772" sldId="826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3:54.270" v="59" actId="1036"/>
        <pc:sldMkLst>
          <pc:docMk/>
          <pc:sldMk cId="2346240484" sldId="827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3:59.208" v="61" actId="478"/>
        <pc:sldMkLst>
          <pc:docMk/>
          <pc:sldMk cId="3706602945" sldId="828"/>
        </pc:sldMkLst>
      </pc:sldChg>
      <pc:sldChg chg="add del">
        <pc:chgData name="Minchang Jang" userId="5d9bafdb3db22792" providerId="LiveId" clId="{7220672E-BAB6-4F59-B9B9-D4BD2644BB88}" dt="2023-06-20T12:10:24.512" v="162" actId="47"/>
        <pc:sldMkLst>
          <pc:docMk/>
          <pc:sldMk cId="1772169135" sldId="1027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11:13.852" v="181" actId="1076"/>
        <pc:sldMkLst>
          <pc:docMk/>
          <pc:sldMk cId="2599540458" sldId="1028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11:27.785" v="187" actId="1076"/>
        <pc:sldMkLst>
          <pc:docMk/>
          <pc:sldMk cId="1429112606" sldId="1029"/>
        </pc:sldMkLst>
      </pc:sldChg>
      <pc:sldChg chg="add del">
        <pc:chgData name="Minchang Jang" userId="5d9bafdb3db22792" providerId="LiveId" clId="{7220672E-BAB6-4F59-B9B9-D4BD2644BB88}" dt="2023-06-20T12:05:26.834" v="68" actId="47"/>
        <pc:sldMkLst>
          <pc:docMk/>
          <pc:sldMk cId="3984902613" sldId="1057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7:10.569" v="100" actId="1076"/>
        <pc:sldMkLst>
          <pc:docMk/>
          <pc:sldMk cId="2706128141" sldId="1058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7:22.995" v="104" actId="1076"/>
        <pc:sldMkLst>
          <pc:docMk/>
          <pc:sldMk cId="2958515295" sldId="1059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7:34.948" v="111" actId="1036"/>
        <pc:sldMkLst>
          <pc:docMk/>
          <pc:sldMk cId="3112250324" sldId="1060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7:45.637" v="115" actId="1076"/>
        <pc:sldMkLst>
          <pc:docMk/>
          <pc:sldMk cId="636953893" sldId="1061"/>
        </pc:sldMkLst>
      </pc:sldChg>
      <pc:sldChg chg="add del">
        <pc:chgData name="Minchang Jang" userId="5d9bafdb3db22792" providerId="LiveId" clId="{7220672E-BAB6-4F59-B9B9-D4BD2644BB88}" dt="2023-06-20T12:06:48.410" v="87" actId="47"/>
        <pc:sldMkLst>
          <pc:docMk/>
          <pc:sldMk cId="2340492089" sldId="1062"/>
        </pc:sldMkLst>
      </pc:sldChg>
      <pc:sldChg chg="addSp delSp modSp add mod modTransition modClrScheme chgLayout">
        <pc:chgData name="Minchang Jang" userId="5d9bafdb3db22792" providerId="LiveId" clId="{7220672E-BAB6-4F59-B9B9-D4BD2644BB88}" dt="2023-06-20T12:07:53.910" v="118" actId="1076"/>
        <pc:sldMkLst>
          <pc:docMk/>
          <pc:sldMk cId="3232153243" sldId="1063"/>
        </pc:sldMkLst>
      </pc:sldChg>
      <pc:sldChg chg="modSp mod">
        <pc:chgData name="Minchang Jang" userId="5d9bafdb3db22792" providerId="LiveId" clId="{7220672E-BAB6-4F59-B9B9-D4BD2644BB88}" dt="2023-06-20T12:02:36.947" v="13" actId="27636"/>
        <pc:sldMkLst>
          <pc:docMk/>
          <pc:sldMk cId="283846498" sldId="1327"/>
        </pc:sldMkLst>
      </pc:sldChg>
      <pc:sldChg chg="modSp mod">
        <pc:chgData name="Minchang Jang" userId="5d9bafdb3db22792" providerId="LiveId" clId="{7220672E-BAB6-4F59-B9B9-D4BD2644BB88}" dt="2023-06-20T12:09:38.631" v="140" actId="20577"/>
        <pc:sldMkLst>
          <pc:docMk/>
          <pc:sldMk cId="2551686567" sldId="1341"/>
        </pc:sldMkLst>
      </pc:sldChg>
      <pc:sldChg chg="modSp add mod">
        <pc:chgData name="Minchang Jang" userId="5d9bafdb3db22792" providerId="LiveId" clId="{7220672E-BAB6-4F59-B9B9-D4BD2644BB88}" dt="2023-06-20T12:02:47.818" v="22" actId="20577"/>
        <pc:sldMkLst>
          <pc:docMk/>
          <pc:sldMk cId="2176288641" sldId="1349"/>
        </pc:sldMkLst>
      </pc:sldChg>
      <pc:sldChg chg="modSp add del mod">
        <pc:chgData name="Minchang Jang" userId="5d9bafdb3db22792" providerId="LiveId" clId="{7220672E-BAB6-4F59-B9B9-D4BD2644BB88}" dt="2023-06-20T12:03:23.881" v="43" actId="47"/>
        <pc:sldMkLst>
          <pc:docMk/>
          <pc:sldMk cId="3139713493" sldId="1350"/>
        </pc:sldMkLst>
      </pc:sldChg>
      <pc:sldChg chg="modSp add mod">
        <pc:chgData name="Minchang Jang" userId="5d9bafdb3db22792" providerId="LiveId" clId="{7220672E-BAB6-4F59-B9B9-D4BD2644BB88}" dt="2023-06-20T12:05:21.563" v="67" actId="20577"/>
        <pc:sldMkLst>
          <pc:docMk/>
          <pc:sldMk cId="3857298436" sldId="1350"/>
        </pc:sldMkLst>
      </pc:sldChg>
      <pc:sldChg chg="modSp add mod">
        <pc:chgData name="Minchang Jang" userId="5d9bafdb3db22792" providerId="LiveId" clId="{7220672E-BAB6-4F59-B9B9-D4BD2644BB88}" dt="2023-06-20T12:06:44.088" v="86" actId="20577"/>
        <pc:sldMkLst>
          <pc:docMk/>
          <pc:sldMk cId="2263570906" sldId="1351"/>
        </pc:sldMkLst>
      </pc:sldChg>
      <pc:sldChg chg="addSp delSp modSp add mod">
        <pc:chgData name="Minchang Jang" userId="5d9bafdb3db22792" providerId="LiveId" clId="{7220672E-BAB6-4F59-B9B9-D4BD2644BB88}" dt="2023-06-20T12:10:03.103" v="160" actId="207"/>
        <pc:sldMkLst>
          <pc:docMk/>
          <pc:sldMk cId="1767567365" sldId="1352"/>
        </pc:sldMkLst>
      </pc:sldChg>
      <pc:sldMasterChg chg="delSldLayout">
        <pc:chgData name="Minchang Jang" userId="5d9bafdb3db22792" providerId="LiveId" clId="{7220672E-BAB6-4F59-B9B9-D4BD2644BB88}" dt="2023-06-20T12:10:24.512" v="162" actId="47"/>
        <pc:sldMasterMkLst>
          <pc:docMk/>
          <pc:sldMasterMk cId="3515373971" sldId="2147483996"/>
        </pc:sldMasterMkLst>
        <pc:sldLayoutChg chg="del">
          <pc:chgData name="Minchang Jang" userId="5d9bafdb3db22792" providerId="LiveId" clId="{7220672E-BAB6-4F59-B9B9-D4BD2644BB88}" dt="2023-06-20T12:10:24.512" v="162" actId="47"/>
          <pc:sldLayoutMkLst>
            <pc:docMk/>
            <pc:sldMasterMk cId="3515373971" sldId="2147483996"/>
            <pc:sldLayoutMk cId="1969732055" sldId="2147484010"/>
          </pc:sldLayoutMkLst>
        </pc:sldLayoutChg>
        <pc:sldLayoutChg chg="del">
          <pc:chgData name="Minchang Jang" userId="5d9bafdb3db22792" providerId="LiveId" clId="{7220672E-BAB6-4F59-B9B9-D4BD2644BB88}" dt="2023-06-20T12:06:48.410" v="87" actId="47"/>
          <pc:sldLayoutMkLst>
            <pc:docMk/>
            <pc:sldMasterMk cId="3515373971" sldId="2147483996"/>
            <pc:sldLayoutMk cId="2245281429" sldId="2147484010"/>
          </pc:sldLayoutMkLst>
        </pc:sldLayoutChg>
      </pc:sldMasterChg>
    </pc:docChg>
  </pc:docChgLst>
  <pc:docChgLst>
    <pc:chgData name="민창 장" userId="5d9bafdb3db22792" providerId="LiveId" clId="{E3A97179-320D-439E-A8A8-3B765B5FE324}"/>
    <pc:docChg chg="undo custSel modSld">
      <pc:chgData name="민창 장" userId="5d9bafdb3db22792" providerId="LiveId" clId="{E3A97179-320D-439E-A8A8-3B765B5FE324}" dt="2024-09-01T06:45:52.884" v="578" actId="20577"/>
      <pc:docMkLst>
        <pc:docMk/>
      </pc:docMkLst>
      <pc:sldChg chg="modSp mod">
        <pc:chgData name="민창 장" userId="5d9bafdb3db22792" providerId="LiveId" clId="{E3A97179-320D-439E-A8A8-3B765B5FE324}" dt="2024-09-01T06:45:52.884" v="578" actId="20577"/>
        <pc:sldMkLst>
          <pc:docMk/>
          <pc:sldMk cId="3803370661" sldId="1368"/>
        </pc:sldMkLst>
      </pc:sldChg>
      <pc:sldChg chg="delSp mod">
        <pc:chgData name="민창 장" userId="5d9bafdb3db22792" providerId="LiveId" clId="{E3A97179-320D-439E-A8A8-3B765B5FE324}" dt="2024-09-01T06:38:20.445" v="0" actId="478"/>
        <pc:sldMkLst>
          <pc:docMk/>
          <pc:sldMk cId="2563418894" sldId="1404"/>
        </pc:sldMkLst>
      </pc:sldChg>
      <pc:sldChg chg="addSp modSp mod">
        <pc:chgData name="민창 장" userId="5d9bafdb3db22792" providerId="LiveId" clId="{E3A97179-320D-439E-A8A8-3B765B5FE324}" dt="2024-09-01T06:43:33.875" v="572" actId="571"/>
        <pc:sldMkLst>
          <pc:docMk/>
          <pc:sldMk cId="3093903462" sldId="1414"/>
        </pc:sldMkLst>
      </pc:sldChg>
    </pc:docChg>
  </pc:docChgLst>
  <pc:docChgLst>
    <pc:chgData name="Minchang Jang" userId="5d9bafdb3db22792" providerId="LiveId" clId="{A009B66A-52B2-4523-9E44-3AD6FAE92D78}"/>
    <pc:docChg chg="undo redo custSel addSld delSld modSld sldOrd modMainMaster addSection delSection modSection">
      <pc:chgData name="Minchang Jang" userId="5d9bafdb3db22792" providerId="LiveId" clId="{A009B66A-52B2-4523-9E44-3AD6FAE92D78}" dt="2023-07-05T07:12:04.416" v="73292" actId="2696"/>
      <pc:docMkLst>
        <pc:docMk/>
      </pc:docMkLst>
      <pc:sldChg chg="modSp mod">
        <pc:chgData name="Minchang Jang" userId="5d9bafdb3db22792" providerId="LiveId" clId="{A009B66A-52B2-4523-9E44-3AD6FAE92D78}" dt="2023-06-23T05:22:22.226" v="14" actId="20577"/>
        <pc:sldMkLst>
          <pc:docMk/>
          <pc:sldMk cId="2728948858" sldId="256"/>
        </pc:sldMkLst>
      </pc:sldChg>
      <pc:sldChg chg="addSp modSp mod">
        <pc:chgData name="Minchang Jang" userId="5d9bafdb3db22792" providerId="LiveId" clId="{A009B66A-52B2-4523-9E44-3AD6FAE92D78}" dt="2023-06-29T08:05:02.679" v="71957" actId="20577"/>
        <pc:sldMkLst>
          <pc:docMk/>
          <pc:sldMk cId="2151047498" sldId="258"/>
        </pc:sldMkLst>
      </pc:sldChg>
      <pc:sldChg chg="delSp del mod">
        <pc:chgData name="Minchang Jang" userId="5d9bafdb3db22792" providerId="LiveId" clId="{A009B66A-52B2-4523-9E44-3AD6FAE92D78}" dt="2023-06-23T05:45:05.761" v="1588" actId="47"/>
        <pc:sldMkLst>
          <pc:docMk/>
          <pc:sldMk cId="401724849" sldId="270"/>
        </pc:sldMkLst>
      </pc:sldChg>
      <pc:sldChg chg="addSp delSp modSp mod">
        <pc:chgData name="Minchang Jang" userId="5d9bafdb3db22792" providerId="LiveId" clId="{A009B66A-52B2-4523-9E44-3AD6FAE92D78}" dt="2023-06-23T08:36:26.899" v="12111" actId="27636"/>
        <pc:sldMkLst>
          <pc:docMk/>
          <pc:sldMk cId="1482429538" sldId="271"/>
        </pc:sldMkLst>
      </pc:sldChg>
      <pc:sldChg chg="del">
        <pc:chgData name="Minchang Jang" userId="5d9bafdb3db22792" providerId="LiveId" clId="{A009B66A-52B2-4523-9E44-3AD6FAE92D78}" dt="2023-06-23T05:52:00.849" v="3125" actId="47"/>
        <pc:sldMkLst>
          <pc:docMk/>
          <pc:sldMk cId="2434701741" sldId="272"/>
        </pc:sldMkLst>
      </pc:sldChg>
      <pc:sldChg chg="addSp delSp modSp del mod chgLayout">
        <pc:chgData name="Minchang Jang" userId="5d9bafdb3db22792" providerId="LiveId" clId="{A009B66A-52B2-4523-9E44-3AD6FAE92D78}" dt="2023-06-23T06:07:29.391" v="5200" actId="47"/>
        <pc:sldMkLst>
          <pc:docMk/>
          <pc:sldMk cId="206938567" sldId="273"/>
        </pc:sldMkLst>
      </pc:sldChg>
      <pc:sldChg chg="addSp delSp modSp del mod chgLayout">
        <pc:chgData name="Minchang Jang" userId="5d9bafdb3db22792" providerId="LiveId" clId="{A009B66A-52B2-4523-9E44-3AD6FAE92D78}" dt="2023-06-23T06:07:29.391" v="5200" actId="47"/>
        <pc:sldMkLst>
          <pc:docMk/>
          <pc:sldMk cId="1166086485" sldId="274"/>
        </pc:sldMkLst>
      </pc:sldChg>
      <pc:sldChg chg="del">
        <pc:chgData name="Minchang Jang" userId="5d9bafdb3db22792" providerId="LiveId" clId="{A009B66A-52B2-4523-9E44-3AD6FAE92D78}" dt="2023-06-23T06:15:12.826" v="6177" actId="47"/>
        <pc:sldMkLst>
          <pc:docMk/>
          <pc:sldMk cId="2062600555" sldId="275"/>
        </pc:sldMkLst>
      </pc:sldChg>
      <pc:sldChg chg="add del">
        <pc:chgData name="Minchang Jang" userId="5d9bafdb3db22792" providerId="LiveId" clId="{A009B66A-52B2-4523-9E44-3AD6FAE92D78}" dt="2023-06-23T06:16:33.503" v="6261" actId="47"/>
        <pc:sldMkLst>
          <pc:docMk/>
          <pc:sldMk cId="3791423422" sldId="278"/>
        </pc:sldMkLst>
      </pc:sldChg>
      <pc:sldChg chg="add del">
        <pc:chgData name="Minchang Jang" userId="5d9bafdb3db22792" providerId="LiveId" clId="{A009B66A-52B2-4523-9E44-3AD6FAE92D78}" dt="2023-06-23T06:16:34.451" v="6262" actId="47"/>
        <pc:sldMkLst>
          <pc:docMk/>
          <pc:sldMk cId="1077757327" sldId="280"/>
        </pc:sldMkLst>
      </pc:sldChg>
      <pc:sldChg chg="add del ord">
        <pc:chgData name="Minchang Jang" userId="5d9bafdb3db22792" providerId="LiveId" clId="{A009B66A-52B2-4523-9E44-3AD6FAE92D78}" dt="2023-06-29T09:18:26.776" v="73291"/>
        <pc:sldMkLst>
          <pc:docMk/>
          <pc:sldMk cId="3389288296" sldId="449"/>
        </pc:sldMkLst>
      </pc:sldChg>
      <pc:sldChg chg="addSp delSp modSp add del mod">
        <pc:chgData name="Minchang Jang" userId="5d9bafdb3db22792" providerId="LiveId" clId="{A009B66A-52B2-4523-9E44-3AD6FAE92D78}" dt="2023-06-23T06:22:47.415" v="6569" actId="20577"/>
        <pc:sldMkLst>
          <pc:docMk/>
          <pc:sldMk cId="173065139" sldId="768"/>
        </pc:sldMkLst>
      </pc:sldChg>
      <pc:sldChg chg="addSp modSp add del">
        <pc:chgData name="Minchang Jang" userId="5d9bafdb3db22792" providerId="LiveId" clId="{A009B66A-52B2-4523-9E44-3AD6FAE92D78}" dt="2023-06-23T06:27:12.108" v="6732" actId="47"/>
        <pc:sldMkLst>
          <pc:docMk/>
          <pc:sldMk cId="3073452001" sldId="769"/>
        </pc:sldMkLst>
      </pc:sldChg>
      <pc:sldChg chg="addSp modSp add del">
        <pc:chgData name="Minchang Jang" userId="5d9bafdb3db22792" providerId="LiveId" clId="{A009B66A-52B2-4523-9E44-3AD6FAE92D78}" dt="2023-06-23T06:27:13.035" v="6733" actId="47"/>
        <pc:sldMkLst>
          <pc:docMk/>
          <pc:sldMk cId="1614375550" sldId="771"/>
        </pc:sldMkLst>
      </pc:sldChg>
      <pc:sldChg chg="addSp modSp add del mod">
        <pc:chgData name="Minchang Jang" userId="5d9bafdb3db22792" providerId="LiveId" clId="{A009B66A-52B2-4523-9E44-3AD6FAE92D78}" dt="2023-06-23T06:27:14.349" v="6734" actId="47"/>
        <pc:sldMkLst>
          <pc:docMk/>
          <pc:sldMk cId="1675863049" sldId="772"/>
        </pc:sldMkLst>
      </pc:sldChg>
      <pc:sldChg chg="add del">
        <pc:chgData name="Minchang Jang" userId="5d9bafdb3db22792" providerId="LiveId" clId="{A009B66A-52B2-4523-9E44-3AD6FAE92D78}" dt="2023-06-23T06:27:20.153" v="6735" actId="47"/>
        <pc:sldMkLst>
          <pc:docMk/>
          <pc:sldMk cId="1073397689" sldId="773"/>
        </pc:sldMkLst>
      </pc:sldChg>
      <pc:sldChg chg="add del">
        <pc:chgData name="Minchang Jang" userId="5d9bafdb3db22792" providerId="LiveId" clId="{A009B66A-52B2-4523-9E44-3AD6FAE92D78}" dt="2023-06-23T06:27:20.153" v="6735" actId="47"/>
        <pc:sldMkLst>
          <pc:docMk/>
          <pc:sldMk cId="1555133558" sldId="774"/>
        </pc:sldMkLst>
      </pc:sldChg>
      <pc:sldChg chg="add del">
        <pc:chgData name="Minchang Jang" userId="5d9bafdb3db22792" providerId="LiveId" clId="{A009B66A-52B2-4523-9E44-3AD6FAE92D78}" dt="2023-06-23T06:27:20.153" v="6735" actId="47"/>
        <pc:sldMkLst>
          <pc:docMk/>
          <pc:sldMk cId="2989155404" sldId="780"/>
        </pc:sldMkLst>
      </pc:sldChg>
      <pc:sldChg chg="add del">
        <pc:chgData name="Minchang Jang" userId="5d9bafdb3db22792" providerId="LiveId" clId="{A009B66A-52B2-4523-9E44-3AD6FAE92D78}" dt="2023-06-23T06:19:12.646" v="6345" actId="47"/>
        <pc:sldMkLst>
          <pc:docMk/>
          <pc:sldMk cId="4000431699" sldId="786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439178264" sldId="794"/>
        </pc:sldMkLst>
      </pc:sldChg>
      <pc:sldChg chg="del">
        <pc:chgData name="Minchang Jang" userId="5d9bafdb3db22792" providerId="LiveId" clId="{A009B66A-52B2-4523-9E44-3AD6FAE92D78}" dt="2023-06-23T09:01:48.646" v="14175" actId="47"/>
        <pc:sldMkLst>
          <pc:docMk/>
          <pc:sldMk cId="3477407266" sldId="813"/>
        </pc:sldMkLst>
      </pc:sldChg>
      <pc:sldChg chg="addSp modSp del">
        <pc:chgData name="Minchang Jang" userId="5d9bafdb3db22792" providerId="LiveId" clId="{A009B66A-52B2-4523-9E44-3AD6FAE92D78}" dt="2023-06-26T01:05:18.375" v="37780" actId="47"/>
        <pc:sldMkLst>
          <pc:docMk/>
          <pc:sldMk cId="3595586597" sldId="819"/>
        </pc:sldMkLst>
      </pc:sldChg>
      <pc:sldChg chg="addSp modSp del">
        <pc:chgData name="Minchang Jang" userId="5d9bafdb3db22792" providerId="LiveId" clId="{A009B66A-52B2-4523-9E44-3AD6FAE92D78}" dt="2023-06-26T01:05:18.375" v="37780" actId="47"/>
        <pc:sldMkLst>
          <pc:docMk/>
          <pc:sldMk cId="2229507639" sldId="821"/>
        </pc:sldMkLst>
      </pc:sldChg>
      <pc:sldChg chg="addSp modSp del">
        <pc:chgData name="Minchang Jang" userId="5d9bafdb3db22792" providerId="LiveId" clId="{A009B66A-52B2-4523-9E44-3AD6FAE92D78}" dt="2023-06-29T09:18:21.636" v="73287" actId="47"/>
        <pc:sldMkLst>
          <pc:docMk/>
          <pc:sldMk cId="4149547656" sldId="822"/>
        </pc:sldMkLst>
      </pc:sldChg>
      <pc:sldChg chg="del">
        <pc:chgData name="Minchang Jang" userId="5d9bafdb3db22792" providerId="LiveId" clId="{A009B66A-52B2-4523-9E44-3AD6FAE92D78}" dt="2023-06-23T09:08:59.697" v="14387" actId="47"/>
        <pc:sldMkLst>
          <pc:docMk/>
          <pc:sldMk cId="2071253749" sldId="823"/>
        </pc:sldMkLst>
      </pc:sldChg>
      <pc:sldChg chg="addSp modSp del">
        <pc:chgData name="Minchang Jang" userId="5d9bafdb3db22792" providerId="LiveId" clId="{A009B66A-52B2-4523-9E44-3AD6FAE92D78}" dt="2023-06-29T09:18:21.636" v="73287" actId="47"/>
        <pc:sldMkLst>
          <pc:docMk/>
          <pc:sldMk cId="3839115215" sldId="824"/>
        </pc:sldMkLst>
      </pc:sldChg>
      <pc:sldChg chg="addSp modSp del">
        <pc:chgData name="Minchang Jang" userId="5d9bafdb3db22792" providerId="LiveId" clId="{A009B66A-52B2-4523-9E44-3AD6FAE92D78}" dt="2023-06-29T09:18:21.636" v="73287" actId="47"/>
        <pc:sldMkLst>
          <pc:docMk/>
          <pc:sldMk cId="2514920772" sldId="826"/>
        </pc:sldMkLst>
      </pc:sldChg>
      <pc:sldChg chg="addSp modSp del">
        <pc:chgData name="Minchang Jang" userId="5d9bafdb3db22792" providerId="LiveId" clId="{A009B66A-52B2-4523-9E44-3AD6FAE92D78}" dt="2023-06-29T09:18:21.636" v="73287" actId="47"/>
        <pc:sldMkLst>
          <pc:docMk/>
          <pc:sldMk cId="2346240484" sldId="827"/>
        </pc:sldMkLst>
      </pc:sldChg>
      <pc:sldChg chg="addSp modSp del">
        <pc:chgData name="Minchang Jang" userId="5d9bafdb3db22792" providerId="LiveId" clId="{A009B66A-52B2-4523-9E44-3AD6FAE92D78}" dt="2023-06-29T09:18:21.636" v="73287" actId="47"/>
        <pc:sldMkLst>
          <pc:docMk/>
          <pc:sldMk cId="3706602945" sldId="828"/>
        </pc:sldMkLst>
      </pc:sldChg>
      <pc:sldChg chg="addSp delSp modSp mod">
        <pc:chgData name="Minchang Jang" userId="5d9bafdb3db22792" providerId="LiveId" clId="{A009B66A-52B2-4523-9E44-3AD6FAE92D78}" dt="2023-06-23T09:16:46.883" v="14509" actId="478"/>
        <pc:sldMkLst>
          <pc:docMk/>
          <pc:sldMk cId="1594783689" sldId="877"/>
        </pc:sldMkLst>
      </pc:sldChg>
      <pc:sldChg chg="addSp modSp mod">
        <pc:chgData name="Minchang Jang" userId="5d9bafdb3db22792" providerId="LiveId" clId="{A009B66A-52B2-4523-9E44-3AD6FAE92D78}" dt="2023-06-23T06:17:41.497" v="6305"/>
        <pc:sldMkLst>
          <pc:docMk/>
          <pc:sldMk cId="70767759" sldId="880"/>
        </pc:sldMkLst>
      </pc:sldChg>
      <pc:sldChg chg="add del">
        <pc:chgData name="Minchang Jang" userId="5d9bafdb3db22792" providerId="LiveId" clId="{A009B66A-52B2-4523-9E44-3AD6FAE92D78}" dt="2023-06-23T06:19:12.646" v="6345" actId="47"/>
        <pc:sldMkLst>
          <pc:docMk/>
          <pc:sldMk cId="3617221642" sldId="884"/>
        </pc:sldMkLst>
      </pc:sldChg>
      <pc:sldChg chg="addSp modSp">
        <pc:chgData name="Minchang Jang" userId="5d9bafdb3db22792" providerId="LiveId" clId="{A009B66A-52B2-4523-9E44-3AD6FAE92D78}" dt="2023-06-23T09:18:36.793" v="14596"/>
        <pc:sldMkLst>
          <pc:docMk/>
          <pc:sldMk cId="1533281104" sldId="921"/>
        </pc:sldMkLst>
      </pc:sldChg>
      <pc:sldChg chg="addSp modSp del mod">
        <pc:chgData name="Minchang Jang" userId="5d9bafdb3db22792" providerId="LiveId" clId="{A009B66A-52B2-4523-9E44-3AD6FAE92D78}" dt="2023-06-26T01:05:18.375" v="37780" actId="47"/>
        <pc:sldMkLst>
          <pc:docMk/>
          <pc:sldMk cId="234218710" sldId="939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3021751210" sldId="945"/>
        </pc:sldMkLst>
      </pc:sldChg>
      <pc:sldChg chg="addSp modSp del">
        <pc:chgData name="Minchang Jang" userId="5d9bafdb3db22792" providerId="LiveId" clId="{A009B66A-52B2-4523-9E44-3AD6FAE92D78}" dt="2023-06-24T16:35:52.478" v="34608" actId="47"/>
        <pc:sldMkLst>
          <pc:docMk/>
          <pc:sldMk cId="3197506708" sldId="959"/>
        </pc:sldMkLst>
      </pc:sldChg>
      <pc:sldChg chg="addSp modSp del">
        <pc:chgData name="Minchang Jang" userId="5d9bafdb3db22792" providerId="LiveId" clId="{A009B66A-52B2-4523-9E44-3AD6FAE92D78}" dt="2023-06-24T16:39:04.714" v="34614" actId="47"/>
        <pc:sldMkLst>
          <pc:docMk/>
          <pc:sldMk cId="3069023424" sldId="974"/>
        </pc:sldMkLst>
      </pc:sldChg>
      <pc:sldChg chg="addSp modSp del">
        <pc:chgData name="Minchang Jang" userId="5d9bafdb3db22792" providerId="LiveId" clId="{A009B66A-52B2-4523-9E44-3AD6FAE92D78}" dt="2023-06-24T16:39:06.893" v="34615" actId="47"/>
        <pc:sldMkLst>
          <pc:docMk/>
          <pc:sldMk cId="3007226389" sldId="991"/>
        </pc:sldMkLst>
      </pc:sldChg>
      <pc:sldChg chg="addSp modSp del">
        <pc:chgData name="Minchang Jang" userId="5d9bafdb3db22792" providerId="LiveId" clId="{A009B66A-52B2-4523-9E44-3AD6FAE92D78}" dt="2023-06-24T16:39:08.349" v="34616" actId="47"/>
        <pc:sldMkLst>
          <pc:docMk/>
          <pc:sldMk cId="3421754811" sldId="992"/>
        </pc:sldMkLst>
      </pc:sldChg>
      <pc:sldChg chg="addSp modSp del">
        <pc:chgData name="Minchang Jang" userId="5d9bafdb3db22792" providerId="LiveId" clId="{A009B66A-52B2-4523-9E44-3AD6FAE92D78}" dt="2023-06-24T16:39:15.596" v="34619" actId="47"/>
        <pc:sldMkLst>
          <pc:docMk/>
          <pc:sldMk cId="3547268818" sldId="997"/>
        </pc:sldMkLst>
      </pc:sldChg>
      <pc:sldChg chg="addSp modSp del">
        <pc:chgData name="Minchang Jang" userId="5d9bafdb3db22792" providerId="LiveId" clId="{A009B66A-52B2-4523-9E44-3AD6FAE92D78}" dt="2023-06-24T16:39:11.562" v="34617" actId="47"/>
        <pc:sldMkLst>
          <pc:docMk/>
          <pc:sldMk cId="1718260127" sldId="999"/>
        </pc:sldMkLst>
      </pc:sldChg>
      <pc:sldChg chg="addSp modSp del">
        <pc:chgData name="Minchang Jang" userId="5d9bafdb3db22792" providerId="LiveId" clId="{A009B66A-52B2-4523-9E44-3AD6FAE92D78}" dt="2023-06-24T15:14:21.326" v="32911" actId="47"/>
        <pc:sldMkLst>
          <pc:docMk/>
          <pc:sldMk cId="72804853" sldId="1012"/>
        </pc:sldMkLst>
      </pc:sldChg>
      <pc:sldChg chg="addSp delSp modSp del mod">
        <pc:chgData name="Minchang Jang" userId="5d9bafdb3db22792" providerId="LiveId" clId="{A009B66A-52B2-4523-9E44-3AD6FAE92D78}" dt="2023-06-24T15:56:44.678" v="34044" actId="47"/>
        <pc:sldMkLst>
          <pc:docMk/>
          <pc:sldMk cId="10073380" sldId="1015"/>
        </pc:sldMkLst>
      </pc:sldChg>
      <pc:sldChg chg="addSp modSp del">
        <pc:chgData name="Minchang Jang" userId="5d9bafdb3db22792" providerId="LiveId" clId="{A009B66A-52B2-4523-9E44-3AD6FAE92D78}" dt="2023-06-24T15:14:21.326" v="32911" actId="47"/>
        <pc:sldMkLst>
          <pc:docMk/>
          <pc:sldMk cId="3965018882" sldId="1022"/>
        </pc:sldMkLst>
      </pc:sldChg>
      <pc:sldChg chg="addSp modSp del">
        <pc:chgData name="Minchang Jang" userId="5d9bafdb3db22792" providerId="LiveId" clId="{A009B66A-52B2-4523-9E44-3AD6FAE92D78}" dt="2023-06-24T16:39:22.455" v="34620" actId="47"/>
        <pc:sldMkLst>
          <pc:docMk/>
          <pc:sldMk cId="2599540458" sldId="1028"/>
        </pc:sldMkLst>
      </pc:sldChg>
      <pc:sldChg chg="addSp modSp del">
        <pc:chgData name="Minchang Jang" userId="5d9bafdb3db22792" providerId="LiveId" clId="{A009B66A-52B2-4523-9E44-3AD6FAE92D78}" dt="2023-06-24T16:39:23.505" v="34621" actId="47"/>
        <pc:sldMkLst>
          <pc:docMk/>
          <pc:sldMk cId="1429112606" sldId="1029"/>
        </pc:sldMkLst>
      </pc:sldChg>
      <pc:sldChg chg="addSp modSp del">
        <pc:chgData name="Minchang Jang" userId="5d9bafdb3db22792" providerId="LiveId" clId="{A009B66A-52B2-4523-9E44-3AD6FAE92D78}" dt="2023-06-24T16:39:31.514" v="34624" actId="47"/>
        <pc:sldMkLst>
          <pc:docMk/>
          <pc:sldMk cId="1250517747" sldId="1035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2234208334" sldId="1036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2026034824" sldId="1037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3432092431" sldId="1039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3856710735" sldId="1040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53783333" sldId="1041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2649642748" sldId="1042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1623621654" sldId="1043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2166097726" sldId="1044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2078915881" sldId="1046"/>
        </pc:sldMkLst>
      </pc:sldChg>
      <pc:sldChg chg="addSp modSp del">
        <pc:chgData name="Minchang Jang" userId="5d9bafdb3db22792" providerId="LiveId" clId="{A009B66A-52B2-4523-9E44-3AD6FAE92D78}" dt="2023-06-26T01:06:14.744" v="37783" actId="47"/>
        <pc:sldMkLst>
          <pc:docMk/>
          <pc:sldMk cId="2393828482" sldId="1047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2529882088" sldId="1049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3323797932" sldId="1050"/>
        </pc:sldMkLst>
      </pc:sldChg>
      <pc:sldChg chg="addSp modSp del">
        <pc:chgData name="Minchang Jang" userId="5d9bafdb3db22792" providerId="LiveId" clId="{A009B66A-52B2-4523-9E44-3AD6FAE92D78}" dt="2023-06-26T01:06:44.235" v="37784" actId="47"/>
        <pc:sldMkLst>
          <pc:docMk/>
          <pc:sldMk cId="2439532033" sldId="1054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1903991695" sldId="1056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2706128141" sldId="1058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2958515295" sldId="1059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3112250324" sldId="1060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636953893" sldId="1061"/>
        </pc:sldMkLst>
      </pc:sldChg>
      <pc:sldChg chg="addSp modSp del">
        <pc:chgData name="Minchang Jang" userId="5d9bafdb3db22792" providerId="LiveId" clId="{A009B66A-52B2-4523-9E44-3AD6FAE92D78}" dt="2023-06-27T06:53:52.969" v="65984" actId="47"/>
        <pc:sldMkLst>
          <pc:docMk/>
          <pc:sldMk cId="3232153243" sldId="1063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245036686" sldId="1078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3909411171" sldId="1079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1063261164" sldId="1080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619662644" sldId="1085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1135519609" sldId="1090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2919714729" sldId="1093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3365874762" sldId="1095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2638928326" sldId="1097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977650651" sldId="1100"/>
        </pc:sldMkLst>
      </pc:sldChg>
      <pc:sldChg chg="del">
        <pc:chgData name="Minchang Jang" userId="5d9bafdb3db22792" providerId="LiveId" clId="{A009B66A-52B2-4523-9E44-3AD6FAE92D78}" dt="2023-06-23T09:10:05.863" v="14407" actId="47"/>
        <pc:sldMkLst>
          <pc:docMk/>
          <pc:sldMk cId="3226383094" sldId="1106"/>
        </pc:sldMkLst>
      </pc:sldChg>
      <pc:sldChg chg="del">
        <pc:chgData name="Minchang Jang" userId="5d9bafdb3db22792" providerId="LiveId" clId="{A009B66A-52B2-4523-9E44-3AD6FAE92D78}" dt="2023-06-23T09:10:09.805" v="14410" actId="47"/>
        <pc:sldMkLst>
          <pc:docMk/>
          <pc:sldMk cId="1799181645" sldId="1109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2408780557" sldId="1112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3464020701" sldId="1113"/>
        </pc:sldMkLst>
      </pc:sldChg>
      <pc:sldChg chg="addSp modSp">
        <pc:chgData name="Minchang Jang" userId="5d9bafdb3db22792" providerId="LiveId" clId="{A009B66A-52B2-4523-9E44-3AD6FAE92D78}" dt="2023-06-23T09:18:37.442" v="14597"/>
        <pc:sldMkLst>
          <pc:docMk/>
          <pc:sldMk cId="3210321519" sldId="1121"/>
        </pc:sldMkLst>
      </pc:sldChg>
      <pc:sldChg chg="add del">
        <pc:chgData name="Minchang Jang" userId="5d9bafdb3db22792" providerId="LiveId" clId="{A009B66A-52B2-4523-9E44-3AD6FAE92D78}" dt="2023-06-23T06:19:12.646" v="6345" actId="47"/>
        <pc:sldMkLst>
          <pc:docMk/>
          <pc:sldMk cId="2865879791" sldId="1162"/>
        </pc:sldMkLst>
      </pc:sldChg>
      <pc:sldChg chg="add del">
        <pc:chgData name="Minchang Jang" userId="5d9bafdb3db22792" providerId="LiveId" clId="{A009B66A-52B2-4523-9E44-3AD6FAE92D78}" dt="2023-06-23T06:19:12.646" v="6345" actId="47"/>
        <pc:sldMkLst>
          <pc:docMk/>
          <pc:sldMk cId="1115608165" sldId="1163"/>
        </pc:sldMkLst>
      </pc:sldChg>
      <pc:sldChg chg="add del">
        <pc:chgData name="Minchang Jang" userId="5d9bafdb3db22792" providerId="LiveId" clId="{A009B66A-52B2-4523-9E44-3AD6FAE92D78}" dt="2023-06-23T06:19:12.646" v="6345" actId="47"/>
        <pc:sldMkLst>
          <pc:docMk/>
          <pc:sldMk cId="1732600576" sldId="1164"/>
        </pc:sldMkLst>
      </pc:sldChg>
      <pc:sldChg chg="add del">
        <pc:chgData name="Minchang Jang" userId="5d9bafdb3db22792" providerId="LiveId" clId="{A009B66A-52B2-4523-9E44-3AD6FAE92D78}" dt="2023-06-23T06:19:12.646" v="6345" actId="47"/>
        <pc:sldMkLst>
          <pc:docMk/>
          <pc:sldMk cId="3786078978" sldId="1165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3496940043" sldId="1166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2397568991" sldId="1167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4008157252" sldId="1168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1558285755" sldId="1169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3209712193" sldId="1170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3207150026" sldId="1171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3767821798" sldId="1172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561713083" sldId="1173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3443385107" sldId="1174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547134135" sldId="1175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4013798185" sldId="1176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3386806102" sldId="1177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274770775" sldId="1178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2483795423" sldId="1179"/>
        </pc:sldMkLst>
      </pc:sldChg>
      <pc:sldChg chg="addSp modSp mod">
        <pc:chgData name="Minchang Jang" userId="5d9bafdb3db22792" providerId="LiveId" clId="{A009B66A-52B2-4523-9E44-3AD6FAE92D78}" dt="2023-06-23T09:16:08.139" v="14503"/>
        <pc:sldMkLst>
          <pc:docMk/>
          <pc:sldMk cId="1501807968" sldId="1180"/>
        </pc:sldMkLst>
      </pc:sldChg>
      <pc:sldChg chg="del">
        <pc:chgData name="Minchang Jang" userId="5d9bafdb3db22792" providerId="LiveId" clId="{A009B66A-52B2-4523-9E44-3AD6FAE92D78}" dt="2023-06-23T09:09:01.052" v="14388" actId="47"/>
        <pc:sldMkLst>
          <pc:docMk/>
          <pc:sldMk cId="930979557" sldId="1181"/>
        </pc:sldMkLst>
      </pc:sldChg>
      <pc:sldChg chg="del">
        <pc:chgData name="Minchang Jang" userId="5d9bafdb3db22792" providerId="LiveId" clId="{A009B66A-52B2-4523-9E44-3AD6FAE92D78}" dt="2023-06-23T09:09:03.736" v="14389" actId="47"/>
        <pc:sldMkLst>
          <pc:docMk/>
          <pc:sldMk cId="3273219959" sldId="1182"/>
        </pc:sldMkLst>
      </pc:sldChg>
      <pc:sldChg chg="del">
        <pc:chgData name="Minchang Jang" userId="5d9bafdb3db22792" providerId="LiveId" clId="{A009B66A-52B2-4523-9E44-3AD6FAE92D78}" dt="2023-06-23T09:09:06.672" v="14390" actId="47"/>
        <pc:sldMkLst>
          <pc:docMk/>
          <pc:sldMk cId="3767231611" sldId="1183"/>
        </pc:sldMkLst>
      </pc:sldChg>
      <pc:sldChg chg="del">
        <pc:chgData name="Minchang Jang" userId="5d9bafdb3db22792" providerId="LiveId" clId="{A009B66A-52B2-4523-9E44-3AD6FAE92D78}" dt="2023-06-23T09:09:07.840" v="14391" actId="47"/>
        <pc:sldMkLst>
          <pc:docMk/>
          <pc:sldMk cId="1413902519" sldId="1184"/>
        </pc:sldMkLst>
      </pc:sldChg>
      <pc:sldChg chg="del">
        <pc:chgData name="Minchang Jang" userId="5d9bafdb3db22792" providerId="LiveId" clId="{A009B66A-52B2-4523-9E44-3AD6FAE92D78}" dt="2023-06-23T09:09:09.064" v="14392" actId="47"/>
        <pc:sldMkLst>
          <pc:docMk/>
          <pc:sldMk cId="177650868" sldId="1185"/>
        </pc:sldMkLst>
      </pc:sldChg>
      <pc:sldChg chg="del">
        <pc:chgData name="Minchang Jang" userId="5d9bafdb3db22792" providerId="LiveId" clId="{A009B66A-52B2-4523-9E44-3AD6FAE92D78}" dt="2023-06-23T09:09:11.393" v="14393" actId="47"/>
        <pc:sldMkLst>
          <pc:docMk/>
          <pc:sldMk cId="2911922781" sldId="1186"/>
        </pc:sldMkLst>
      </pc:sldChg>
      <pc:sldChg chg="del">
        <pc:chgData name="Minchang Jang" userId="5d9bafdb3db22792" providerId="LiveId" clId="{A009B66A-52B2-4523-9E44-3AD6FAE92D78}" dt="2023-06-23T09:09:14.360" v="14394" actId="47"/>
        <pc:sldMkLst>
          <pc:docMk/>
          <pc:sldMk cId="2772706564" sldId="1187"/>
        </pc:sldMkLst>
      </pc:sldChg>
      <pc:sldChg chg="del">
        <pc:chgData name="Minchang Jang" userId="5d9bafdb3db22792" providerId="LiveId" clId="{A009B66A-52B2-4523-9E44-3AD6FAE92D78}" dt="2023-06-23T09:09:27.808" v="14396" actId="47"/>
        <pc:sldMkLst>
          <pc:docMk/>
          <pc:sldMk cId="3868886792" sldId="1188"/>
        </pc:sldMkLst>
      </pc:sldChg>
      <pc:sldChg chg="del">
        <pc:chgData name="Minchang Jang" userId="5d9bafdb3db22792" providerId="LiveId" clId="{A009B66A-52B2-4523-9E44-3AD6FAE92D78}" dt="2023-06-23T09:09:37.972" v="14397" actId="47"/>
        <pc:sldMkLst>
          <pc:docMk/>
          <pc:sldMk cId="552182330" sldId="1189"/>
        </pc:sldMkLst>
      </pc:sldChg>
      <pc:sldChg chg="del">
        <pc:chgData name="Minchang Jang" userId="5d9bafdb3db22792" providerId="LiveId" clId="{A009B66A-52B2-4523-9E44-3AD6FAE92D78}" dt="2023-06-23T09:09:26.718" v="14395" actId="47"/>
        <pc:sldMkLst>
          <pc:docMk/>
          <pc:sldMk cId="2385611001" sldId="1190"/>
        </pc:sldMkLst>
      </pc:sldChg>
      <pc:sldChg chg="del">
        <pc:chgData name="Minchang Jang" userId="5d9bafdb3db22792" providerId="LiveId" clId="{A009B66A-52B2-4523-9E44-3AD6FAE92D78}" dt="2023-06-23T09:09:42.928" v="14399" actId="47"/>
        <pc:sldMkLst>
          <pc:docMk/>
          <pc:sldMk cId="3461405288" sldId="1191"/>
        </pc:sldMkLst>
      </pc:sldChg>
      <pc:sldChg chg="del">
        <pc:chgData name="Minchang Jang" userId="5d9bafdb3db22792" providerId="LiveId" clId="{A009B66A-52B2-4523-9E44-3AD6FAE92D78}" dt="2023-06-23T09:09:41.487" v="14398" actId="47"/>
        <pc:sldMkLst>
          <pc:docMk/>
          <pc:sldMk cId="3588572935" sldId="1192"/>
        </pc:sldMkLst>
      </pc:sldChg>
      <pc:sldChg chg="del">
        <pc:chgData name="Minchang Jang" userId="5d9bafdb3db22792" providerId="LiveId" clId="{A009B66A-52B2-4523-9E44-3AD6FAE92D78}" dt="2023-06-23T09:09:43.641" v="14400" actId="47"/>
        <pc:sldMkLst>
          <pc:docMk/>
          <pc:sldMk cId="2870801127" sldId="1193"/>
        </pc:sldMkLst>
      </pc:sldChg>
      <pc:sldChg chg="del">
        <pc:chgData name="Minchang Jang" userId="5d9bafdb3db22792" providerId="LiveId" clId="{A009B66A-52B2-4523-9E44-3AD6FAE92D78}" dt="2023-06-23T09:09:47.380" v="14401" actId="47"/>
        <pc:sldMkLst>
          <pc:docMk/>
          <pc:sldMk cId="471289372" sldId="1194"/>
        </pc:sldMkLst>
      </pc:sldChg>
      <pc:sldChg chg="del">
        <pc:chgData name="Minchang Jang" userId="5d9bafdb3db22792" providerId="LiveId" clId="{A009B66A-52B2-4523-9E44-3AD6FAE92D78}" dt="2023-06-23T09:09:48.784" v="14402" actId="47"/>
        <pc:sldMkLst>
          <pc:docMk/>
          <pc:sldMk cId="2246858581" sldId="1195"/>
        </pc:sldMkLst>
      </pc:sldChg>
      <pc:sldChg chg="del">
        <pc:chgData name="Minchang Jang" userId="5d9bafdb3db22792" providerId="LiveId" clId="{A009B66A-52B2-4523-9E44-3AD6FAE92D78}" dt="2023-06-23T09:09:50.952" v="14403" actId="47"/>
        <pc:sldMkLst>
          <pc:docMk/>
          <pc:sldMk cId="1014507378" sldId="1196"/>
        </pc:sldMkLst>
      </pc:sldChg>
      <pc:sldChg chg="del">
        <pc:chgData name="Minchang Jang" userId="5d9bafdb3db22792" providerId="LiveId" clId="{A009B66A-52B2-4523-9E44-3AD6FAE92D78}" dt="2023-06-23T09:09:51.945" v="14404" actId="47"/>
        <pc:sldMkLst>
          <pc:docMk/>
          <pc:sldMk cId="3225445997" sldId="1198"/>
        </pc:sldMkLst>
      </pc:sldChg>
      <pc:sldChg chg="del">
        <pc:chgData name="Minchang Jang" userId="5d9bafdb3db22792" providerId="LiveId" clId="{A009B66A-52B2-4523-9E44-3AD6FAE92D78}" dt="2023-06-23T09:09:52.906" v="14405" actId="47"/>
        <pc:sldMkLst>
          <pc:docMk/>
          <pc:sldMk cId="1323177270" sldId="1199"/>
        </pc:sldMkLst>
      </pc:sldChg>
      <pc:sldChg chg="del">
        <pc:chgData name="Minchang Jang" userId="5d9bafdb3db22792" providerId="LiveId" clId="{A009B66A-52B2-4523-9E44-3AD6FAE92D78}" dt="2023-06-23T09:10:06.661" v="14408" actId="47"/>
        <pc:sldMkLst>
          <pc:docMk/>
          <pc:sldMk cId="2924569671" sldId="1200"/>
        </pc:sldMkLst>
      </pc:sldChg>
      <pc:sldChg chg="del">
        <pc:chgData name="Minchang Jang" userId="5d9bafdb3db22792" providerId="LiveId" clId="{A009B66A-52B2-4523-9E44-3AD6FAE92D78}" dt="2023-06-23T09:10:10.451" v="14411" actId="47"/>
        <pc:sldMkLst>
          <pc:docMk/>
          <pc:sldMk cId="1726550256" sldId="1201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56712593" sldId="1203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1732321288" sldId="1204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3515093043" sldId="1205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2531669213" sldId="1206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634983876" sldId="1207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1472158147" sldId="1208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2029643334" sldId="1209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2022931469" sldId="1210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1332139063" sldId="1211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25607608" sldId="1212"/>
        </pc:sldMkLst>
      </pc:sldChg>
      <pc:sldChg chg="addSp modSp del">
        <pc:chgData name="Minchang Jang" userId="5d9bafdb3db22792" providerId="LiveId" clId="{A009B66A-52B2-4523-9E44-3AD6FAE92D78}" dt="2023-06-24T06:54:44.530" v="19445" actId="47"/>
        <pc:sldMkLst>
          <pc:docMk/>
          <pc:sldMk cId="796702562" sldId="1213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4138797160" sldId="1215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1006526296" sldId="1216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539176795" sldId="1217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3020355829" sldId="1218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3334960374" sldId="1220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2017436771" sldId="1221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568974862" sldId="1222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977232350" sldId="1223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3631841463" sldId="1224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3280522218" sldId="1225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3540179637" sldId="1227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1146259967" sldId="1228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947089074" sldId="1229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1760001366" sldId="1230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1990739212" sldId="1231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1513948702" sldId="1233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1000189385" sldId="1234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3518637169" sldId="1235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2902092125" sldId="1236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1158343847" sldId="1237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3397837517" sldId="1239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1536543503" sldId="1240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1715777126" sldId="1241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1608656" sldId="1242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3799996167" sldId="1243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2295575288" sldId="1244"/>
        </pc:sldMkLst>
      </pc:sldChg>
      <pc:sldChg chg="addSp modSp del">
        <pc:chgData name="Minchang Jang" userId="5d9bafdb3db22792" providerId="LiveId" clId="{A009B66A-52B2-4523-9E44-3AD6FAE92D78}" dt="2023-06-24T15:56:44.678" v="34044" actId="47"/>
        <pc:sldMkLst>
          <pc:docMk/>
          <pc:sldMk cId="1922344285" sldId="1245"/>
        </pc:sldMkLst>
      </pc:sldChg>
      <pc:sldChg chg="addSp modSp del mod">
        <pc:chgData name="Minchang Jang" userId="5d9bafdb3db22792" providerId="LiveId" clId="{A009B66A-52B2-4523-9E44-3AD6FAE92D78}" dt="2023-06-24T16:36:04.569" v="34609" actId="47"/>
        <pc:sldMkLst>
          <pc:docMk/>
          <pc:sldMk cId="1785981667" sldId="1247"/>
        </pc:sldMkLst>
      </pc:sldChg>
      <pc:sldChg chg="addSp modSp del">
        <pc:chgData name="Minchang Jang" userId="5d9bafdb3db22792" providerId="LiveId" clId="{A009B66A-52B2-4523-9E44-3AD6FAE92D78}" dt="2023-06-24T16:36:04.569" v="34609" actId="47"/>
        <pc:sldMkLst>
          <pc:docMk/>
          <pc:sldMk cId="1517414199" sldId="1248"/>
        </pc:sldMkLst>
      </pc:sldChg>
      <pc:sldChg chg="addSp modSp del">
        <pc:chgData name="Minchang Jang" userId="5d9bafdb3db22792" providerId="LiveId" clId="{A009B66A-52B2-4523-9E44-3AD6FAE92D78}" dt="2023-06-24T16:36:04.569" v="34609" actId="47"/>
        <pc:sldMkLst>
          <pc:docMk/>
          <pc:sldMk cId="2414954890" sldId="1249"/>
        </pc:sldMkLst>
      </pc:sldChg>
      <pc:sldChg chg="addSp modSp del">
        <pc:chgData name="Minchang Jang" userId="5d9bafdb3db22792" providerId="LiveId" clId="{A009B66A-52B2-4523-9E44-3AD6FAE92D78}" dt="2023-06-24T16:36:04.569" v="34609" actId="47"/>
        <pc:sldMkLst>
          <pc:docMk/>
          <pc:sldMk cId="2100126827" sldId="1250"/>
        </pc:sldMkLst>
      </pc:sldChg>
      <pc:sldChg chg="addSp modSp del">
        <pc:chgData name="Minchang Jang" userId="5d9bafdb3db22792" providerId="LiveId" clId="{A009B66A-52B2-4523-9E44-3AD6FAE92D78}" dt="2023-06-24T16:36:04.569" v="34609" actId="47"/>
        <pc:sldMkLst>
          <pc:docMk/>
          <pc:sldMk cId="1562576651" sldId="1251"/>
        </pc:sldMkLst>
      </pc:sldChg>
      <pc:sldChg chg="addSp modSp del">
        <pc:chgData name="Minchang Jang" userId="5d9bafdb3db22792" providerId="LiveId" clId="{A009B66A-52B2-4523-9E44-3AD6FAE92D78}" dt="2023-06-24T16:36:04.569" v="34609" actId="47"/>
        <pc:sldMkLst>
          <pc:docMk/>
          <pc:sldMk cId="2034616036" sldId="1252"/>
        </pc:sldMkLst>
      </pc:sldChg>
      <pc:sldChg chg="addSp modSp del">
        <pc:chgData name="Minchang Jang" userId="5d9bafdb3db22792" providerId="LiveId" clId="{A009B66A-52B2-4523-9E44-3AD6FAE92D78}" dt="2023-06-24T16:36:04.569" v="34609" actId="47"/>
        <pc:sldMkLst>
          <pc:docMk/>
          <pc:sldMk cId="3619604023" sldId="1253"/>
        </pc:sldMkLst>
      </pc:sldChg>
      <pc:sldChg chg="addSp modSp del">
        <pc:chgData name="Minchang Jang" userId="5d9bafdb3db22792" providerId="LiveId" clId="{A009B66A-52B2-4523-9E44-3AD6FAE92D78}" dt="2023-06-24T16:36:04.569" v="34609" actId="47"/>
        <pc:sldMkLst>
          <pc:docMk/>
          <pc:sldMk cId="2343105937" sldId="1254"/>
        </pc:sldMkLst>
      </pc:sldChg>
      <pc:sldChg chg="addSp modSp del mod">
        <pc:chgData name="Minchang Jang" userId="5d9bafdb3db22792" providerId="LiveId" clId="{A009B66A-52B2-4523-9E44-3AD6FAE92D78}" dt="2023-06-26T01:05:18.375" v="37780" actId="47"/>
        <pc:sldMkLst>
          <pc:docMk/>
          <pc:sldMk cId="2427220869" sldId="1256"/>
        </pc:sldMkLst>
      </pc:sldChg>
      <pc:sldChg chg="addSp modSp del">
        <pc:chgData name="Minchang Jang" userId="5d9bafdb3db22792" providerId="LiveId" clId="{A009B66A-52B2-4523-9E44-3AD6FAE92D78}" dt="2023-06-24T16:35:52.478" v="34608" actId="47"/>
        <pc:sldMkLst>
          <pc:docMk/>
          <pc:sldMk cId="2919488053" sldId="1257"/>
        </pc:sldMkLst>
      </pc:sldChg>
      <pc:sldChg chg="addSp modSp del">
        <pc:chgData name="Minchang Jang" userId="5d9bafdb3db22792" providerId="LiveId" clId="{A009B66A-52B2-4523-9E44-3AD6FAE92D78}" dt="2023-06-24T16:35:52.478" v="34608" actId="47"/>
        <pc:sldMkLst>
          <pc:docMk/>
          <pc:sldMk cId="2040461689" sldId="1258"/>
        </pc:sldMkLst>
      </pc:sldChg>
      <pc:sldChg chg="addSp modSp del">
        <pc:chgData name="Minchang Jang" userId="5d9bafdb3db22792" providerId="LiveId" clId="{A009B66A-52B2-4523-9E44-3AD6FAE92D78}" dt="2023-06-24T16:35:52.478" v="34608" actId="47"/>
        <pc:sldMkLst>
          <pc:docMk/>
          <pc:sldMk cId="1394652051" sldId="1259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3083973001" sldId="1261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3602134074" sldId="1262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82060598" sldId="1263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349607252" sldId="1264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3001381011" sldId="1265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3862173508" sldId="1266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2921435303" sldId="1267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751507211" sldId="1268"/>
        </pc:sldMkLst>
      </pc:sldChg>
      <pc:sldChg chg="addSp modSp del">
        <pc:chgData name="Minchang Jang" userId="5d9bafdb3db22792" providerId="LiveId" clId="{A009B66A-52B2-4523-9E44-3AD6FAE92D78}" dt="2023-06-27T01:23:12.245" v="53064" actId="47"/>
        <pc:sldMkLst>
          <pc:docMk/>
          <pc:sldMk cId="2441174700" sldId="1269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4245898828" sldId="1271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3755809362" sldId="1272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2005389211" sldId="1273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1543900907" sldId="1274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3608479368" sldId="1275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1689167294" sldId="1276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314945034" sldId="1277"/>
        </pc:sldMkLst>
      </pc:sldChg>
      <pc:sldChg chg="addSp modSp del">
        <pc:chgData name="Minchang Jang" userId="5d9bafdb3db22792" providerId="LiveId" clId="{A009B66A-52B2-4523-9E44-3AD6FAE92D78}" dt="2023-06-27T03:23:07.956" v="57528" actId="47"/>
        <pc:sldMkLst>
          <pc:docMk/>
          <pc:sldMk cId="961476047" sldId="1278"/>
        </pc:sldMkLst>
      </pc:sldChg>
      <pc:sldChg chg="addSp modSp del">
        <pc:chgData name="Minchang Jang" userId="5d9bafdb3db22792" providerId="LiveId" clId="{A009B66A-52B2-4523-9E44-3AD6FAE92D78}" dt="2023-06-27T05:01:58.108" v="61025" actId="47"/>
        <pc:sldMkLst>
          <pc:docMk/>
          <pc:sldMk cId="3025545913" sldId="1281"/>
        </pc:sldMkLst>
      </pc:sldChg>
      <pc:sldChg chg="addSp modSp del">
        <pc:chgData name="Minchang Jang" userId="5d9bafdb3db22792" providerId="LiveId" clId="{A009B66A-52B2-4523-9E44-3AD6FAE92D78}" dt="2023-06-27T05:01:58.108" v="61025" actId="47"/>
        <pc:sldMkLst>
          <pc:docMk/>
          <pc:sldMk cId="3461921379" sldId="1283"/>
        </pc:sldMkLst>
      </pc:sldChg>
      <pc:sldChg chg="addSp modSp del">
        <pc:chgData name="Minchang Jang" userId="5d9bafdb3db22792" providerId="LiveId" clId="{A009B66A-52B2-4523-9E44-3AD6FAE92D78}" dt="2023-06-27T05:01:58.108" v="61025" actId="47"/>
        <pc:sldMkLst>
          <pc:docMk/>
          <pc:sldMk cId="1913739982" sldId="1284"/>
        </pc:sldMkLst>
      </pc:sldChg>
      <pc:sldChg chg="addSp modSp del">
        <pc:chgData name="Minchang Jang" userId="5d9bafdb3db22792" providerId="LiveId" clId="{A009B66A-52B2-4523-9E44-3AD6FAE92D78}" dt="2023-06-27T05:01:58.108" v="61025" actId="47"/>
        <pc:sldMkLst>
          <pc:docMk/>
          <pc:sldMk cId="93834852" sldId="1285"/>
        </pc:sldMkLst>
      </pc:sldChg>
      <pc:sldChg chg="addSp modSp del">
        <pc:chgData name="Minchang Jang" userId="5d9bafdb3db22792" providerId="LiveId" clId="{A009B66A-52B2-4523-9E44-3AD6FAE92D78}" dt="2023-06-27T05:01:58.108" v="61025" actId="47"/>
        <pc:sldMkLst>
          <pc:docMk/>
          <pc:sldMk cId="4152428729" sldId="1286"/>
        </pc:sldMkLst>
      </pc:sldChg>
      <pc:sldChg chg="addSp modSp">
        <pc:chgData name="Minchang Jang" userId="5d9bafdb3db22792" providerId="LiveId" clId="{A009B66A-52B2-4523-9E44-3AD6FAE92D78}" dt="2023-06-23T09:18:37.952" v="14598"/>
        <pc:sldMkLst>
          <pc:docMk/>
          <pc:sldMk cId="3278474765" sldId="1287"/>
        </pc:sldMkLst>
      </pc:sldChg>
      <pc:sldChg chg="addSp modSp">
        <pc:chgData name="Minchang Jang" userId="5d9bafdb3db22792" providerId="LiveId" clId="{A009B66A-52B2-4523-9E44-3AD6FAE92D78}" dt="2023-06-23T09:18:39.055" v="14599"/>
        <pc:sldMkLst>
          <pc:docMk/>
          <pc:sldMk cId="489941418" sldId="1288"/>
        </pc:sldMkLst>
      </pc:sldChg>
      <pc:sldChg chg="addSp modSp">
        <pc:chgData name="Minchang Jang" userId="5d9bafdb3db22792" providerId="LiveId" clId="{A009B66A-52B2-4523-9E44-3AD6FAE92D78}" dt="2023-06-23T09:18:39.659" v="14600"/>
        <pc:sldMkLst>
          <pc:docMk/>
          <pc:sldMk cId="3647812088" sldId="1289"/>
        </pc:sldMkLst>
      </pc:sldChg>
      <pc:sldChg chg="addSp modSp">
        <pc:chgData name="Minchang Jang" userId="5d9bafdb3db22792" providerId="LiveId" clId="{A009B66A-52B2-4523-9E44-3AD6FAE92D78}" dt="2023-06-23T09:18:40.245" v="14601"/>
        <pc:sldMkLst>
          <pc:docMk/>
          <pc:sldMk cId="164990892" sldId="1290"/>
        </pc:sldMkLst>
      </pc:sldChg>
      <pc:sldChg chg="addSp modSp">
        <pc:chgData name="Minchang Jang" userId="5d9bafdb3db22792" providerId="LiveId" clId="{A009B66A-52B2-4523-9E44-3AD6FAE92D78}" dt="2023-06-23T09:18:41.420" v="14602"/>
        <pc:sldMkLst>
          <pc:docMk/>
          <pc:sldMk cId="1820906312" sldId="1291"/>
        </pc:sldMkLst>
      </pc:sldChg>
      <pc:sldChg chg="addSp modSp del">
        <pc:chgData name="Minchang Jang" userId="5d9bafdb3db22792" providerId="LiveId" clId="{A009B66A-52B2-4523-9E44-3AD6FAE92D78}" dt="2023-06-26T05:36:42.095" v="45491" actId="47"/>
        <pc:sldMkLst>
          <pc:docMk/>
          <pc:sldMk cId="2785973802" sldId="1295"/>
        </pc:sldMkLst>
      </pc:sldChg>
      <pc:sldChg chg="addSp modSp del">
        <pc:chgData name="Minchang Jang" userId="5d9bafdb3db22792" providerId="LiveId" clId="{A009B66A-52B2-4523-9E44-3AD6FAE92D78}" dt="2023-06-26T05:36:42.095" v="45491" actId="47"/>
        <pc:sldMkLst>
          <pc:docMk/>
          <pc:sldMk cId="124905637" sldId="1297"/>
        </pc:sldMkLst>
      </pc:sldChg>
      <pc:sldChg chg="addSp modSp del">
        <pc:chgData name="Minchang Jang" userId="5d9bafdb3db22792" providerId="LiveId" clId="{A009B66A-52B2-4523-9E44-3AD6FAE92D78}" dt="2023-06-26T05:36:42.095" v="45491" actId="47"/>
        <pc:sldMkLst>
          <pc:docMk/>
          <pc:sldMk cId="2207415204" sldId="1298"/>
        </pc:sldMkLst>
      </pc:sldChg>
      <pc:sldChg chg="addSp modSp del">
        <pc:chgData name="Minchang Jang" userId="5d9bafdb3db22792" providerId="LiveId" clId="{A009B66A-52B2-4523-9E44-3AD6FAE92D78}" dt="2023-06-26T05:36:42.095" v="45491" actId="47"/>
        <pc:sldMkLst>
          <pc:docMk/>
          <pc:sldMk cId="1043135800" sldId="1299"/>
        </pc:sldMkLst>
      </pc:sldChg>
      <pc:sldChg chg="addSp modSp del">
        <pc:chgData name="Minchang Jang" userId="5d9bafdb3db22792" providerId="LiveId" clId="{A009B66A-52B2-4523-9E44-3AD6FAE92D78}" dt="2023-06-26T05:36:42.095" v="45491" actId="47"/>
        <pc:sldMkLst>
          <pc:docMk/>
          <pc:sldMk cId="4157660842" sldId="1300"/>
        </pc:sldMkLst>
      </pc:sldChg>
      <pc:sldChg chg="addSp modSp del">
        <pc:chgData name="Minchang Jang" userId="5d9bafdb3db22792" providerId="LiveId" clId="{A009B66A-52B2-4523-9E44-3AD6FAE92D78}" dt="2023-06-26T07:00:27.525" v="48228" actId="47"/>
        <pc:sldMkLst>
          <pc:docMk/>
          <pc:sldMk cId="3738295965" sldId="1302"/>
        </pc:sldMkLst>
      </pc:sldChg>
      <pc:sldChg chg="addSp modSp del">
        <pc:chgData name="Minchang Jang" userId="5d9bafdb3db22792" providerId="LiveId" clId="{A009B66A-52B2-4523-9E44-3AD6FAE92D78}" dt="2023-06-26T07:00:27.525" v="48228" actId="47"/>
        <pc:sldMkLst>
          <pc:docMk/>
          <pc:sldMk cId="1017760563" sldId="1303"/>
        </pc:sldMkLst>
      </pc:sldChg>
      <pc:sldChg chg="addSp modSp del">
        <pc:chgData name="Minchang Jang" userId="5d9bafdb3db22792" providerId="LiveId" clId="{A009B66A-52B2-4523-9E44-3AD6FAE92D78}" dt="2023-06-26T07:00:27.525" v="48228" actId="47"/>
        <pc:sldMkLst>
          <pc:docMk/>
          <pc:sldMk cId="1844839103" sldId="1304"/>
        </pc:sldMkLst>
      </pc:sldChg>
      <pc:sldChg chg="addSp modSp del">
        <pc:chgData name="Minchang Jang" userId="5d9bafdb3db22792" providerId="LiveId" clId="{A009B66A-52B2-4523-9E44-3AD6FAE92D78}" dt="2023-06-26T07:00:27.525" v="48228" actId="47"/>
        <pc:sldMkLst>
          <pc:docMk/>
          <pc:sldMk cId="864233187" sldId="1305"/>
        </pc:sldMkLst>
      </pc:sldChg>
      <pc:sldChg chg="addSp modSp del">
        <pc:chgData name="Minchang Jang" userId="5d9bafdb3db22792" providerId="LiveId" clId="{A009B66A-52B2-4523-9E44-3AD6FAE92D78}" dt="2023-06-26T07:00:27.525" v="48228" actId="47"/>
        <pc:sldMkLst>
          <pc:docMk/>
          <pc:sldMk cId="3801784673" sldId="1306"/>
        </pc:sldMkLst>
      </pc:sldChg>
      <pc:sldChg chg="addSp modSp del">
        <pc:chgData name="Minchang Jang" userId="5d9bafdb3db22792" providerId="LiveId" clId="{A009B66A-52B2-4523-9E44-3AD6FAE92D78}" dt="2023-06-26T01:05:56.757" v="37782" actId="47"/>
        <pc:sldMkLst>
          <pc:docMk/>
          <pc:sldMk cId="443428497" sldId="1308"/>
        </pc:sldMkLst>
      </pc:sldChg>
      <pc:sldChg chg="addSp modSp">
        <pc:chgData name="Minchang Jang" userId="5d9bafdb3db22792" providerId="LiveId" clId="{A009B66A-52B2-4523-9E44-3AD6FAE92D78}" dt="2023-06-23T09:18:56.311" v="14614"/>
        <pc:sldMkLst>
          <pc:docMk/>
          <pc:sldMk cId="181284461" sldId="1309"/>
        </pc:sldMkLst>
      </pc:sldChg>
      <pc:sldChg chg="addSp modSp">
        <pc:chgData name="Minchang Jang" userId="5d9bafdb3db22792" providerId="LiveId" clId="{A009B66A-52B2-4523-9E44-3AD6FAE92D78}" dt="2023-06-23T09:18:57.373" v="14615"/>
        <pc:sldMkLst>
          <pc:docMk/>
          <pc:sldMk cId="1030452455" sldId="1310"/>
        </pc:sldMkLst>
      </pc:sldChg>
      <pc:sldChg chg="addSp modSp">
        <pc:chgData name="Minchang Jang" userId="5d9bafdb3db22792" providerId="LiveId" clId="{A009B66A-52B2-4523-9E44-3AD6FAE92D78}" dt="2023-06-23T09:18:58.585" v="14616"/>
        <pc:sldMkLst>
          <pc:docMk/>
          <pc:sldMk cId="3261870967" sldId="1311"/>
        </pc:sldMkLst>
      </pc:sldChg>
      <pc:sldChg chg="addSp modSp del">
        <pc:chgData name="Minchang Jang" userId="5d9bafdb3db22792" providerId="LiveId" clId="{A009B66A-52B2-4523-9E44-3AD6FAE92D78}" dt="2023-06-24T16:39:12.775" v="34618" actId="47"/>
        <pc:sldMkLst>
          <pc:docMk/>
          <pc:sldMk cId="316090909" sldId="1313"/>
        </pc:sldMkLst>
      </pc:sldChg>
      <pc:sldChg chg="add del">
        <pc:chgData name="Minchang Jang" userId="5d9bafdb3db22792" providerId="LiveId" clId="{A009B66A-52B2-4523-9E44-3AD6FAE92D78}" dt="2023-06-23T06:16:24.250" v="6244" actId="47"/>
        <pc:sldMkLst>
          <pc:docMk/>
          <pc:sldMk cId="3948478565" sldId="1314"/>
        </pc:sldMkLst>
      </pc:sldChg>
      <pc:sldChg chg="add del">
        <pc:chgData name="Minchang Jang" userId="5d9bafdb3db22792" providerId="LiveId" clId="{A009B66A-52B2-4523-9E44-3AD6FAE92D78}" dt="2023-06-23T06:31:36.368" v="6736" actId="47"/>
        <pc:sldMkLst>
          <pc:docMk/>
          <pc:sldMk cId="3921540356" sldId="1315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4240896175" sldId="1316"/>
        </pc:sldMkLst>
      </pc:sldChg>
      <pc:sldChg chg="del">
        <pc:chgData name="Minchang Jang" userId="5d9bafdb3db22792" providerId="LiveId" clId="{A009B66A-52B2-4523-9E44-3AD6FAE92D78}" dt="2023-06-23T06:19:12.646" v="6345" actId="47"/>
        <pc:sldMkLst>
          <pc:docMk/>
          <pc:sldMk cId="4066449809" sldId="1317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1421036266" sldId="1318"/>
        </pc:sldMkLst>
      </pc:sldChg>
      <pc:sldChg chg="del">
        <pc:chgData name="Minchang Jang" userId="5d9bafdb3db22792" providerId="LiveId" clId="{A009B66A-52B2-4523-9E44-3AD6FAE92D78}" dt="2023-06-23T06:31:36.368" v="6736" actId="47"/>
        <pc:sldMkLst>
          <pc:docMk/>
          <pc:sldMk cId="670668114" sldId="1319"/>
        </pc:sldMkLst>
      </pc:sldChg>
      <pc:sldChg chg="modSp mod">
        <pc:chgData name="Minchang Jang" userId="5d9bafdb3db22792" providerId="LiveId" clId="{A009B66A-52B2-4523-9E44-3AD6FAE92D78}" dt="2023-06-23T07:11:52.702" v="6990" actId="20577"/>
        <pc:sldMkLst>
          <pc:docMk/>
          <pc:sldMk cId="1696670891" sldId="1320"/>
        </pc:sldMkLst>
      </pc:sldChg>
      <pc:sldChg chg="del">
        <pc:chgData name="Minchang Jang" userId="5d9bafdb3db22792" providerId="LiveId" clId="{A009B66A-52B2-4523-9E44-3AD6FAE92D78}" dt="2023-06-23T09:10:03.997" v="14406" actId="47"/>
        <pc:sldMkLst>
          <pc:docMk/>
          <pc:sldMk cId="1569788863" sldId="1321"/>
        </pc:sldMkLst>
      </pc:sldChg>
      <pc:sldChg chg="del">
        <pc:chgData name="Minchang Jang" userId="5d9bafdb3db22792" providerId="LiveId" clId="{A009B66A-52B2-4523-9E44-3AD6FAE92D78}" dt="2023-06-23T09:10:08.990" v="14409" actId="47"/>
        <pc:sldMkLst>
          <pc:docMk/>
          <pc:sldMk cId="2267338153" sldId="1322"/>
        </pc:sldMkLst>
      </pc:sldChg>
      <pc:sldChg chg="del">
        <pc:chgData name="Minchang Jang" userId="5d9bafdb3db22792" providerId="LiveId" clId="{A009B66A-52B2-4523-9E44-3AD6FAE92D78}" dt="2023-06-24T06:54:44.530" v="19445" actId="47"/>
        <pc:sldMkLst>
          <pc:docMk/>
          <pc:sldMk cId="3368353205" sldId="1323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233744960" sldId="1324"/>
        </pc:sldMkLst>
      </pc:sldChg>
      <pc:sldChg chg="addSp modSp del">
        <pc:chgData name="Minchang Jang" userId="5d9bafdb3db22792" providerId="LiveId" clId="{A009B66A-52B2-4523-9E44-3AD6FAE92D78}" dt="2023-06-24T11:35:21.937" v="27388" actId="47"/>
        <pc:sldMkLst>
          <pc:docMk/>
          <pc:sldMk cId="4124267103" sldId="1325"/>
        </pc:sldMkLst>
      </pc:sldChg>
      <pc:sldChg chg="addSp delSp modSp del mod">
        <pc:chgData name="Minchang Jang" userId="5d9bafdb3db22792" providerId="LiveId" clId="{A009B66A-52B2-4523-9E44-3AD6FAE92D78}" dt="2023-06-24T11:35:21.937" v="27388" actId="47"/>
        <pc:sldMkLst>
          <pc:docMk/>
          <pc:sldMk cId="1673358741" sldId="1326"/>
        </pc:sldMkLst>
      </pc:sldChg>
      <pc:sldChg chg="modSp del mod">
        <pc:chgData name="Minchang Jang" userId="5d9bafdb3db22792" providerId="LiveId" clId="{A009B66A-52B2-4523-9E44-3AD6FAE92D78}" dt="2023-06-29T09:18:21.636" v="73287" actId="47"/>
        <pc:sldMkLst>
          <pc:docMk/>
          <pc:sldMk cId="283846498" sldId="1327"/>
        </pc:sldMkLst>
      </pc:sldChg>
      <pc:sldChg chg="del">
        <pc:chgData name="Minchang Jang" userId="5d9bafdb3db22792" providerId="LiveId" clId="{A009B66A-52B2-4523-9E44-3AD6FAE92D78}" dt="2023-06-24T15:56:44.678" v="34044" actId="47"/>
        <pc:sldMkLst>
          <pc:docMk/>
          <pc:sldMk cId="2191497673" sldId="1328"/>
        </pc:sldMkLst>
      </pc:sldChg>
      <pc:sldChg chg="del">
        <pc:chgData name="Minchang Jang" userId="5d9bafdb3db22792" providerId="LiveId" clId="{A009B66A-52B2-4523-9E44-3AD6FAE92D78}" dt="2023-06-24T16:36:04.569" v="34609" actId="47"/>
        <pc:sldMkLst>
          <pc:docMk/>
          <pc:sldMk cId="904973716" sldId="1329"/>
        </pc:sldMkLst>
      </pc:sldChg>
      <pc:sldChg chg="del">
        <pc:chgData name="Minchang Jang" userId="5d9bafdb3db22792" providerId="LiveId" clId="{A009B66A-52B2-4523-9E44-3AD6FAE92D78}" dt="2023-06-26T01:05:18.375" v="37780" actId="47"/>
        <pc:sldMkLst>
          <pc:docMk/>
          <pc:sldMk cId="4011606289" sldId="1330"/>
        </pc:sldMkLst>
      </pc:sldChg>
      <pc:sldChg chg="del">
        <pc:chgData name="Minchang Jang" userId="5d9bafdb3db22792" providerId="LiveId" clId="{A009B66A-52B2-4523-9E44-3AD6FAE92D78}" dt="2023-06-24T16:35:52.478" v="34608" actId="47"/>
        <pc:sldMkLst>
          <pc:docMk/>
          <pc:sldMk cId="1269910329" sldId="1331"/>
        </pc:sldMkLst>
      </pc:sldChg>
      <pc:sldChg chg="del">
        <pc:chgData name="Minchang Jang" userId="5d9bafdb3db22792" providerId="LiveId" clId="{A009B66A-52B2-4523-9E44-3AD6FAE92D78}" dt="2023-06-27T01:23:12.245" v="53064" actId="47"/>
        <pc:sldMkLst>
          <pc:docMk/>
          <pc:sldMk cId="2253621842" sldId="1332"/>
        </pc:sldMkLst>
      </pc:sldChg>
      <pc:sldChg chg="del">
        <pc:chgData name="Minchang Jang" userId="5d9bafdb3db22792" providerId="LiveId" clId="{A009B66A-52B2-4523-9E44-3AD6FAE92D78}" dt="2023-06-27T03:23:07.956" v="57528" actId="47"/>
        <pc:sldMkLst>
          <pc:docMk/>
          <pc:sldMk cId="1931447280" sldId="1333"/>
        </pc:sldMkLst>
      </pc:sldChg>
      <pc:sldChg chg="del">
        <pc:chgData name="Minchang Jang" userId="5d9bafdb3db22792" providerId="LiveId" clId="{A009B66A-52B2-4523-9E44-3AD6FAE92D78}" dt="2023-06-27T05:01:58.108" v="61025" actId="47"/>
        <pc:sldMkLst>
          <pc:docMk/>
          <pc:sldMk cId="2320248558" sldId="1334"/>
        </pc:sldMkLst>
      </pc:sldChg>
      <pc:sldChg chg="del">
        <pc:chgData name="Minchang Jang" userId="5d9bafdb3db22792" providerId="LiveId" clId="{A009B66A-52B2-4523-9E44-3AD6FAE92D78}" dt="2023-06-26T05:36:42.095" v="45491" actId="47"/>
        <pc:sldMkLst>
          <pc:docMk/>
          <pc:sldMk cId="2792176315" sldId="1337"/>
        </pc:sldMkLst>
      </pc:sldChg>
      <pc:sldChg chg="del">
        <pc:chgData name="Minchang Jang" userId="5d9bafdb3db22792" providerId="LiveId" clId="{A009B66A-52B2-4523-9E44-3AD6FAE92D78}" dt="2023-06-26T07:00:27.525" v="48228" actId="47"/>
        <pc:sldMkLst>
          <pc:docMk/>
          <pc:sldMk cId="3263131029" sldId="1338"/>
        </pc:sldMkLst>
      </pc:sldChg>
      <pc:sldChg chg="del">
        <pc:chgData name="Minchang Jang" userId="5d9bafdb3db22792" providerId="LiveId" clId="{A009B66A-52B2-4523-9E44-3AD6FAE92D78}" dt="2023-06-26T01:05:56.757" v="37782" actId="47"/>
        <pc:sldMkLst>
          <pc:docMk/>
          <pc:sldMk cId="2465180861" sldId="1339"/>
        </pc:sldMkLst>
      </pc:sldChg>
      <pc:sldChg chg="del">
        <pc:chgData name="Minchang Jang" userId="5d9bafdb3db22792" providerId="LiveId" clId="{A009B66A-52B2-4523-9E44-3AD6FAE92D78}" dt="2023-06-27T06:53:52.969" v="65984" actId="47"/>
        <pc:sldMkLst>
          <pc:docMk/>
          <pc:sldMk cId="2081501194" sldId="1340"/>
        </pc:sldMkLst>
      </pc:sldChg>
      <pc:sldChg chg="del">
        <pc:chgData name="Minchang Jang" userId="5d9bafdb3db22792" providerId="LiveId" clId="{A009B66A-52B2-4523-9E44-3AD6FAE92D78}" dt="2023-06-24T16:39:26.546" v="34623" actId="47"/>
        <pc:sldMkLst>
          <pc:docMk/>
          <pc:sldMk cId="2551686567" sldId="1341"/>
        </pc:sldMkLst>
      </pc:sldChg>
      <pc:sldChg chg="del">
        <pc:chgData name="Minchang Jang" userId="5d9bafdb3db22792" providerId="LiveId" clId="{A009B66A-52B2-4523-9E44-3AD6FAE92D78}" dt="2023-06-26T01:06:14.744" v="37783" actId="47"/>
        <pc:sldMkLst>
          <pc:docMk/>
          <pc:sldMk cId="1476682904" sldId="1342"/>
        </pc:sldMkLst>
      </pc:sldChg>
      <pc:sldChg chg="del">
        <pc:chgData name="Minchang Jang" userId="5d9bafdb3db22792" providerId="LiveId" clId="{A009B66A-52B2-4523-9E44-3AD6FAE92D78}" dt="2023-06-26T01:06:14.744" v="37783" actId="47"/>
        <pc:sldMkLst>
          <pc:docMk/>
          <pc:sldMk cId="3472214625" sldId="1343"/>
        </pc:sldMkLst>
      </pc:sldChg>
      <pc:sldChg chg="del">
        <pc:chgData name="Minchang Jang" userId="5d9bafdb3db22792" providerId="LiveId" clId="{A009B66A-52B2-4523-9E44-3AD6FAE92D78}" dt="2023-06-26T01:06:14.744" v="37783" actId="47"/>
        <pc:sldMkLst>
          <pc:docMk/>
          <pc:sldMk cId="1619356410" sldId="1344"/>
        </pc:sldMkLst>
      </pc:sldChg>
      <pc:sldChg chg="del">
        <pc:chgData name="Minchang Jang" userId="5d9bafdb3db22792" providerId="LiveId" clId="{A009B66A-52B2-4523-9E44-3AD6FAE92D78}" dt="2023-06-27T06:53:52.969" v="65984" actId="47"/>
        <pc:sldMkLst>
          <pc:docMk/>
          <pc:sldMk cId="689914674" sldId="1345"/>
        </pc:sldMkLst>
      </pc:sldChg>
      <pc:sldChg chg="del">
        <pc:chgData name="Minchang Jang" userId="5d9bafdb3db22792" providerId="LiveId" clId="{A009B66A-52B2-4523-9E44-3AD6FAE92D78}" dt="2023-06-27T06:53:52.969" v="65984" actId="47"/>
        <pc:sldMkLst>
          <pc:docMk/>
          <pc:sldMk cId="1762416069" sldId="1347"/>
        </pc:sldMkLst>
      </pc:sldChg>
      <pc:sldChg chg="del">
        <pc:chgData name="Minchang Jang" userId="5d9bafdb3db22792" providerId="LiveId" clId="{A009B66A-52B2-4523-9E44-3AD6FAE92D78}" dt="2023-06-27T06:53:52.969" v="65984" actId="47"/>
        <pc:sldMkLst>
          <pc:docMk/>
          <pc:sldMk cId="2384896296" sldId="1348"/>
        </pc:sldMkLst>
      </pc:sldChg>
      <pc:sldChg chg="del">
        <pc:chgData name="Minchang Jang" userId="5d9bafdb3db22792" providerId="LiveId" clId="{A009B66A-52B2-4523-9E44-3AD6FAE92D78}" dt="2023-06-29T09:18:21.636" v="73287" actId="47"/>
        <pc:sldMkLst>
          <pc:docMk/>
          <pc:sldMk cId="2176288641" sldId="1349"/>
        </pc:sldMkLst>
      </pc:sldChg>
      <pc:sldChg chg="del">
        <pc:chgData name="Minchang Jang" userId="5d9bafdb3db22792" providerId="LiveId" clId="{A009B66A-52B2-4523-9E44-3AD6FAE92D78}" dt="2023-06-27T06:53:52.969" v="65984" actId="47"/>
        <pc:sldMkLst>
          <pc:docMk/>
          <pc:sldMk cId="3857298436" sldId="1350"/>
        </pc:sldMkLst>
      </pc:sldChg>
      <pc:sldChg chg="del">
        <pc:chgData name="Minchang Jang" userId="5d9bafdb3db22792" providerId="LiveId" clId="{A009B66A-52B2-4523-9E44-3AD6FAE92D78}" dt="2023-06-27T06:53:52.969" v="65984" actId="47"/>
        <pc:sldMkLst>
          <pc:docMk/>
          <pc:sldMk cId="2263570906" sldId="1351"/>
        </pc:sldMkLst>
      </pc:sldChg>
      <pc:sldChg chg="addSp modSp del">
        <pc:chgData name="Minchang Jang" userId="5d9bafdb3db22792" providerId="LiveId" clId="{A009B66A-52B2-4523-9E44-3AD6FAE92D78}" dt="2023-06-24T16:39:25.269" v="34622" actId="47"/>
        <pc:sldMkLst>
          <pc:docMk/>
          <pc:sldMk cId="1767567365" sldId="1352"/>
        </pc:sldMkLst>
      </pc:sldChg>
      <pc:sldChg chg="modSp add mod">
        <pc:chgData name="Minchang Jang" userId="5d9bafdb3db22792" providerId="LiveId" clId="{A009B66A-52B2-4523-9E44-3AD6FAE92D78}" dt="2023-06-23T05:23:02.129" v="88" actId="20577"/>
        <pc:sldMkLst>
          <pc:docMk/>
          <pc:sldMk cId="356041510" sldId="1353"/>
        </pc:sldMkLst>
      </pc:sldChg>
      <pc:sldChg chg="modSp add mod">
        <pc:chgData name="Minchang Jang" userId="5d9bafdb3db22792" providerId="LiveId" clId="{A009B66A-52B2-4523-9E44-3AD6FAE92D78}" dt="2023-06-23T05:23:11.850" v="93" actId="20577"/>
        <pc:sldMkLst>
          <pc:docMk/>
          <pc:sldMk cId="3671452263" sldId="1354"/>
        </pc:sldMkLst>
      </pc:sldChg>
      <pc:sldChg chg="addSp delSp modSp add mod">
        <pc:chgData name="Minchang Jang" userId="5d9bafdb3db22792" providerId="LiveId" clId="{A009B66A-52B2-4523-9E44-3AD6FAE92D78}" dt="2023-06-23T05:24:19.887" v="142" actId="1076"/>
        <pc:sldMkLst>
          <pc:docMk/>
          <pc:sldMk cId="2064244889" sldId="1355"/>
        </pc:sldMkLst>
      </pc:sldChg>
      <pc:sldChg chg="addSp delSp modSp add mod chgLayout">
        <pc:chgData name="Minchang Jang" userId="5d9bafdb3db22792" providerId="LiveId" clId="{A009B66A-52B2-4523-9E44-3AD6FAE92D78}" dt="2023-06-23T05:26:13.697" v="286" actId="6264"/>
        <pc:sldMkLst>
          <pc:docMk/>
          <pc:sldMk cId="1587478372" sldId="1356"/>
        </pc:sldMkLst>
      </pc:sldChg>
      <pc:sldChg chg="addSp delSp modSp add mod chgLayout">
        <pc:chgData name="Minchang Jang" userId="5d9bafdb3db22792" providerId="LiveId" clId="{A009B66A-52B2-4523-9E44-3AD6FAE92D78}" dt="2023-06-23T08:37:25.400" v="12116" actId="1035"/>
        <pc:sldMkLst>
          <pc:docMk/>
          <pc:sldMk cId="3851711316" sldId="1357"/>
        </pc:sldMkLst>
      </pc:sldChg>
      <pc:sldChg chg="modSp add mod ord">
        <pc:chgData name="Minchang Jang" userId="5d9bafdb3db22792" providerId="LiveId" clId="{A009B66A-52B2-4523-9E44-3AD6FAE92D78}" dt="2023-06-23T05:27:52.166" v="407" actId="20577"/>
        <pc:sldMkLst>
          <pc:docMk/>
          <pc:sldMk cId="223091681" sldId="1358"/>
        </pc:sldMkLst>
      </pc:sldChg>
      <pc:sldChg chg="addSp delSp modSp add mod">
        <pc:chgData name="Minchang Jang" userId="5d9bafdb3db22792" providerId="LiveId" clId="{A009B66A-52B2-4523-9E44-3AD6FAE92D78}" dt="2023-06-23T08:35:46.432" v="12079" actId="6549"/>
        <pc:sldMkLst>
          <pc:docMk/>
          <pc:sldMk cId="260762853" sldId="1359"/>
        </pc:sldMkLst>
      </pc:sldChg>
      <pc:sldChg chg="addSp delSp modSp add mod">
        <pc:chgData name="Minchang Jang" userId="5d9bafdb3db22792" providerId="LiveId" clId="{A009B66A-52B2-4523-9E44-3AD6FAE92D78}" dt="2023-06-23T05:34:51.953" v="905" actId="22"/>
        <pc:sldMkLst>
          <pc:docMk/>
          <pc:sldMk cId="2249660312" sldId="1360"/>
        </pc:sldMkLst>
      </pc:sldChg>
      <pc:sldChg chg="addSp delSp modSp add mod">
        <pc:chgData name="Minchang Jang" userId="5d9bafdb3db22792" providerId="LiveId" clId="{A009B66A-52B2-4523-9E44-3AD6FAE92D78}" dt="2023-06-23T05:35:56.757" v="1023" actId="1076"/>
        <pc:sldMkLst>
          <pc:docMk/>
          <pc:sldMk cId="3714279228" sldId="1361"/>
        </pc:sldMkLst>
      </pc:sldChg>
      <pc:sldChg chg="addSp delSp modSp add mod">
        <pc:chgData name="Minchang Jang" userId="5d9bafdb3db22792" providerId="LiveId" clId="{A009B66A-52B2-4523-9E44-3AD6FAE92D78}" dt="2023-06-23T05:38:38.039" v="1247" actId="20577"/>
        <pc:sldMkLst>
          <pc:docMk/>
          <pc:sldMk cId="1409094983" sldId="1362"/>
        </pc:sldMkLst>
      </pc:sldChg>
      <pc:sldChg chg="addSp delSp modSp add mod">
        <pc:chgData name="Minchang Jang" userId="5d9bafdb3db22792" providerId="LiveId" clId="{A009B66A-52B2-4523-9E44-3AD6FAE92D78}" dt="2023-06-23T05:39:25.245" v="1327" actId="1035"/>
        <pc:sldMkLst>
          <pc:docMk/>
          <pc:sldMk cId="440573850" sldId="1363"/>
        </pc:sldMkLst>
      </pc:sldChg>
      <pc:sldChg chg="addSp delSp modSp add mod">
        <pc:chgData name="Minchang Jang" userId="5d9bafdb3db22792" providerId="LiveId" clId="{A009B66A-52B2-4523-9E44-3AD6FAE92D78}" dt="2023-06-23T05:39:26.825" v="1329" actId="1035"/>
        <pc:sldMkLst>
          <pc:docMk/>
          <pc:sldMk cId="3897733009" sldId="1364"/>
        </pc:sldMkLst>
      </pc:sldChg>
      <pc:sldChg chg="addSp delSp modSp add mod">
        <pc:chgData name="Minchang Jang" userId="5d9bafdb3db22792" providerId="LiveId" clId="{A009B66A-52B2-4523-9E44-3AD6FAE92D78}" dt="2023-06-23T05:41:08.384" v="1421" actId="20577"/>
        <pc:sldMkLst>
          <pc:docMk/>
          <pc:sldMk cId="3394409944" sldId="1365"/>
        </pc:sldMkLst>
      </pc:sldChg>
      <pc:sldChg chg="addSp delSp modSp add mod">
        <pc:chgData name="Minchang Jang" userId="5d9bafdb3db22792" providerId="LiveId" clId="{A009B66A-52B2-4523-9E44-3AD6FAE92D78}" dt="2023-06-23T05:43:10.536" v="1585" actId="20577"/>
        <pc:sldMkLst>
          <pc:docMk/>
          <pc:sldMk cId="4075211111" sldId="1366"/>
        </pc:sldMkLst>
      </pc:sldChg>
      <pc:sldChg chg="addSp delSp modSp add mod">
        <pc:chgData name="Minchang Jang" userId="5d9bafdb3db22792" providerId="LiveId" clId="{A009B66A-52B2-4523-9E44-3AD6FAE92D78}" dt="2023-06-23T08:37:46.807" v="12118" actId="27636"/>
        <pc:sldMkLst>
          <pc:docMk/>
          <pc:sldMk cId="293890890" sldId="1367"/>
        </pc:sldMkLst>
      </pc:sldChg>
      <pc:sldChg chg="add del">
        <pc:chgData name="Minchang Jang" userId="5d9bafdb3db22792" providerId="LiveId" clId="{A009B66A-52B2-4523-9E44-3AD6FAE92D78}" dt="2023-06-23T05:41:31.542" v="1426"/>
        <pc:sldMkLst>
          <pc:docMk/>
          <pc:sldMk cId="1928235792" sldId="1367"/>
        </pc:sldMkLst>
      </pc:sldChg>
      <pc:sldChg chg="add del">
        <pc:chgData name="Minchang Jang" userId="5d9bafdb3db22792" providerId="LiveId" clId="{A009B66A-52B2-4523-9E44-3AD6FAE92D78}" dt="2023-06-23T05:42:08.456" v="1490" actId="47"/>
        <pc:sldMkLst>
          <pc:docMk/>
          <pc:sldMk cId="2086266454" sldId="1367"/>
        </pc:sldMkLst>
      </pc:sldChg>
      <pc:sldChg chg="modSp add mod">
        <pc:chgData name="Minchang Jang" userId="5d9bafdb3db22792" providerId="LiveId" clId="{A009B66A-52B2-4523-9E44-3AD6FAE92D78}" dt="2023-06-23T08:38:12.260" v="12120" actId="20577"/>
        <pc:sldMkLst>
          <pc:docMk/>
          <pc:sldMk cId="3803370661" sldId="1368"/>
        </pc:sldMkLst>
      </pc:sldChg>
      <pc:sldChg chg="addSp delSp modSp add mod ord chgLayout">
        <pc:chgData name="Minchang Jang" userId="5d9bafdb3db22792" providerId="LiveId" clId="{A009B66A-52B2-4523-9E44-3AD6FAE92D78}" dt="2023-06-23T06:19:29.971" v="6348" actId="20577"/>
        <pc:sldMkLst>
          <pc:docMk/>
          <pc:sldMk cId="1469091793" sldId="1369"/>
        </pc:sldMkLst>
      </pc:sldChg>
      <pc:sldChg chg="addSp delSp modSp add mod">
        <pc:chgData name="Minchang Jang" userId="5d9bafdb3db22792" providerId="LiveId" clId="{A009B66A-52B2-4523-9E44-3AD6FAE92D78}" dt="2023-06-23T06:26:55.119" v="6731" actId="20577"/>
        <pc:sldMkLst>
          <pc:docMk/>
          <pc:sldMk cId="2672562220" sldId="1370"/>
        </pc:sldMkLst>
      </pc:sldChg>
      <pc:sldChg chg="addSp delSp modSp add del mod">
        <pc:chgData name="Minchang Jang" userId="5d9bafdb3db22792" providerId="LiveId" clId="{A009B66A-52B2-4523-9E44-3AD6FAE92D78}" dt="2023-06-23T07:00:51.141" v="6805" actId="20577"/>
        <pc:sldMkLst>
          <pc:docMk/>
          <pc:sldMk cId="3132968654" sldId="1371"/>
        </pc:sldMkLst>
      </pc:sldChg>
      <pc:sldChg chg="addSp delSp modSp add mod">
        <pc:chgData name="Minchang Jang" userId="5d9bafdb3db22792" providerId="LiveId" clId="{A009B66A-52B2-4523-9E44-3AD6FAE92D78}" dt="2023-06-24T06:37:07.383" v="19155" actId="6549"/>
        <pc:sldMkLst>
          <pc:docMk/>
          <pc:sldMk cId="2178879355" sldId="1372"/>
        </pc:sldMkLst>
      </pc:sldChg>
      <pc:sldChg chg="modSp add del mod">
        <pc:chgData name="Minchang Jang" userId="5d9bafdb3db22792" providerId="LiveId" clId="{A009B66A-52B2-4523-9E44-3AD6FAE92D78}" dt="2023-06-23T07:05:56.148" v="6872" actId="47"/>
        <pc:sldMkLst>
          <pc:docMk/>
          <pc:sldMk cId="1864464878" sldId="1373"/>
        </pc:sldMkLst>
      </pc:sldChg>
      <pc:sldChg chg="addSp modSp add mod">
        <pc:chgData name="Minchang Jang" userId="5d9bafdb3db22792" providerId="LiveId" clId="{A009B66A-52B2-4523-9E44-3AD6FAE92D78}" dt="2023-06-23T07:12:25.665" v="6994"/>
        <pc:sldMkLst>
          <pc:docMk/>
          <pc:sldMk cId="648675704" sldId="1374"/>
        </pc:sldMkLst>
      </pc:sldChg>
      <pc:sldChg chg="addSp delSp modSp add mod">
        <pc:chgData name="Minchang Jang" userId="5d9bafdb3db22792" providerId="LiveId" clId="{A009B66A-52B2-4523-9E44-3AD6FAE92D78}" dt="2023-06-23T08:08:32.263" v="10733" actId="207"/>
        <pc:sldMkLst>
          <pc:docMk/>
          <pc:sldMk cId="3618147080" sldId="1375"/>
        </pc:sldMkLst>
      </pc:sldChg>
      <pc:sldChg chg="addSp delSp modSp add mod">
        <pc:chgData name="Minchang Jang" userId="5d9bafdb3db22792" providerId="LiveId" clId="{A009B66A-52B2-4523-9E44-3AD6FAE92D78}" dt="2023-06-24T05:52:38.341" v="14737" actId="20577"/>
        <pc:sldMkLst>
          <pc:docMk/>
          <pc:sldMk cId="1350087348" sldId="1376"/>
        </pc:sldMkLst>
      </pc:sldChg>
      <pc:sldChg chg="addSp delSp modSp add mod">
        <pc:chgData name="Minchang Jang" userId="5d9bafdb3db22792" providerId="LiveId" clId="{A009B66A-52B2-4523-9E44-3AD6FAE92D78}" dt="2023-06-23T07:20:10.985" v="7253" actId="14100"/>
        <pc:sldMkLst>
          <pc:docMk/>
          <pc:sldMk cId="3319060216" sldId="1377"/>
        </pc:sldMkLst>
      </pc:sldChg>
      <pc:sldChg chg="delSp modSp add mod">
        <pc:chgData name="Minchang Jang" userId="5d9bafdb3db22792" providerId="LiveId" clId="{A009B66A-52B2-4523-9E44-3AD6FAE92D78}" dt="2023-06-23T08:08:44.483" v="10736" actId="207"/>
        <pc:sldMkLst>
          <pc:docMk/>
          <pc:sldMk cId="3650310662" sldId="1378"/>
        </pc:sldMkLst>
      </pc:sldChg>
      <pc:sldChg chg="addSp delSp modSp add mod">
        <pc:chgData name="Minchang Jang" userId="5d9bafdb3db22792" providerId="LiveId" clId="{A009B66A-52B2-4523-9E44-3AD6FAE92D78}" dt="2023-06-23T07:22:18.496" v="7366" actId="20577"/>
        <pc:sldMkLst>
          <pc:docMk/>
          <pc:sldMk cId="2753593943" sldId="1379"/>
        </pc:sldMkLst>
      </pc:sldChg>
      <pc:sldChg chg="addSp delSp modSp add mod">
        <pc:chgData name="Minchang Jang" userId="5d9bafdb3db22792" providerId="LiveId" clId="{A009B66A-52B2-4523-9E44-3AD6FAE92D78}" dt="2023-06-23T07:22:51.142" v="7399" actId="1076"/>
        <pc:sldMkLst>
          <pc:docMk/>
          <pc:sldMk cId="3649583709" sldId="1380"/>
        </pc:sldMkLst>
      </pc:sldChg>
      <pc:sldChg chg="addSp delSp modSp add mod">
        <pc:chgData name="Minchang Jang" userId="5d9bafdb3db22792" providerId="LiveId" clId="{A009B66A-52B2-4523-9E44-3AD6FAE92D78}" dt="2023-06-23T07:29:40.293" v="7683" actId="1076"/>
        <pc:sldMkLst>
          <pc:docMk/>
          <pc:sldMk cId="1967449888" sldId="1381"/>
        </pc:sldMkLst>
      </pc:sldChg>
      <pc:sldChg chg="addSp delSp modSp add del mod">
        <pc:chgData name="Minchang Jang" userId="5d9bafdb3db22792" providerId="LiveId" clId="{A009B66A-52B2-4523-9E44-3AD6FAE92D78}" dt="2023-06-23T07:28:44.794" v="7672" actId="47"/>
        <pc:sldMkLst>
          <pc:docMk/>
          <pc:sldMk cId="1423769447" sldId="1382"/>
        </pc:sldMkLst>
      </pc:sldChg>
      <pc:sldChg chg="addSp delSp modSp add mod">
        <pc:chgData name="Minchang Jang" userId="5d9bafdb3db22792" providerId="LiveId" clId="{A009B66A-52B2-4523-9E44-3AD6FAE92D78}" dt="2023-06-23T07:53:34.251" v="9231" actId="20577"/>
        <pc:sldMkLst>
          <pc:docMk/>
          <pc:sldMk cId="3230649844" sldId="1382"/>
        </pc:sldMkLst>
      </pc:sldChg>
      <pc:sldChg chg="addSp delSp modSp add mod chgLayout">
        <pc:chgData name="Minchang Jang" userId="5d9bafdb3db22792" providerId="LiveId" clId="{A009B66A-52B2-4523-9E44-3AD6FAE92D78}" dt="2023-06-23T07:45:32.541" v="9002" actId="1036"/>
        <pc:sldMkLst>
          <pc:docMk/>
          <pc:sldMk cId="3039045767" sldId="1383"/>
        </pc:sldMkLst>
      </pc:sldChg>
      <pc:sldChg chg="addSp delSp modSp add mod ord">
        <pc:chgData name="Minchang Jang" userId="5d9bafdb3db22792" providerId="LiveId" clId="{A009B66A-52B2-4523-9E44-3AD6FAE92D78}" dt="2023-06-23T08:09:07.358" v="10738" actId="207"/>
        <pc:sldMkLst>
          <pc:docMk/>
          <pc:sldMk cId="848507191" sldId="1384"/>
        </pc:sldMkLst>
      </pc:sldChg>
      <pc:sldChg chg="addSp delSp modSp add mod">
        <pc:chgData name="Minchang Jang" userId="5d9bafdb3db22792" providerId="LiveId" clId="{A009B66A-52B2-4523-9E44-3AD6FAE92D78}" dt="2023-06-23T07:52:00.181" v="9132" actId="1076"/>
        <pc:sldMkLst>
          <pc:docMk/>
          <pc:sldMk cId="709602868" sldId="1385"/>
        </pc:sldMkLst>
      </pc:sldChg>
      <pc:sldChg chg="modSp add mod">
        <pc:chgData name="Minchang Jang" userId="5d9bafdb3db22792" providerId="LiveId" clId="{A009B66A-52B2-4523-9E44-3AD6FAE92D78}" dt="2023-06-23T07:52:39.555" v="9177" actId="20577"/>
        <pc:sldMkLst>
          <pc:docMk/>
          <pc:sldMk cId="1028810480" sldId="1386"/>
        </pc:sldMkLst>
      </pc:sldChg>
      <pc:sldChg chg="addSp delSp modSp add mod chgLayout">
        <pc:chgData name="Minchang Jang" userId="5d9bafdb3db22792" providerId="LiveId" clId="{A009B66A-52B2-4523-9E44-3AD6FAE92D78}" dt="2023-06-24T05:50:24.615" v="14692" actId="20577"/>
        <pc:sldMkLst>
          <pc:docMk/>
          <pc:sldMk cId="4242223647" sldId="1387"/>
        </pc:sldMkLst>
      </pc:sldChg>
      <pc:sldChg chg="addSp delSp modSp add mod">
        <pc:chgData name="Minchang Jang" userId="5d9bafdb3db22792" providerId="LiveId" clId="{A009B66A-52B2-4523-9E44-3AD6FAE92D78}" dt="2023-06-23T08:09:23.524" v="10740" actId="207"/>
        <pc:sldMkLst>
          <pc:docMk/>
          <pc:sldMk cId="3319114175" sldId="1388"/>
        </pc:sldMkLst>
      </pc:sldChg>
      <pc:sldChg chg="addSp delSp modSp add mod">
        <pc:chgData name="Minchang Jang" userId="5d9bafdb3db22792" providerId="LiveId" clId="{A009B66A-52B2-4523-9E44-3AD6FAE92D78}" dt="2023-06-23T08:13:56.132" v="10825" actId="14100"/>
        <pc:sldMkLst>
          <pc:docMk/>
          <pc:sldMk cId="1185055765" sldId="1389"/>
        </pc:sldMkLst>
      </pc:sldChg>
      <pc:sldChg chg="addSp delSp modSp add mod">
        <pc:chgData name="Minchang Jang" userId="5d9bafdb3db22792" providerId="LiveId" clId="{A009B66A-52B2-4523-9E44-3AD6FAE92D78}" dt="2023-06-23T08:34:16.474" v="12066" actId="1076"/>
        <pc:sldMkLst>
          <pc:docMk/>
          <pc:sldMk cId="238108144" sldId="1390"/>
        </pc:sldMkLst>
      </pc:sldChg>
      <pc:sldChg chg="addSp delSp modSp add mod">
        <pc:chgData name="Minchang Jang" userId="5d9bafdb3db22792" providerId="LiveId" clId="{A009B66A-52B2-4523-9E44-3AD6FAE92D78}" dt="2023-06-23T08:24:20.878" v="11529" actId="1038"/>
        <pc:sldMkLst>
          <pc:docMk/>
          <pc:sldMk cId="2869778809" sldId="1391"/>
        </pc:sldMkLst>
      </pc:sldChg>
      <pc:sldChg chg="addSp delSp modSp add mod">
        <pc:chgData name="Minchang Jang" userId="5d9bafdb3db22792" providerId="LiveId" clId="{A009B66A-52B2-4523-9E44-3AD6FAE92D78}" dt="2023-06-23T08:25:43.299" v="11711" actId="1076"/>
        <pc:sldMkLst>
          <pc:docMk/>
          <pc:sldMk cId="3097109280" sldId="1392"/>
        </pc:sldMkLst>
      </pc:sldChg>
      <pc:sldChg chg="addSp delSp modSp add mod">
        <pc:chgData name="Minchang Jang" userId="5d9bafdb3db22792" providerId="LiveId" clId="{A009B66A-52B2-4523-9E44-3AD6FAE92D78}" dt="2023-06-23T08:30:19.645" v="12037" actId="22"/>
        <pc:sldMkLst>
          <pc:docMk/>
          <pc:sldMk cId="869406444" sldId="1393"/>
        </pc:sldMkLst>
      </pc:sldChg>
      <pc:sldChg chg="addSp modSp add mod">
        <pc:chgData name="Minchang Jang" userId="5d9bafdb3db22792" providerId="LiveId" clId="{A009B66A-52B2-4523-9E44-3AD6FAE92D78}" dt="2023-06-23T08:39:58.757" v="12129" actId="20577"/>
        <pc:sldMkLst>
          <pc:docMk/>
          <pc:sldMk cId="235275822" sldId="1394"/>
        </pc:sldMkLst>
      </pc:sldChg>
      <pc:sldChg chg="add del">
        <pc:chgData name="Minchang Jang" userId="5d9bafdb3db22792" providerId="LiveId" clId="{A009B66A-52B2-4523-9E44-3AD6FAE92D78}" dt="2023-06-23T08:26:49.666" v="11825"/>
        <pc:sldMkLst>
          <pc:docMk/>
          <pc:sldMk cId="3705912527" sldId="1394"/>
        </pc:sldMkLst>
      </pc:sldChg>
      <pc:sldChg chg="addSp modSp add mod">
        <pc:chgData name="Minchang Jang" userId="5d9bafdb3db22792" providerId="LiveId" clId="{A009B66A-52B2-4523-9E44-3AD6FAE92D78}" dt="2023-06-23T08:49:38.372" v="12752" actId="20577"/>
        <pc:sldMkLst>
          <pc:docMk/>
          <pc:sldMk cId="2313323123" sldId="1395"/>
        </pc:sldMkLst>
      </pc:sldChg>
      <pc:sldChg chg="addSp delSp modSp add mod">
        <pc:chgData name="Minchang Jang" userId="5d9bafdb3db22792" providerId="LiveId" clId="{A009B66A-52B2-4523-9E44-3AD6FAE92D78}" dt="2023-06-23T08:43:33.091" v="12253" actId="478"/>
        <pc:sldMkLst>
          <pc:docMk/>
          <pc:sldMk cId="2784214573" sldId="1396"/>
        </pc:sldMkLst>
      </pc:sldChg>
      <pc:sldChg chg="modSp add mod">
        <pc:chgData name="Minchang Jang" userId="5d9bafdb3db22792" providerId="LiveId" clId="{A009B66A-52B2-4523-9E44-3AD6FAE92D78}" dt="2023-06-23T08:44:15.957" v="12284" actId="20577"/>
        <pc:sldMkLst>
          <pc:docMk/>
          <pc:sldMk cId="186730658" sldId="1397"/>
        </pc:sldMkLst>
      </pc:sldChg>
      <pc:sldChg chg="addSp modSp add mod">
        <pc:chgData name="Minchang Jang" userId="5d9bafdb3db22792" providerId="LiveId" clId="{A009B66A-52B2-4523-9E44-3AD6FAE92D78}" dt="2023-06-23T08:54:36.891" v="13092" actId="207"/>
        <pc:sldMkLst>
          <pc:docMk/>
          <pc:sldMk cId="1530165378" sldId="1398"/>
        </pc:sldMkLst>
      </pc:sldChg>
      <pc:sldChg chg="modSp add mod">
        <pc:chgData name="Minchang Jang" userId="5d9bafdb3db22792" providerId="LiveId" clId="{A009B66A-52B2-4523-9E44-3AD6FAE92D78}" dt="2023-06-23T08:54:42.020" v="13093" actId="207"/>
        <pc:sldMkLst>
          <pc:docMk/>
          <pc:sldMk cId="1515613220" sldId="1399"/>
        </pc:sldMkLst>
      </pc:sldChg>
      <pc:sldChg chg="modSp add mod">
        <pc:chgData name="Minchang Jang" userId="5d9bafdb3db22792" providerId="LiveId" clId="{A009B66A-52B2-4523-9E44-3AD6FAE92D78}" dt="2023-06-23T08:54:45.279" v="13094" actId="207"/>
        <pc:sldMkLst>
          <pc:docMk/>
          <pc:sldMk cId="2558355463" sldId="1400"/>
        </pc:sldMkLst>
      </pc:sldChg>
      <pc:sldChg chg="modSp add mod">
        <pc:chgData name="Minchang Jang" userId="5d9bafdb3db22792" providerId="LiveId" clId="{A009B66A-52B2-4523-9E44-3AD6FAE92D78}" dt="2023-06-23T08:55:23.262" v="13141" actId="20577"/>
        <pc:sldMkLst>
          <pc:docMk/>
          <pc:sldMk cId="598432333" sldId="1401"/>
        </pc:sldMkLst>
      </pc:sldChg>
      <pc:sldChg chg="modSp add mod">
        <pc:chgData name="Minchang Jang" userId="5d9bafdb3db22792" providerId="LiveId" clId="{A009B66A-52B2-4523-9E44-3AD6FAE92D78}" dt="2023-06-23T08:56:16.315" v="13177" actId="20577"/>
        <pc:sldMkLst>
          <pc:docMk/>
          <pc:sldMk cId="2047801190" sldId="1402"/>
        </pc:sldMkLst>
      </pc:sldChg>
      <pc:sldChg chg="addSp delSp modSp add mod">
        <pc:chgData name="Minchang Jang" userId="5d9bafdb3db22792" providerId="LiveId" clId="{A009B66A-52B2-4523-9E44-3AD6FAE92D78}" dt="2023-06-24T05:52:11.737" v="14734" actId="20577"/>
        <pc:sldMkLst>
          <pc:docMk/>
          <pc:sldMk cId="1225731341" sldId="1403"/>
        </pc:sldMkLst>
      </pc:sldChg>
      <pc:sldChg chg="addSp delSp modSp add mod">
        <pc:chgData name="Minchang Jang" userId="5d9bafdb3db22792" providerId="LiveId" clId="{A009B66A-52B2-4523-9E44-3AD6FAE92D78}" dt="2023-06-24T06:06:05.582" v="16525" actId="20577"/>
        <pc:sldMkLst>
          <pc:docMk/>
          <pc:sldMk cId="2563418894" sldId="1404"/>
        </pc:sldMkLst>
      </pc:sldChg>
      <pc:sldChg chg="addSp delSp modSp add mod">
        <pc:chgData name="Minchang Jang" userId="5d9bafdb3db22792" providerId="LiveId" clId="{A009B66A-52B2-4523-9E44-3AD6FAE92D78}" dt="2023-06-24T07:15:33.045" v="21008" actId="20577"/>
        <pc:sldMkLst>
          <pc:docMk/>
          <pc:sldMk cId="3359043424" sldId="1405"/>
        </pc:sldMkLst>
      </pc:sldChg>
      <pc:sldChg chg="delSp modSp add mod">
        <pc:chgData name="Minchang Jang" userId="5d9bafdb3db22792" providerId="LiveId" clId="{A009B66A-52B2-4523-9E44-3AD6FAE92D78}" dt="2023-06-24T06:12:55.312" v="17363" actId="6549"/>
        <pc:sldMkLst>
          <pc:docMk/>
          <pc:sldMk cId="647478297" sldId="1406"/>
        </pc:sldMkLst>
      </pc:sldChg>
      <pc:sldChg chg="modSp add mod">
        <pc:chgData name="Minchang Jang" userId="5d9bafdb3db22792" providerId="LiveId" clId="{A009B66A-52B2-4523-9E44-3AD6FAE92D78}" dt="2023-06-24T06:38:38.048" v="19244" actId="20577"/>
        <pc:sldMkLst>
          <pc:docMk/>
          <pc:sldMk cId="3405111806" sldId="1407"/>
        </pc:sldMkLst>
      </pc:sldChg>
      <pc:sldChg chg="addSp delSp modSp add mod">
        <pc:chgData name="Minchang Jang" userId="5d9bafdb3db22792" providerId="LiveId" clId="{A009B66A-52B2-4523-9E44-3AD6FAE92D78}" dt="2023-06-24T07:05:00.684" v="20111" actId="20577"/>
        <pc:sldMkLst>
          <pc:docMk/>
          <pc:sldMk cId="1978298890" sldId="1408"/>
        </pc:sldMkLst>
      </pc:sldChg>
      <pc:sldChg chg="modSp add del mod">
        <pc:chgData name="Minchang Jang" userId="5d9bafdb3db22792" providerId="LiveId" clId="{A009B66A-52B2-4523-9E44-3AD6FAE92D78}" dt="2023-06-24T06:13:54.411" v="17584" actId="47"/>
        <pc:sldMkLst>
          <pc:docMk/>
          <pc:sldMk cId="2283394099" sldId="1408"/>
        </pc:sldMkLst>
      </pc:sldChg>
      <pc:sldChg chg="addSp modSp add mod">
        <pc:chgData name="Minchang Jang" userId="5d9bafdb3db22792" providerId="LiveId" clId="{A009B66A-52B2-4523-9E44-3AD6FAE92D78}" dt="2023-06-24T12:42:41.607" v="27514" actId="20577"/>
        <pc:sldMkLst>
          <pc:docMk/>
          <pc:sldMk cId="3486649386" sldId="1409"/>
        </pc:sldMkLst>
      </pc:sldChg>
      <pc:sldChg chg="addSp delSp modSp add mod ord">
        <pc:chgData name="Minchang Jang" userId="5d9bafdb3db22792" providerId="LiveId" clId="{A009B66A-52B2-4523-9E44-3AD6FAE92D78}" dt="2023-06-24T10:35:11.663" v="25518" actId="207"/>
        <pc:sldMkLst>
          <pc:docMk/>
          <pc:sldMk cId="3388945058" sldId="1410"/>
        </pc:sldMkLst>
      </pc:sldChg>
      <pc:sldChg chg="addSp modSp add mod">
        <pc:chgData name="Minchang Jang" userId="5d9bafdb3db22792" providerId="LiveId" clId="{A009B66A-52B2-4523-9E44-3AD6FAE92D78}" dt="2023-06-24T14:03:00.294" v="31258" actId="20577"/>
        <pc:sldMkLst>
          <pc:docMk/>
          <pc:sldMk cId="385511344" sldId="1411"/>
        </pc:sldMkLst>
      </pc:sldChg>
      <pc:sldChg chg="modSp add mod">
        <pc:chgData name="Minchang Jang" userId="5d9bafdb3db22792" providerId="LiveId" clId="{A009B66A-52B2-4523-9E44-3AD6FAE92D78}" dt="2023-06-24T14:34:24.518" v="31872" actId="207"/>
        <pc:sldMkLst>
          <pc:docMk/>
          <pc:sldMk cId="4054242989" sldId="1412"/>
        </pc:sldMkLst>
      </pc:sldChg>
      <pc:sldChg chg="modSp add mod">
        <pc:chgData name="Minchang Jang" userId="5d9bafdb3db22792" providerId="LiveId" clId="{A009B66A-52B2-4523-9E44-3AD6FAE92D78}" dt="2023-06-24T06:48:29.028" v="19340" actId="20577"/>
        <pc:sldMkLst>
          <pc:docMk/>
          <pc:sldMk cId="713421975" sldId="1413"/>
        </pc:sldMkLst>
      </pc:sldChg>
      <pc:sldChg chg="modSp add mod">
        <pc:chgData name="Minchang Jang" userId="5d9bafdb3db22792" providerId="LiveId" clId="{A009B66A-52B2-4523-9E44-3AD6FAE92D78}" dt="2023-06-24T06:39:41.407" v="19291" actId="1582"/>
        <pc:sldMkLst>
          <pc:docMk/>
          <pc:sldMk cId="3093903462" sldId="1414"/>
        </pc:sldMkLst>
      </pc:sldChg>
      <pc:sldChg chg="addSp delSp modSp add mod">
        <pc:chgData name="Minchang Jang" userId="5d9bafdb3db22792" providerId="LiveId" clId="{A009B66A-52B2-4523-9E44-3AD6FAE92D78}" dt="2023-06-24T09:11:39.389" v="24618" actId="20577"/>
        <pc:sldMkLst>
          <pc:docMk/>
          <pc:sldMk cId="2372040304" sldId="1415"/>
        </pc:sldMkLst>
      </pc:sldChg>
      <pc:sldChg chg="addSp delSp modSp add mod">
        <pc:chgData name="Minchang Jang" userId="5d9bafdb3db22792" providerId="LiveId" clId="{A009B66A-52B2-4523-9E44-3AD6FAE92D78}" dt="2023-06-24T07:10:28.159" v="20618" actId="20577"/>
        <pc:sldMkLst>
          <pc:docMk/>
          <pc:sldMk cId="1882254647" sldId="1416"/>
        </pc:sldMkLst>
      </pc:sldChg>
      <pc:sldChg chg="add del">
        <pc:chgData name="Minchang Jang" userId="5d9bafdb3db22792" providerId="LiveId" clId="{A009B66A-52B2-4523-9E44-3AD6FAE92D78}" dt="2023-06-24T07:09:43.638" v="20604"/>
        <pc:sldMkLst>
          <pc:docMk/>
          <pc:sldMk cId="3119848093" sldId="1417"/>
        </pc:sldMkLst>
      </pc:sldChg>
      <pc:sldChg chg="addSp delSp modSp add mod">
        <pc:chgData name="Minchang Jang" userId="5d9bafdb3db22792" providerId="LiveId" clId="{A009B66A-52B2-4523-9E44-3AD6FAE92D78}" dt="2023-06-24T07:15:43.133" v="21009" actId="1076"/>
        <pc:sldMkLst>
          <pc:docMk/>
          <pc:sldMk cId="3309086201" sldId="1417"/>
        </pc:sldMkLst>
      </pc:sldChg>
      <pc:sldChg chg="addSp delSp modSp add mod">
        <pc:chgData name="Minchang Jang" userId="5d9bafdb3db22792" providerId="LiveId" clId="{A009B66A-52B2-4523-9E44-3AD6FAE92D78}" dt="2023-06-24T09:01:12.123" v="23916"/>
        <pc:sldMkLst>
          <pc:docMk/>
          <pc:sldMk cId="506709408" sldId="1418"/>
        </pc:sldMkLst>
      </pc:sldChg>
      <pc:sldChg chg="addSp delSp modSp add mod">
        <pc:chgData name="Minchang Jang" userId="5d9bafdb3db22792" providerId="LiveId" clId="{A009B66A-52B2-4523-9E44-3AD6FAE92D78}" dt="2023-06-24T07:23:15.529" v="21940" actId="20577"/>
        <pc:sldMkLst>
          <pc:docMk/>
          <pc:sldMk cId="2764720753" sldId="1419"/>
        </pc:sldMkLst>
      </pc:sldChg>
      <pc:sldChg chg="addSp delSp modSp add mod">
        <pc:chgData name="Minchang Jang" userId="5d9bafdb3db22792" providerId="LiveId" clId="{A009B66A-52B2-4523-9E44-3AD6FAE92D78}" dt="2023-06-24T07:27:58.048" v="22034" actId="1076"/>
        <pc:sldMkLst>
          <pc:docMk/>
          <pc:sldMk cId="1962566265" sldId="1420"/>
        </pc:sldMkLst>
      </pc:sldChg>
      <pc:sldChg chg="addSp delSp modSp add mod">
        <pc:chgData name="Minchang Jang" userId="5d9bafdb3db22792" providerId="LiveId" clId="{A009B66A-52B2-4523-9E44-3AD6FAE92D78}" dt="2023-06-24T07:29:50.812" v="22044" actId="1076"/>
        <pc:sldMkLst>
          <pc:docMk/>
          <pc:sldMk cId="1358768225" sldId="1421"/>
        </pc:sldMkLst>
      </pc:sldChg>
      <pc:sldChg chg="modSp add mod">
        <pc:chgData name="Minchang Jang" userId="5d9bafdb3db22792" providerId="LiveId" clId="{A009B66A-52B2-4523-9E44-3AD6FAE92D78}" dt="2023-06-24T07:35:50.623" v="22061" actId="20577"/>
        <pc:sldMkLst>
          <pc:docMk/>
          <pc:sldMk cId="3015845318" sldId="1422"/>
        </pc:sldMkLst>
      </pc:sldChg>
      <pc:sldChg chg="addSp delSp modSp add mod">
        <pc:chgData name="Minchang Jang" userId="5d9bafdb3db22792" providerId="LiveId" clId="{A009B66A-52B2-4523-9E44-3AD6FAE92D78}" dt="2023-06-24T07:40:52.412" v="22510" actId="1076"/>
        <pc:sldMkLst>
          <pc:docMk/>
          <pc:sldMk cId="3210347504" sldId="1423"/>
        </pc:sldMkLst>
      </pc:sldChg>
      <pc:sldChg chg="addSp delSp modSp add mod">
        <pc:chgData name="Minchang Jang" userId="5d9bafdb3db22792" providerId="LiveId" clId="{A009B66A-52B2-4523-9E44-3AD6FAE92D78}" dt="2023-06-24T07:46:25.607" v="22720" actId="13926"/>
        <pc:sldMkLst>
          <pc:docMk/>
          <pc:sldMk cId="1037221023" sldId="1424"/>
        </pc:sldMkLst>
      </pc:sldChg>
      <pc:sldChg chg="add del">
        <pc:chgData name="Minchang Jang" userId="5d9bafdb3db22792" providerId="LiveId" clId="{A009B66A-52B2-4523-9E44-3AD6FAE92D78}" dt="2023-06-24T07:45:14.801" v="22706"/>
        <pc:sldMkLst>
          <pc:docMk/>
          <pc:sldMk cId="112680094" sldId="1425"/>
        </pc:sldMkLst>
      </pc:sldChg>
      <pc:sldChg chg="modSp add mod">
        <pc:chgData name="Minchang Jang" userId="5d9bafdb3db22792" providerId="LiveId" clId="{A009B66A-52B2-4523-9E44-3AD6FAE92D78}" dt="2023-06-24T09:12:26.523" v="24678" actId="404"/>
        <pc:sldMkLst>
          <pc:docMk/>
          <pc:sldMk cId="1470456311" sldId="1425"/>
        </pc:sldMkLst>
      </pc:sldChg>
      <pc:sldChg chg="addSp delSp modSp add mod">
        <pc:chgData name="Minchang Jang" userId="5d9bafdb3db22792" providerId="LiveId" clId="{A009B66A-52B2-4523-9E44-3AD6FAE92D78}" dt="2023-06-24T09:07:33.399" v="24520" actId="13926"/>
        <pc:sldMkLst>
          <pc:docMk/>
          <pc:sldMk cId="3811135500" sldId="1426"/>
        </pc:sldMkLst>
      </pc:sldChg>
      <pc:sldChg chg="add del">
        <pc:chgData name="Minchang Jang" userId="5d9bafdb3db22792" providerId="LiveId" clId="{A009B66A-52B2-4523-9E44-3AD6FAE92D78}" dt="2023-06-24T07:49:09.794" v="22819"/>
        <pc:sldMkLst>
          <pc:docMk/>
          <pc:sldMk cId="155348055" sldId="1427"/>
        </pc:sldMkLst>
      </pc:sldChg>
      <pc:sldChg chg="modSp add mod">
        <pc:chgData name="Minchang Jang" userId="5d9bafdb3db22792" providerId="LiveId" clId="{A009B66A-52B2-4523-9E44-3AD6FAE92D78}" dt="2023-06-24T08:34:28.710" v="23334"/>
        <pc:sldMkLst>
          <pc:docMk/>
          <pc:sldMk cId="2563478750" sldId="1427"/>
        </pc:sldMkLst>
      </pc:sldChg>
      <pc:sldChg chg="modSp add mod">
        <pc:chgData name="Minchang Jang" userId="5d9bafdb3db22792" providerId="LiveId" clId="{A009B66A-52B2-4523-9E44-3AD6FAE92D78}" dt="2023-06-24T09:07:13.279" v="24517" actId="113"/>
        <pc:sldMkLst>
          <pc:docMk/>
          <pc:sldMk cId="3891746014" sldId="1428"/>
        </pc:sldMkLst>
      </pc:sldChg>
      <pc:sldChg chg="modSp add mod">
        <pc:chgData name="Minchang Jang" userId="5d9bafdb3db22792" providerId="LiveId" clId="{A009B66A-52B2-4523-9E44-3AD6FAE92D78}" dt="2023-06-24T09:12:41.719" v="24683" actId="404"/>
        <pc:sldMkLst>
          <pc:docMk/>
          <pc:sldMk cId="1681112951" sldId="1429"/>
        </pc:sldMkLst>
      </pc:sldChg>
      <pc:sldChg chg="addSp delSp modSp add mod">
        <pc:chgData name="Minchang Jang" userId="5d9bafdb3db22792" providerId="LiveId" clId="{A009B66A-52B2-4523-9E44-3AD6FAE92D78}" dt="2023-06-24T08:43:12.173" v="23534" actId="1076"/>
        <pc:sldMkLst>
          <pc:docMk/>
          <pc:sldMk cId="701018821" sldId="1430"/>
        </pc:sldMkLst>
      </pc:sldChg>
      <pc:sldChg chg="modSp add del mod">
        <pc:chgData name="Minchang Jang" userId="5d9bafdb3db22792" providerId="LiveId" clId="{A009B66A-52B2-4523-9E44-3AD6FAE92D78}" dt="2023-06-24T09:07:13.864" v="24518" actId="47"/>
        <pc:sldMkLst>
          <pc:docMk/>
          <pc:sldMk cId="3824868193" sldId="1431"/>
        </pc:sldMkLst>
      </pc:sldChg>
      <pc:sldChg chg="modSp add mod">
        <pc:chgData name="Minchang Jang" userId="5d9bafdb3db22792" providerId="LiveId" clId="{A009B66A-52B2-4523-9E44-3AD6FAE92D78}" dt="2023-06-24T08:47:33.882" v="23603" actId="1035"/>
        <pc:sldMkLst>
          <pc:docMk/>
          <pc:sldMk cId="452507264" sldId="1432"/>
        </pc:sldMkLst>
      </pc:sldChg>
      <pc:sldChg chg="modSp add mod">
        <pc:chgData name="Minchang Jang" userId="5d9bafdb3db22792" providerId="LiveId" clId="{A009B66A-52B2-4523-9E44-3AD6FAE92D78}" dt="2023-06-24T09:12:48.373" v="24688" actId="404"/>
        <pc:sldMkLst>
          <pc:docMk/>
          <pc:sldMk cId="3745619082" sldId="1433"/>
        </pc:sldMkLst>
      </pc:sldChg>
      <pc:sldChg chg="modSp add mod">
        <pc:chgData name="Minchang Jang" userId="5d9bafdb3db22792" providerId="LiveId" clId="{A009B66A-52B2-4523-9E44-3AD6FAE92D78}" dt="2023-06-24T08:51:46.439" v="23749" actId="13926"/>
        <pc:sldMkLst>
          <pc:docMk/>
          <pc:sldMk cId="3318126519" sldId="1434"/>
        </pc:sldMkLst>
      </pc:sldChg>
      <pc:sldChg chg="modSp add mod">
        <pc:chgData name="Minchang Jang" userId="5d9bafdb3db22792" providerId="LiveId" clId="{A009B66A-52B2-4523-9E44-3AD6FAE92D78}" dt="2023-06-24T09:12:54.820" v="24693" actId="404"/>
        <pc:sldMkLst>
          <pc:docMk/>
          <pc:sldMk cId="3192579548" sldId="1435"/>
        </pc:sldMkLst>
      </pc:sldChg>
      <pc:sldChg chg="addSp modSp add mod">
        <pc:chgData name="Minchang Jang" userId="5d9bafdb3db22792" providerId="LiveId" clId="{A009B66A-52B2-4523-9E44-3AD6FAE92D78}" dt="2023-06-24T09:11:15.253" v="24602" actId="1076"/>
        <pc:sldMkLst>
          <pc:docMk/>
          <pc:sldMk cId="1725554908" sldId="1436"/>
        </pc:sldMkLst>
      </pc:sldChg>
      <pc:sldChg chg="modSp add mod">
        <pc:chgData name="Minchang Jang" userId="5d9bafdb3db22792" providerId="LiveId" clId="{A009B66A-52B2-4523-9E44-3AD6FAE92D78}" dt="2023-06-24T09:07:13.121" v="24516" actId="20577"/>
        <pc:sldMkLst>
          <pc:docMk/>
          <pc:sldMk cId="3262812464" sldId="1437"/>
        </pc:sldMkLst>
      </pc:sldChg>
      <pc:sldChg chg="modSp add mod">
        <pc:chgData name="Minchang Jang" userId="5d9bafdb3db22792" providerId="LiveId" clId="{A009B66A-52B2-4523-9E44-3AD6FAE92D78}" dt="2023-06-24T09:03:17.655" v="23961" actId="20577"/>
        <pc:sldMkLst>
          <pc:docMk/>
          <pc:sldMk cId="3369704736" sldId="1438"/>
        </pc:sldMkLst>
      </pc:sldChg>
      <pc:sldChg chg="modSp add mod">
        <pc:chgData name="Minchang Jang" userId="5d9bafdb3db22792" providerId="LiveId" clId="{A009B66A-52B2-4523-9E44-3AD6FAE92D78}" dt="2023-06-24T09:12:02.870" v="24674" actId="207"/>
        <pc:sldMkLst>
          <pc:docMk/>
          <pc:sldMk cId="837424219" sldId="1439"/>
        </pc:sldMkLst>
      </pc:sldChg>
      <pc:sldChg chg="add del">
        <pc:chgData name="Minchang Jang" userId="5d9bafdb3db22792" providerId="LiveId" clId="{A009B66A-52B2-4523-9E44-3AD6FAE92D78}" dt="2023-06-24T09:03:50.778" v="23963"/>
        <pc:sldMkLst>
          <pc:docMk/>
          <pc:sldMk cId="1819265861" sldId="1439"/>
        </pc:sldMkLst>
      </pc:sldChg>
      <pc:sldChg chg="modSp add del mod">
        <pc:chgData name="Minchang Jang" userId="5d9bafdb3db22792" providerId="LiveId" clId="{A009B66A-52B2-4523-9E44-3AD6FAE92D78}" dt="2023-06-24T09:08:27.069" v="24524"/>
        <pc:sldMkLst>
          <pc:docMk/>
          <pc:sldMk cId="2691255881" sldId="1439"/>
        </pc:sldMkLst>
      </pc:sldChg>
      <pc:sldChg chg="modSp add mod">
        <pc:chgData name="Minchang Jang" userId="5d9bafdb3db22792" providerId="LiveId" clId="{A009B66A-52B2-4523-9E44-3AD6FAE92D78}" dt="2023-06-24T09:46:05.214" v="25411" actId="20577"/>
        <pc:sldMkLst>
          <pc:docMk/>
          <pc:sldMk cId="3500958607" sldId="1440"/>
        </pc:sldMkLst>
      </pc:sldChg>
      <pc:sldChg chg="addSp delSp modSp add mod">
        <pc:chgData name="Minchang Jang" userId="5d9bafdb3db22792" providerId="LiveId" clId="{A009B66A-52B2-4523-9E44-3AD6FAE92D78}" dt="2023-06-24T13:41:00.120" v="30078" actId="20577"/>
        <pc:sldMkLst>
          <pc:docMk/>
          <pc:sldMk cId="2406310232" sldId="1441"/>
        </pc:sldMkLst>
      </pc:sldChg>
      <pc:sldChg chg="addSp delSp modSp add del mod">
        <pc:chgData name="Minchang Jang" userId="5d9bafdb3db22792" providerId="LiveId" clId="{A009B66A-52B2-4523-9E44-3AD6FAE92D78}" dt="2023-06-24T09:19:18.773" v="24942" actId="1076"/>
        <pc:sldMkLst>
          <pc:docMk/>
          <pc:sldMk cId="577232569" sldId="1442"/>
        </pc:sldMkLst>
      </pc:sldChg>
      <pc:sldChg chg="modSp add mod">
        <pc:chgData name="Minchang Jang" userId="5d9bafdb3db22792" providerId="LiveId" clId="{A009B66A-52B2-4523-9E44-3AD6FAE92D78}" dt="2023-06-24T13:21:58.528" v="29137" actId="20577"/>
        <pc:sldMkLst>
          <pc:docMk/>
          <pc:sldMk cId="3987513630" sldId="1443"/>
        </pc:sldMkLst>
      </pc:sldChg>
      <pc:sldChg chg="modSp add mod">
        <pc:chgData name="Minchang Jang" userId="5d9bafdb3db22792" providerId="LiveId" clId="{A009B66A-52B2-4523-9E44-3AD6FAE92D78}" dt="2023-06-24T10:44:48.659" v="25682" actId="6549"/>
        <pc:sldMkLst>
          <pc:docMk/>
          <pc:sldMk cId="3013218071" sldId="1444"/>
        </pc:sldMkLst>
      </pc:sldChg>
      <pc:sldChg chg="modSp add mod">
        <pc:chgData name="Minchang Jang" userId="5d9bafdb3db22792" providerId="LiveId" clId="{A009B66A-52B2-4523-9E44-3AD6FAE92D78}" dt="2023-06-24T13:22:39.099" v="29173"/>
        <pc:sldMkLst>
          <pc:docMk/>
          <pc:sldMk cId="1435411058" sldId="1445"/>
        </pc:sldMkLst>
      </pc:sldChg>
      <pc:sldChg chg="modSp add del mod">
        <pc:chgData name="Minchang Jang" userId="5d9bafdb3db22792" providerId="LiveId" clId="{A009B66A-52B2-4523-9E44-3AD6FAE92D78}" dt="2023-06-24T09:41:00.437" v="25008" actId="47"/>
        <pc:sldMkLst>
          <pc:docMk/>
          <pc:sldMk cId="2127471045" sldId="1446"/>
        </pc:sldMkLst>
      </pc:sldChg>
      <pc:sldChg chg="modSp add mod">
        <pc:chgData name="Minchang Jang" userId="5d9bafdb3db22792" providerId="LiveId" clId="{A009B66A-52B2-4523-9E44-3AD6FAE92D78}" dt="2023-06-24T09:46:00.354" v="25403" actId="20577"/>
        <pc:sldMkLst>
          <pc:docMk/>
          <pc:sldMk cId="4043977623" sldId="1446"/>
        </pc:sldMkLst>
      </pc:sldChg>
      <pc:sldChg chg="addSp delSp modSp add mod">
        <pc:chgData name="Minchang Jang" userId="5d9bafdb3db22792" providerId="LiveId" clId="{A009B66A-52B2-4523-9E44-3AD6FAE92D78}" dt="2023-06-24T09:46:30.215" v="25457" actId="20577"/>
        <pc:sldMkLst>
          <pc:docMk/>
          <pc:sldMk cId="2067297932" sldId="1447"/>
        </pc:sldMkLst>
      </pc:sldChg>
      <pc:sldChg chg="addSp delSp modSp add mod">
        <pc:chgData name="Minchang Jang" userId="5d9bafdb3db22792" providerId="LiveId" clId="{A009B66A-52B2-4523-9E44-3AD6FAE92D78}" dt="2023-06-24T10:37:11.670" v="25533" actId="478"/>
        <pc:sldMkLst>
          <pc:docMk/>
          <pc:sldMk cId="2742528251" sldId="1448"/>
        </pc:sldMkLst>
      </pc:sldChg>
      <pc:sldChg chg="addSp delSp modSp add mod">
        <pc:chgData name="Minchang Jang" userId="5d9bafdb3db22792" providerId="LiveId" clId="{A009B66A-52B2-4523-9E44-3AD6FAE92D78}" dt="2023-06-24T10:46:36.867" v="25721" actId="20577"/>
        <pc:sldMkLst>
          <pc:docMk/>
          <pc:sldMk cId="1806282403" sldId="1449"/>
        </pc:sldMkLst>
      </pc:sldChg>
      <pc:sldChg chg="modSp add mod">
        <pc:chgData name="Minchang Jang" userId="5d9bafdb3db22792" providerId="LiveId" clId="{A009B66A-52B2-4523-9E44-3AD6FAE92D78}" dt="2023-06-24T11:04:09.664" v="26591" actId="6549"/>
        <pc:sldMkLst>
          <pc:docMk/>
          <pc:sldMk cId="3104660683" sldId="1450"/>
        </pc:sldMkLst>
      </pc:sldChg>
      <pc:sldChg chg="modSp add mod">
        <pc:chgData name="Minchang Jang" userId="5d9bafdb3db22792" providerId="LiveId" clId="{A009B66A-52B2-4523-9E44-3AD6FAE92D78}" dt="2023-06-24T11:06:34.879" v="26700" actId="20577"/>
        <pc:sldMkLst>
          <pc:docMk/>
          <pc:sldMk cId="1417329915" sldId="1451"/>
        </pc:sldMkLst>
      </pc:sldChg>
      <pc:sldChg chg="modSp add mod">
        <pc:chgData name="Minchang Jang" userId="5d9bafdb3db22792" providerId="LiveId" clId="{A009B66A-52B2-4523-9E44-3AD6FAE92D78}" dt="2023-06-24T11:06:40.815" v="26704" actId="20577"/>
        <pc:sldMkLst>
          <pc:docMk/>
          <pc:sldMk cId="4210531156" sldId="1452"/>
        </pc:sldMkLst>
      </pc:sldChg>
      <pc:sldChg chg="addSp delSp modSp add mod">
        <pc:chgData name="Minchang Jang" userId="5d9bafdb3db22792" providerId="LiveId" clId="{A009B66A-52B2-4523-9E44-3AD6FAE92D78}" dt="2023-06-24T10:57:19.810" v="26071" actId="478"/>
        <pc:sldMkLst>
          <pc:docMk/>
          <pc:sldMk cId="819698258" sldId="1453"/>
        </pc:sldMkLst>
      </pc:sldChg>
      <pc:sldChg chg="addSp delSp modSp add mod">
        <pc:chgData name="Minchang Jang" userId="5d9bafdb3db22792" providerId="LiveId" clId="{A009B66A-52B2-4523-9E44-3AD6FAE92D78}" dt="2023-06-24T10:58:56.297" v="26314"/>
        <pc:sldMkLst>
          <pc:docMk/>
          <pc:sldMk cId="2326845113" sldId="1454"/>
        </pc:sldMkLst>
      </pc:sldChg>
      <pc:sldChg chg="modSp add mod">
        <pc:chgData name="Minchang Jang" userId="5d9bafdb3db22792" providerId="LiveId" clId="{A009B66A-52B2-4523-9E44-3AD6FAE92D78}" dt="2023-06-24T11:06:45.594" v="26705"/>
        <pc:sldMkLst>
          <pc:docMk/>
          <pc:sldMk cId="464871238" sldId="1455"/>
        </pc:sldMkLst>
      </pc:sldChg>
      <pc:sldChg chg="modSp add mod">
        <pc:chgData name="Minchang Jang" userId="5d9bafdb3db22792" providerId="LiveId" clId="{A009B66A-52B2-4523-9E44-3AD6FAE92D78}" dt="2023-06-24T11:07:12.191" v="26736" actId="20577"/>
        <pc:sldMkLst>
          <pc:docMk/>
          <pc:sldMk cId="2212304303" sldId="1456"/>
        </pc:sldMkLst>
      </pc:sldChg>
      <pc:sldChg chg="modSp add mod">
        <pc:chgData name="Minchang Jang" userId="5d9bafdb3db22792" providerId="LiveId" clId="{A009B66A-52B2-4523-9E44-3AD6FAE92D78}" dt="2023-06-24T11:07:18.462" v="26760" actId="20577"/>
        <pc:sldMkLst>
          <pc:docMk/>
          <pc:sldMk cId="1217906380" sldId="1457"/>
        </pc:sldMkLst>
      </pc:sldChg>
      <pc:sldChg chg="modSp add mod">
        <pc:chgData name="Minchang Jang" userId="5d9bafdb3db22792" providerId="LiveId" clId="{A009B66A-52B2-4523-9E44-3AD6FAE92D78}" dt="2023-06-24T11:06:49.142" v="26706"/>
        <pc:sldMkLst>
          <pc:docMk/>
          <pc:sldMk cId="3453783040" sldId="1458"/>
        </pc:sldMkLst>
      </pc:sldChg>
      <pc:sldChg chg="modSp add mod">
        <pc:chgData name="Minchang Jang" userId="5d9bafdb3db22792" providerId="LiveId" clId="{A009B66A-52B2-4523-9E44-3AD6FAE92D78}" dt="2023-06-24T11:14:07.930" v="26898" actId="6549"/>
        <pc:sldMkLst>
          <pc:docMk/>
          <pc:sldMk cId="94667189" sldId="1459"/>
        </pc:sldMkLst>
      </pc:sldChg>
      <pc:sldChg chg="modSp add mod">
        <pc:chgData name="Minchang Jang" userId="5d9bafdb3db22792" providerId="LiveId" clId="{A009B66A-52B2-4523-9E44-3AD6FAE92D78}" dt="2023-06-24T11:14:14.494" v="26899" actId="6549"/>
        <pc:sldMkLst>
          <pc:docMk/>
          <pc:sldMk cId="3150600723" sldId="1460"/>
        </pc:sldMkLst>
      </pc:sldChg>
      <pc:sldChg chg="addSp delSp modSp add mod">
        <pc:chgData name="Minchang Jang" userId="5d9bafdb3db22792" providerId="LiveId" clId="{A009B66A-52B2-4523-9E44-3AD6FAE92D78}" dt="2023-06-24T11:29:13.873" v="27371" actId="166"/>
        <pc:sldMkLst>
          <pc:docMk/>
          <pc:sldMk cId="706405368" sldId="1461"/>
        </pc:sldMkLst>
      </pc:sldChg>
      <pc:sldChg chg="modSp add mod">
        <pc:chgData name="Minchang Jang" userId="5d9bafdb3db22792" providerId="LiveId" clId="{A009B66A-52B2-4523-9E44-3AD6FAE92D78}" dt="2023-06-24T12:40:47.763" v="27470" actId="20577"/>
        <pc:sldMkLst>
          <pc:docMk/>
          <pc:sldMk cId="779930996" sldId="1462"/>
        </pc:sldMkLst>
      </pc:sldChg>
      <pc:sldChg chg="add del">
        <pc:chgData name="Minchang Jang" userId="5d9bafdb3db22792" providerId="LiveId" clId="{A009B66A-52B2-4523-9E44-3AD6FAE92D78}" dt="2023-06-24T11:23:46.813" v="27123"/>
        <pc:sldMkLst>
          <pc:docMk/>
          <pc:sldMk cId="2509112204" sldId="1462"/>
        </pc:sldMkLst>
      </pc:sldChg>
      <pc:sldChg chg="modSp add mod">
        <pc:chgData name="Minchang Jang" userId="5d9bafdb3db22792" providerId="LiveId" clId="{A009B66A-52B2-4523-9E44-3AD6FAE92D78}" dt="2023-06-24T12:42:54.420" v="27555" actId="20577"/>
        <pc:sldMkLst>
          <pc:docMk/>
          <pc:sldMk cId="410309565" sldId="1463"/>
        </pc:sldMkLst>
      </pc:sldChg>
      <pc:sldChg chg="add del">
        <pc:chgData name="Minchang Jang" userId="5d9bafdb3db22792" providerId="LiveId" clId="{A009B66A-52B2-4523-9E44-3AD6FAE92D78}" dt="2023-06-24T12:41:57.360" v="27472"/>
        <pc:sldMkLst>
          <pc:docMk/>
          <pc:sldMk cId="2236476722" sldId="1463"/>
        </pc:sldMkLst>
      </pc:sldChg>
      <pc:sldChg chg="modSp add mod">
        <pc:chgData name="Minchang Jang" userId="5d9bafdb3db22792" providerId="LiveId" clId="{A009B66A-52B2-4523-9E44-3AD6FAE92D78}" dt="2023-06-24T12:46:42.734" v="27632" actId="6549"/>
        <pc:sldMkLst>
          <pc:docMk/>
          <pc:sldMk cId="1534103791" sldId="1464"/>
        </pc:sldMkLst>
      </pc:sldChg>
      <pc:sldChg chg="modSp add mod">
        <pc:chgData name="Minchang Jang" userId="5d9bafdb3db22792" providerId="LiveId" clId="{A009B66A-52B2-4523-9E44-3AD6FAE92D78}" dt="2023-06-24T12:48:19.925" v="27676" actId="6549"/>
        <pc:sldMkLst>
          <pc:docMk/>
          <pc:sldMk cId="4262471726" sldId="1465"/>
        </pc:sldMkLst>
      </pc:sldChg>
      <pc:sldChg chg="modSp add mod">
        <pc:chgData name="Minchang Jang" userId="5d9bafdb3db22792" providerId="LiveId" clId="{A009B66A-52B2-4523-9E44-3AD6FAE92D78}" dt="2023-06-24T12:48:43.870" v="27689" actId="20577"/>
        <pc:sldMkLst>
          <pc:docMk/>
          <pc:sldMk cId="980970788" sldId="1466"/>
        </pc:sldMkLst>
      </pc:sldChg>
      <pc:sldChg chg="modSp add mod">
        <pc:chgData name="Minchang Jang" userId="5d9bafdb3db22792" providerId="LiveId" clId="{A009B66A-52B2-4523-9E44-3AD6FAE92D78}" dt="2023-06-24T12:53:27.479" v="27973" actId="6549"/>
        <pc:sldMkLst>
          <pc:docMk/>
          <pc:sldMk cId="423809052" sldId="1467"/>
        </pc:sldMkLst>
      </pc:sldChg>
      <pc:sldChg chg="modSp add mod">
        <pc:chgData name="Minchang Jang" userId="5d9bafdb3db22792" providerId="LiveId" clId="{A009B66A-52B2-4523-9E44-3AD6FAE92D78}" dt="2023-06-24T12:54:53.937" v="27975" actId="13926"/>
        <pc:sldMkLst>
          <pc:docMk/>
          <pc:sldMk cId="1634002776" sldId="1468"/>
        </pc:sldMkLst>
      </pc:sldChg>
      <pc:sldChg chg="addSp delSp modSp add mod">
        <pc:chgData name="Minchang Jang" userId="5d9bafdb3db22792" providerId="LiveId" clId="{A009B66A-52B2-4523-9E44-3AD6FAE92D78}" dt="2023-06-24T12:56:02.274" v="28022" actId="1076"/>
        <pc:sldMkLst>
          <pc:docMk/>
          <pc:sldMk cId="3534299846" sldId="1469"/>
        </pc:sldMkLst>
      </pc:sldChg>
      <pc:sldChg chg="modSp add mod">
        <pc:chgData name="Minchang Jang" userId="5d9bafdb3db22792" providerId="LiveId" clId="{A009B66A-52B2-4523-9E44-3AD6FAE92D78}" dt="2023-06-24T12:56:28.645" v="28038" actId="20577"/>
        <pc:sldMkLst>
          <pc:docMk/>
          <pc:sldMk cId="438425043" sldId="1470"/>
        </pc:sldMkLst>
      </pc:sldChg>
      <pc:sldChg chg="modSp add del mod">
        <pc:chgData name="Minchang Jang" userId="5d9bafdb3db22792" providerId="LiveId" clId="{A009B66A-52B2-4523-9E44-3AD6FAE92D78}" dt="2023-06-24T12:57:10.647" v="28053" actId="47"/>
        <pc:sldMkLst>
          <pc:docMk/>
          <pc:sldMk cId="4185754110" sldId="1471"/>
        </pc:sldMkLst>
      </pc:sldChg>
      <pc:sldChg chg="modSp add mod">
        <pc:chgData name="Minchang Jang" userId="5d9bafdb3db22792" providerId="LiveId" clId="{A009B66A-52B2-4523-9E44-3AD6FAE92D78}" dt="2023-06-24T12:58:51.401" v="28094" actId="20577"/>
        <pc:sldMkLst>
          <pc:docMk/>
          <pc:sldMk cId="804927393" sldId="1472"/>
        </pc:sldMkLst>
      </pc:sldChg>
      <pc:sldChg chg="modSp add mod">
        <pc:chgData name="Minchang Jang" userId="5d9bafdb3db22792" providerId="LiveId" clId="{A009B66A-52B2-4523-9E44-3AD6FAE92D78}" dt="2023-06-24T13:03:24.784" v="28151" actId="6549"/>
        <pc:sldMkLst>
          <pc:docMk/>
          <pc:sldMk cId="2413291814" sldId="1473"/>
        </pc:sldMkLst>
      </pc:sldChg>
      <pc:sldChg chg="modSp add mod">
        <pc:chgData name="Minchang Jang" userId="5d9bafdb3db22792" providerId="LiveId" clId="{A009B66A-52B2-4523-9E44-3AD6FAE92D78}" dt="2023-06-24T13:04:03.810" v="28176" actId="20577"/>
        <pc:sldMkLst>
          <pc:docMk/>
          <pc:sldMk cId="4043277615" sldId="1474"/>
        </pc:sldMkLst>
      </pc:sldChg>
      <pc:sldChg chg="modSp add mod">
        <pc:chgData name="Minchang Jang" userId="5d9bafdb3db22792" providerId="LiveId" clId="{A009B66A-52B2-4523-9E44-3AD6FAE92D78}" dt="2023-06-24T13:08:57.794" v="28440" actId="1076"/>
        <pc:sldMkLst>
          <pc:docMk/>
          <pc:sldMk cId="1097434185" sldId="1475"/>
        </pc:sldMkLst>
      </pc:sldChg>
      <pc:sldChg chg="delSp modSp add mod">
        <pc:chgData name="Minchang Jang" userId="5d9bafdb3db22792" providerId="LiveId" clId="{A009B66A-52B2-4523-9E44-3AD6FAE92D78}" dt="2023-06-24T13:11:25.529" v="29022" actId="20577"/>
        <pc:sldMkLst>
          <pc:docMk/>
          <pc:sldMk cId="1717301872" sldId="1476"/>
        </pc:sldMkLst>
      </pc:sldChg>
      <pc:sldChg chg="modSp add mod">
        <pc:chgData name="Minchang Jang" userId="5d9bafdb3db22792" providerId="LiveId" clId="{A009B66A-52B2-4523-9E44-3AD6FAE92D78}" dt="2023-06-24T13:11:50.899" v="29034" actId="20577"/>
        <pc:sldMkLst>
          <pc:docMk/>
          <pc:sldMk cId="1361783570" sldId="1477"/>
        </pc:sldMkLst>
      </pc:sldChg>
      <pc:sldChg chg="modSp add mod">
        <pc:chgData name="Minchang Jang" userId="5d9bafdb3db22792" providerId="LiveId" clId="{A009B66A-52B2-4523-9E44-3AD6FAE92D78}" dt="2023-06-24T13:46:56.684" v="30177" actId="6549"/>
        <pc:sldMkLst>
          <pc:docMk/>
          <pc:sldMk cId="3406714590" sldId="1478"/>
        </pc:sldMkLst>
      </pc:sldChg>
      <pc:sldChg chg="modSp add mod">
        <pc:chgData name="Minchang Jang" userId="5d9bafdb3db22792" providerId="LiveId" clId="{A009B66A-52B2-4523-9E44-3AD6FAE92D78}" dt="2023-06-24T13:48:02.067" v="30204" actId="6549"/>
        <pc:sldMkLst>
          <pc:docMk/>
          <pc:sldMk cId="718810548" sldId="1479"/>
        </pc:sldMkLst>
      </pc:sldChg>
      <pc:sldChg chg="modSp add mod">
        <pc:chgData name="Minchang Jang" userId="5d9bafdb3db22792" providerId="LiveId" clId="{A009B66A-52B2-4523-9E44-3AD6FAE92D78}" dt="2023-06-24T14:31:46.819" v="31867" actId="20577"/>
        <pc:sldMkLst>
          <pc:docMk/>
          <pc:sldMk cId="2219559249" sldId="1480"/>
        </pc:sldMkLst>
      </pc:sldChg>
      <pc:sldChg chg="addSp delSp modSp add mod">
        <pc:chgData name="Minchang Jang" userId="5d9bafdb3db22792" providerId="LiveId" clId="{A009B66A-52B2-4523-9E44-3AD6FAE92D78}" dt="2023-06-24T13:27:27.037" v="29501" actId="1076"/>
        <pc:sldMkLst>
          <pc:docMk/>
          <pc:sldMk cId="761197291" sldId="1481"/>
        </pc:sldMkLst>
      </pc:sldChg>
      <pc:sldChg chg="modSp add del mod">
        <pc:chgData name="Minchang Jang" userId="5d9bafdb3db22792" providerId="LiveId" clId="{A009B66A-52B2-4523-9E44-3AD6FAE92D78}" dt="2023-06-24T13:30:06.222" v="29536" actId="20577"/>
        <pc:sldMkLst>
          <pc:docMk/>
          <pc:sldMk cId="2137270860" sldId="1482"/>
        </pc:sldMkLst>
      </pc:sldChg>
      <pc:sldChg chg="modSp add del mod">
        <pc:chgData name="Minchang Jang" userId="5d9bafdb3db22792" providerId="LiveId" clId="{A009B66A-52B2-4523-9E44-3AD6FAE92D78}" dt="2023-06-24T13:38:10.201" v="30062" actId="20577"/>
        <pc:sldMkLst>
          <pc:docMk/>
          <pc:sldMk cId="1243742499" sldId="1483"/>
        </pc:sldMkLst>
      </pc:sldChg>
      <pc:sldChg chg="delSp modSp add mod">
        <pc:chgData name="Minchang Jang" userId="5d9bafdb3db22792" providerId="LiveId" clId="{A009B66A-52B2-4523-9E44-3AD6FAE92D78}" dt="2023-06-24T13:38:14.369" v="30063"/>
        <pc:sldMkLst>
          <pc:docMk/>
          <pc:sldMk cId="2820874911" sldId="1484"/>
        </pc:sldMkLst>
      </pc:sldChg>
      <pc:sldChg chg="modSp add del mod">
        <pc:chgData name="Minchang Jang" userId="5d9bafdb3db22792" providerId="LiveId" clId="{A009B66A-52B2-4523-9E44-3AD6FAE92D78}" dt="2023-06-24T13:41:15.151" v="30080" actId="47"/>
        <pc:sldMkLst>
          <pc:docMk/>
          <pc:sldMk cId="1321516703" sldId="1485"/>
        </pc:sldMkLst>
      </pc:sldChg>
      <pc:sldChg chg="modSp add del mod">
        <pc:chgData name="Minchang Jang" userId="5d9bafdb3db22792" providerId="LiveId" clId="{A009B66A-52B2-4523-9E44-3AD6FAE92D78}" dt="2023-06-24T13:38:05.398" v="30043" actId="47"/>
        <pc:sldMkLst>
          <pc:docMk/>
          <pc:sldMk cId="2841478917" sldId="1485"/>
        </pc:sldMkLst>
      </pc:sldChg>
      <pc:sldChg chg="modSp add mod">
        <pc:chgData name="Minchang Jang" userId="5d9bafdb3db22792" providerId="LiveId" clId="{A009B66A-52B2-4523-9E44-3AD6FAE92D78}" dt="2023-06-24T13:42:21.605" v="30122" actId="6549"/>
        <pc:sldMkLst>
          <pc:docMk/>
          <pc:sldMk cId="920430273" sldId="1486"/>
        </pc:sldMkLst>
      </pc:sldChg>
      <pc:sldChg chg="modSp add mod">
        <pc:chgData name="Minchang Jang" userId="5d9bafdb3db22792" providerId="LiveId" clId="{A009B66A-52B2-4523-9E44-3AD6FAE92D78}" dt="2023-06-24T14:27:42.724" v="31731" actId="255"/>
        <pc:sldMkLst>
          <pc:docMk/>
          <pc:sldMk cId="1976557362" sldId="1487"/>
        </pc:sldMkLst>
      </pc:sldChg>
      <pc:sldChg chg="modSp add mod">
        <pc:chgData name="Minchang Jang" userId="5d9bafdb3db22792" providerId="LiveId" clId="{A009B66A-52B2-4523-9E44-3AD6FAE92D78}" dt="2023-06-24T13:43:00.704" v="30170" actId="6549"/>
        <pc:sldMkLst>
          <pc:docMk/>
          <pc:sldMk cId="410957457" sldId="1488"/>
        </pc:sldMkLst>
      </pc:sldChg>
      <pc:sldChg chg="delSp modSp add mod">
        <pc:chgData name="Minchang Jang" userId="5d9bafdb3db22792" providerId="LiveId" clId="{A009B66A-52B2-4523-9E44-3AD6FAE92D78}" dt="2023-06-24T13:52:12.969" v="30766" actId="20577"/>
        <pc:sldMkLst>
          <pc:docMk/>
          <pc:sldMk cId="3307602477" sldId="1489"/>
        </pc:sldMkLst>
      </pc:sldChg>
      <pc:sldChg chg="modSp add mod">
        <pc:chgData name="Minchang Jang" userId="5d9bafdb3db22792" providerId="LiveId" clId="{A009B66A-52B2-4523-9E44-3AD6FAE92D78}" dt="2023-06-24T13:54:48.128" v="30919" actId="13926"/>
        <pc:sldMkLst>
          <pc:docMk/>
          <pc:sldMk cId="4263065864" sldId="1490"/>
        </pc:sldMkLst>
      </pc:sldChg>
      <pc:sldChg chg="modSp add mod">
        <pc:chgData name="Minchang Jang" userId="5d9bafdb3db22792" providerId="LiveId" clId="{A009B66A-52B2-4523-9E44-3AD6FAE92D78}" dt="2023-06-24T13:57:53.810" v="31002" actId="20577"/>
        <pc:sldMkLst>
          <pc:docMk/>
          <pc:sldMk cId="957174091" sldId="1491"/>
        </pc:sldMkLst>
      </pc:sldChg>
      <pc:sldChg chg="modSp add mod">
        <pc:chgData name="Minchang Jang" userId="5d9bafdb3db22792" providerId="LiveId" clId="{A009B66A-52B2-4523-9E44-3AD6FAE92D78}" dt="2023-06-24T13:57:58.502" v="31003" actId="6549"/>
        <pc:sldMkLst>
          <pc:docMk/>
          <pc:sldMk cId="1795768484" sldId="1492"/>
        </pc:sldMkLst>
      </pc:sldChg>
      <pc:sldChg chg="modSp add mod">
        <pc:chgData name="Minchang Jang" userId="5d9bafdb3db22792" providerId="LiveId" clId="{A009B66A-52B2-4523-9E44-3AD6FAE92D78}" dt="2023-06-24T14:00:12.245" v="31144" actId="20577"/>
        <pc:sldMkLst>
          <pc:docMk/>
          <pc:sldMk cId="3898891487" sldId="1493"/>
        </pc:sldMkLst>
      </pc:sldChg>
      <pc:sldChg chg="modSp add mod">
        <pc:chgData name="Minchang Jang" userId="5d9bafdb3db22792" providerId="LiveId" clId="{A009B66A-52B2-4523-9E44-3AD6FAE92D78}" dt="2023-06-24T14:00:35.942" v="31180" actId="6549"/>
        <pc:sldMkLst>
          <pc:docMk/>
          <pc:sldMk cId="1098979487" sldId="1494"/>
        </pc:sldMkLst>
      </pc:sldChg>
      <pc:sldChg chg="modSp add mod">
        <pc:chgData name="Minchang Jang" userId="5d9bafdb3db22792" providerId="LiveId" clId="{A009B66A-52B2-4523-9E44-3AD6FAE92D78}" dt="2023-06-24T14:02:07.094" v="31210" actId="20577"/>
        <pc:sldMkLst>
          <pc:docMk/>
          <pc:sldMk cId="1608672975" sldId="1495"/>
        </pc:sldMkLst>
      </pc:sldChg>
      <pc:sldChg chg="modSp add mod">
        <pc:chgData name="Minchang Jang" userId="5d9bafdb3db22792" providerId="LiveId" clId="{A009B66A-52B2-4523-9E44-3AD6FAE92D78}" dt="2023-06-24T14:05:17.850" v="31307" actId="20577"/>
        <pc:sldMkLst>
          <pc:docMk/>
          <pc:sldMk cId="3152000658" sldId="1496"/>
        </pc:sldMkLst>
      </pc:sldChg>
      <pc:sldChg chg="modSp add mod">
        <pc:chgData name="Minchang Jang" userId="5d9bafdb3db22792" providerId="LiveId" clId="{A009B66A-52B2-4523-9E44-3AD6FAE92D78}" dt="2023-06-24T14:56:04.221" v="31954" actId="20577"/>
        <pc:sldMkLst>
          <pc:docMk/>
          <pc:sldMk cId="3333593296" sldId="1497"/>
        </pc:sldMkLst>
      </pc:sldChg>
      <pc:sldChg chg="modSp add mod">
        <pc:chgData name="Minchang Jang" userId="5d9bafdb3db22792" providerId="LiveId" clId="{A009B66A-52B2-4523-9E44-3AD6FAE92D78}" dt="2023-06-24T14:56:08.445" v="31965" actId="20577"/>
        <pc:sldMkLst>
          <pc:docMk/>
          <pc:sldMk cId="1449517630" sldId="1498"/>
        </pc:sldMkLst>
      </pc:sldChg>
      <pc:sldChg chg="modSp add mod">
        <pc:chgData name="Minchang Jang" userId="5d9bafdb3db22792" providerId="LiveId" clId="{A009B66A-52B2-4523-9E44-3AD6FAE92D78}" dt="2023-06-24T14:09:48.824" v="31408" actId="20577"/>
        <pc:sldMkLst>
          <pc:docMk/>
          <pc:sldMk cId="2180602579" sldId="1499"/>
        </pc:sldMkLst>
      </pc:sldChg>
      <pc:sldChg chg="modSp add mod">
        <pc:chgData name="Minchang Jang" userId="5d9bafdb3db22792" providerId="LiveId" clId="{A009B66A-52B2-4523-9E44-3AD6FAE92D78}" dt="2023-06-24T14:56:13.826" v="31972" actId="20577"/>
        <pc:sldMkLst>
          <pc:docMk/>
          <pc:sldMk cId="3449949996" sldId="1500"/>
        </pc:sldMkLst>
      </pc:sldChg>
      <pc:sldChg chg="modSp add mod">
        <pc:chgData name="Minchang Jang" userId="5d9bafdb3db22792" providerId="LiveId" clId="{A009B66A-52B2-4523-9E44-3AD6FAE92D78}" dt="2023-06-24T14:13:52.438" v="31470" actId="20577"/>
        <pc:sldMkLst>
          <pc:docMk/>
          <pc:sldMk cId="980500693" sldId="1501"/>
        </pc:sldMkLst>
      </pc:sldChg>
      <pc:sldChg chg="modSp add mod">
        <pc:chgData name="Minchang Jang" userId="5d9bafdb3db22792" providerId="LiveId" clId="{A009B66A-52B2-4523-9E44-3AD6FAE92D78}" dt="2023-06-24T14:17:07.235" v="31571" actId="5793"/>
        <pc:sldMkLst>
          <pc:docMk/>
          <pc:sldMk cId="2574993211" sldId="1502"/>
        </pc:sldMkLst>
      </pc:sldChg>
      <pc:sldChg chg="modSp add mod">
        <pc:chgData name="Minchang Jang" userId="5d9bafdb3db22792" providerId="LiveId" clId="{A009B66A-52B2-4523-9E44-3AD6FAE92D78}" dt="2023-06-24T14:19:46.318" v="31627" actId="6549"/>
        <pc:sldMkLst>
          <pc:docMk/>
          <pc:sldMk cId="2921987066" sldId="1503"/>
        </pc:sldMkLst>
      </pc:sldChg>
      <pc:sldChg chg="modSp add mod">
        <pc:chgData name="Minchang Jang" userId="5d9bafdb3db22792" providerId="LiveId" clId="{A009B66A-52B2-4523-9E44-3AD6FAE92D78}" dt="2023-06-24T14:20:06.818" v="31650" actId="20577"/>
        <pc:sldMkLst>
          <pc:docMk/>
          <pc:sldMk cId="2112040932" sldId="1504"/>
        </pc:sldMkLst>
      </pc:sldChg>
      <pc:sldChg chg="modSp add mod">
        <pc:chgData name="Minchang Jang" userId="5d9bafdb3db22792" providerId="LiveId" clId="{A009B66A-52B2-4523-9E44-3AD6FAE92D78}" dt="2023-06-24T14:56:23.409" v="31979" actId="20577"/>
        <pc:sldMkLst>
          <pc:docMk/>
          <pc:sldMk cId="3579364512" sldId="1505"/>
        </pc:sldMkLst>
      </pc:sldChg>
      <pc:sldChg chg="modSp add mod">
        <pc:chgData name="Minchang Jang" userId="5d9bafdb3db22792" providerId="LiveId" clId="{A009B66A-52B2-4523-9E44-3AD6FAE92D78}" dt="2023-06-24T14:56:28.466" v="31986" actId="20577"/>
        <pc:sldMkLst>
          <pc:docMk/>
          <pc:sldMk cId="2587659765" sldId="1506"/>
        </pc:sldMkLst>
      </pc:sldChg>
      <pc:sldChg chg="delSp modSp add mod">
        <pc:chgData name="Minchang Jang" userId="5d9bafdb3db22792" providerId="LiveId" clId="{A009B66A-52B2-4523-9E44-3AD6FAE92D78}" dt="2023-06-24T14:29:30.987" v="31819" actId="20577"/>
        <pc:sldMkLst>
          <pc:docMk/>
          <pc:sldMk cId="3014614688" sldId="1507"/>
        </pc:sldMkLst>
      </pc:sldChg>
      <pc:sldChg chg="modSp add mod">
        <pc:chgData name="Minchang Jang" userId="5d9bafdb3db22792" providerId="LiveId" clId="{A009B66A-52B2-4523-9E44-3AD6FAE92D78}" dt="2023-06-24T14:55:12.064" v="31890" actId="20577"/>
        <pc:sldMkLst>
          <pc:docMk/>
          <pc:sldMk cId="4161913283" sldId="1508"/>
        </pc:sldMkLst>
      </pc:sldChg>
      <pc:sldChg chg="modSp add mod">
        <pc:chgData name="Minchang Jang" userId="5d9bafdb3db22792" providerId="LiveId" clId="{A009B66A-52B2-4523-9E44-3AD6FAE92D78}" dt="2023-06-24T14:55:20.156" v="31898" actId="20577"/>
        <pc:sldMkLst>
          <pc:docMk/>
          <pc:sldMk cId="3270809017" sldId="1509"/>
        </pc:sldMkLst>
      </pc:sldChg>
      <pc:sldChg chg="modSp add mod">
        <pc:chgData name="Minchang Jang" userId="5d9bafdb3db22792" providerId="LiveId" clId="{A009B66A-52B2-4523-9E44-3AD6FAE92D78}" dt="2023-06-24T14:55:26.481" v="31904" actId="20577"/>
        <pc:sldMkLst>
          <pc:docMk/>
          <pc:sldMk cId="459982690" sldId="1510"/>
        </pc:sldMkLst>
      </pc:sldChg>
      <pc:sldChg chg="modSp add mod">
        <pc:chgData name="Minchang Jang" userId="5d9bafdb3db22792" providerId="LiveId" clId="{A009B66A-52B2-4523-9E44-3AD6FAE92D78}" dt="2023-06-24T14:55:30.741" v="31912" actId="20577"/>
        <pc:sldMkLst>
          <pc:docMk/>
          <pc:sldMk cId="1818448488" sldId="1511"/>
        </pc:sldMkLst>
      </pc:sldChg>
      <pc:sldChg chg="modSp add mod">
        <pc:chgData name="Minchang Jang" userId="5d9bafdb3db22792" providerId="LiveId" clId="{A009B66A-52B2-4523-9E44-3AD6FAE92D78}" dt="2023-06-24T14:55:34.937" v="31923" actId="20577"/>
        <pc:sldMkLst>
          <pc:docMk/>
          <pc:sldMk cId="3380872093" sldId="1512"/>
        </pc:sldMkLst>
      </pc:sldChg>
      <pc:sldChg chg="modSp add mod">
        <pc:chgData name="Minchang Jang" userId="5d9bafdb3db22792" providerId="LiveId" clId="{A009B66A-52B2-4523-9E44-3AD6FAE92D78}" dt="2023-06-24T14:58:04.858" v="32038" actId="6549"/>
        <pc:sldMkLst>
          <pc:docMk/>
          <pc:sldMk cId="1020288356" sldId="1513"/>
        </pc:sldMkLst>
      </pc:sldChg>
      <pc:sldChg chg="modSp add mod">
        <pc:chgData name="Minchang Jang" userId="5d9bafdb3db22792" providerId="LiveId" clId="{A009B66A-52B2-4523-9E44-3AD6FAE92D78}" dt="2023-06-24T14:59:18.349" v="32088" actId="6549"/>
        <pc:sldMkLst>
          <pc:docMk/>
          <pc:sldMk cId="2131799259" sldId="1514"/>
        </pc:sldMkLst>
      </pc:sldChg>
      <pc:sldChg chg="modSp add mod">
        <pc:chgData name="Minchang Jang" userId="5d9bafdb3db22792" providerId="LiveId" clId="{A009B66A-52B2-4523-9E44-3AD6FAE92D78}" dt="2023-06-24T15:01:13.358" v="32135" actId="947"/>
        <pc:sldMkLst>
          <pc:docMk/>
          <pc:sldMk cId="940151555" sldId="1515"/>
        </pc:sldMkLst>
      </pc:sldChg>
      <pc:sldChg chg="modSp add mod">
        <pc:chgData name="Minchang Jang" userId="5d9bafdb3db22792" providerId="LiveId" clId="{A009B66A-52B2-4523-9E44-3AD6FAE92D78}" dt="2023-06-24T15:02:52.518" v="32191" actId="5793"/>
        <pc:sldMkLst>
          <pc:docMk/>
          <pc:sldMk cId="1908289247" sldId="1516"/>
        </pc:sldMkLst>
      </pc:sldChg>
      <pc:sldChg chg="modSp add mod ord">
        <pc:chgData name="Minchang Jang" userId="5d9bafdb3db22792" providerId="LiveId" clId="{A009B66A-52B2-4523-9E44-3AD6FAE92D78}" dt="2023-06-24T15:07:26.108" v="32276" actId="6549"/>
        <pc:sldMkLst>
          <pc:docMk/>
          <pc:sldMk cId="3948332204" sldId="1517"/>
        </pc:sldMkLst>
      </pc:sldChg>
      <pc:sldChg chg="modSp add mod">
        <pc:chgData name="Minchang Jang" userId="5d9bafdb3db22792" providerId="LiveId" clId="{A009B66A-52B2-4523-9E44-3AD6FAE92D78}" dt="2023-06-24T15:04:26.977" v="32252"/>
        <pc:sldMkLst>
          <pc:docMk/>
          <pc:sldMk cId="3735278646" sldId="1518"/>
        </pc:sldMkLst>
      </pc:sldChg>
      <pc:sldChg chg="modSp add mod">
        <pc:chgData name="Minchang Jang" userId="5d9bafdb3db22792" providerId="LiveId" clId="{A009B66A-52B2-4523-9E44-3AD6FAE92D78}" dt="2023-06-24T15:08:36.331" v="32310" actId="20577"/>
        <pc:sldMkLst>
          <pc:docMk/>
          <pc:sldMk cId="403623007" sldId="1519"/>
        </pc:sldMkLst>
      </pc:sldChg>
      <pc:sldChg chg="addSp delSp modSp add mod">
        <pc:chgData name="Minchang Jang" userId="5d9bafdb3db22792" providerId="LiveId" clId="{A009B66A-52B2-4523-9E44-3AD6FAE92D78}" dt="2023-06-24T15:10:18.289" v="32651" actId="20577"/>
        <pc:sldMkLst>
          <pc:docMk/>
          <pc:sldMk cId="3819404546" sldId="1520"/>
        </pc:sldMkLst>
      </pc:sldChg>
      <pc:sldChg chg="addSp delSp modSp add mod">
        <pc:chgData name="Minchang Jang" userId="5d9bafdb3db22792" providerId="LiveId" clId="{A009B66A-52B2-4523-9E44-3AD6FAE92D78}" dt="2023-06-24T15:35:27.305" v="33129" actId="120"/>
        <pc:sldMkLst>
          <pc:docMk/>
          <pc:sldMk cId="1905515557" sldId="1521"/>
        </pc:sldMkLst>
      </pc:sldChg>
      <pc:sldChg chg="addSp delSp modSp add mod">
        <pc:chgData name="Minchang Jang" userId="5d9bafdb3db22792" providerId="LiveId" clId="{A009B66A-52B2-4523-9E44-3AD6FAE92D78}" dt="2023-06-24T15:36:12.985" v="33137" actId="13926"/>
        <pc:sldMkLst>
          <pc:docMk/>
          <pc:sldMk cId="3864819878" sldId="1522"/>
        </pc:sldMkLst>
      </pc:sldChg>
      <pc:sldChg chg="addSp delSp modSp add mod">
        <pc:chgData name="Minchang Jang" userId="5d9bafdb3db22792" providerId="LiveId" clId="{A009B66A-52B2-4523-9E44-3AD6FAE92D78}" dt="2023-06-24T15:50:29.791" v="33735" actId="13926"/>
        <pc:sldMkLst>
          <pc:docMk/>
          <pc:sldMk cId="3222816284" sldId="1523"/>
        </pc:sldMkLst>
      </pc:sldChg>
      <pc:sldChg chg="modSp add mod">
        <pc:chgData name="Minchang Jang" userId="5d9bafdb3db22792" providerId="LiveId" clId="{A009B66A-52B2-4523-9E44-3AD6FAE92D78}" dt="2023-06-24T15:46:26.432" v="33175" actId="20577"/>
        <pc:sldMkLst>
          <pc:docMk/>
          <pc:sldMk cId="1979907206" sldId="1524"/>
        </pc:sldMkLst>
      </pc:sldChg>
      <pc:sldChg chg="modSp add mod">
        <pc:chgData name="Minchang Jang" userId="5d9bafdb3db22792" providerId="LiveId" clId="{A009B66A-52B2-4523-9E44-3AD6FAE92D78}" dt="2023-06-24T15:46:28.958" v="33176" actId="20577"/>
        <pc:sldMkLst>
          <pc:docMk/>
          <pc:sldMk cId="84760908" sldId="1525"/>
        </pc:sldMkLst>
      </pc:sldChg>
      <pc:sldChg chg="modSp add mod">
        <pc:chgData name="Minchang Jang" userId="5d9bafdb3db22792" providerId="LiveId" clId="{A009B66A-52B2-4523-9E44-3AD6FAE92D78}" dt="2023-06-24T15:50:21.602" v="33734" actId="13926"/>
        <pc:sldMkLst>
          <pc:docMk/>
          <pc:sldMk cId="1543978468" sldId="1526"/>
        </pc:sldMkLst>
      </pc:sldChg>
      <pc:sldChg chg="modSp add mod">
        <pc:chgData name="Minchang Jang" userId="5d9bafdb3db22792" providerId="LiveId" clId="{A009B66A-52B2-4523-9E44-3AD6FAE92D78}" dt="2023-06-24T15:50:45.484" v="33800" actId="20577"/>
        <pc:sldMkLst>
          <pc:docMk/>
          <pc:sldMk cId="493174691" sldId="1527"/>
        </pc:sldMkLst>
      </pc:sldChg>
      <pc:sldChg chg="addSp delSp modSp add mod">
        <pc:chgData name="Minchang Jang" userId="5d9bafdb3db22792" providerId="LiveId" clId="{A009B66A-52B2-4523-9E44-3AD6FAE92D78}" dt="2023-06-24T15:49:30.877" v="33451" actId="1076"/>
        <pc:sldMkLst>
          <pc:docMk/>
          <pc:sldMk cId="776032701" sldId="1528"/>
        </pc:sldMkLst>
      </pc:sldChg>
      <pc:sldChg chg="addSp modSp add mod">
        <pc:chgData name="Minchang Jang" userId="5d9bafdb3db22792" providerId="LiveId" clId="{A009B66A-52B2-4523-9E44-3AD6FAE92D78}" dt="2023-06-24T15:54:23.409" v="33906" actId="5793"/>
        <pc:sldMkLst>
          <pc:docMk/>
          <pc:sldMk cId="523266170" sldId="1529"/>
        </pc:sldMkLst>
      </pc:sldChg>
      <pc:sldChg chg="addSp delSp modSp add mod">
        <pc:chgData name="Minchang Jang" userId="5d9bafdb3db22792" providerId="LiveId" clId="{A009B66A-52B2-4523-9E44-3AD6FAE92D78}" dt="2023-06-24T15:54:56.124" v="34003" actId="20577"/>
        <pc:sldMkLst>
          <pc:docMk/>
          <pc:sldMk cId="1972106767" sldId="1530"/>
        </pc:sldMkLst>
      </pc:sldChg>
      <pc:sldChg chg="modSp add mod">
        <pc:chgData name="Minchang Jang" userId="5d9bafdb3db22792" providerId="LiveId" clId="{A009B66A-52B2-4523-9E44-3AD6FAE92D78}" dt="2023-06-24T15:56:26.264" v="34043" actId="20577"/>
        <pc:sldMkLst>
          <pc:docMk/>
          <pc:sldMk cId="958236443" sldId="1531"/>
        </pc:sldMkLst>
      </pc:sldChg>
      <pc:sldChg chg="addSp delSp modSp add mod">
        <pc:chgData name="Minchang Jang" userId="5d9bafdb3db22792" providerId="LiveId" clId="{A009B66A-52B2-4523-9E44-3AD6FAE92D78}" dt="2023-06-24T16:09:00.332" v="34270" actId="1036"/>
        <pc:sldMkLst>
          <pc:docMk/>
          <pc:sldMk cId="2957872624" sldId="1532"/>
        </pc:sldMkLst>
      </pc:sldChg>
      <pc:sldChg chg="addSp delSp modSp add mod">
        <pc:chgData name="Minchang Jang" userId="5d9bafdb3db22792" providerId="LiveId" clId="{A009B66A-52B2-4523-9E44-3AD6FAE92D78}" dt="2023-06-24T16:31:44.209" v="34441" actId="13926"/>
        <pc:sldMkLst>
          <pc:docMk/>
          <pc:sldMk cId="2948579713" sldId="1533"/>
        </pc:sldMkLst>
      </pc:sldChg>
      <pc:sldChg chg="modSp add mod">
        <pc:chgData name="Minchang Jang" userId="5d9bafdb3db22792" providerId="LiveId" clId="{A009B66A-52B2-4523-9E44-3AD6FAE92D78}" dt="2023-06-24T16:30:24.192" v="34421" actId="20577"/>
        <pc:sldMkLst>
          <pc:docMk/>
          <pc:sldMk cId="44975243" sldId="1534"/>
        </pc:sldMkLst>
      </pc:sldChg>
      <pc:sldChg chg="modSp add mod">
        <pc:chgData name="Minchang Jang" userId="5d9bafdb3db22792" providerId="LiveId" clId="{A009B66A-52B2-4523-9E44-3AD6FAE92D78}" dt="2023-06-24T16:30:22.560" v="34420" actId="20577"/>
        <pc:sldMkLst>
          <pc:docMk/>
          <pc:sldMk cId="880099065" sldId="1535"/>
        </pc:sldMkLst>
      </pc:sldChg>
      <pc:sldChg chg="modSp add mod">
        <pc:chgData name="Minchang Jang" userId="5d9bafdb3db22792" providerId="LiveId" clId="{A009B66A-52B2-4523-9E44-3AD6FAE92D78}" dt="2023-06-24T16:30:20.560" v="34419" actId="20577"/>
        <pc:sldMkLst>
          <pc:docMk/>
          <pc:sldMk cId="1634836517" sldId="1536"/>
        </pc:sldMkLst>
      </pc:sldChg>
      <pc:sldChg chg="modSp add mod">
        <pc:chgData name="Minchang Jang" userId="5d9bafdb3db22792" providerId="LiveId" clId="{A009B66A-52B2-4523-9E44-3AD6FAE92D78}" dt="2023-06-24T16:33:14.287" v="34472" actId="13926"/>
        <pc:sldMkLst>
          <pc:docMk/>
          <pc:sldMk cId="145502570" sldId="1537"/>
        </pc:sldMkLst>
      </pc:sldChg>
      <pc:sldChg chg="modSp add mod">
        <pc:chgData name="Minchang Jang" userId="5d9bafdb3db22792" providerId="LiveId" clId="{A009B66A-52B2-4523-9E44-3AD6FAE92D78}" dt="2023-06-24T16:32:39.695" v="34468" actId="6549"/>
        <pc:sldMkLst>
          <pc:docMk/>
          <pc:sldMk cId="730751459" sldId="1538"/>
        </pc:sldMkLst>
      </pc:sldChg>
      <pc:sldChg chg="modSp add mod">
        <pc:chgData name="Minchang Jang" userId="5d9bafdb3db22792" providerId="LiveId" clId="{A009B66A-52B2-4523-9E44-3AD6FAE92D78}" dt="2023-06-24T16:35:10.604" v="34607" actId="20577"/>
        <pc:sldMkLst>
          <pc:docMk/>
          <pc:sldMk cId="3518350954" sldId="1539"/>
        </pc:sldMkLst>
      </pc:sldChg>
      <pc:sldChg chg="modSp mod">
        <pc:chgData name="Minchang Jang" userId="5d9bafdb3db22792" providerId="LiveId" clId="{A009B66A-52B2-4523-9E44-3AD6FAE92D78}" dt="2023-06-27T01:48:02.361" v="54480" actId="20577"/>
        <pc:sldMkLst>
          <pc:docMk/>
          <pc:sldMk cId="1504493275" sldId="1589"/>
        </pc:sldMkLst>
      </pc:sldChg>
      <pc:sldChg chg="modSp mod">
        <pc:chgData name="Minchang Jang" userId="5d9bafdb3db22792" providerId="LiveId" clId="{A009B66A-52B2-4523-9E44-3AD6FAE92D78}" dt="2023-06-27T01:48:04.390" v="54481" actId="20577"/>
        <pc:sldMkLst>
          <pc:docMk/>
          <pc:sldMk cId="2689676742" sldId="1590"/>
        </pc:sldMkLst>
      </pc:sldChg>
      <pc:sldChg chg="modSp mod">
        <pc:chgData name="Minchang Jang" userId="5d9bafdb3db22792" providerId="LiveId" clId="{A009B66A-52B2-4523-9E44-3AD6FAE92D78}" dt="2023-06-27T01:48:07.667" v="54482" actId="20577"/>
        <pc:sldMkLst>
          <pc:docMk/>
          <pc:sldMk cId="1987081263" sldId="1591"/>
        </pc:sldMkLst>
      </pc:sldChg>
      <pc:sldChg chg="modSp mod">
        <pc:chgData name="Minchang Jang" userId="5d9bafdb3db22792" providerId="LiveId" clId="{A009B66A-52B2-4523-9E44-3AD6FAE92D78}" dt="2023-06-26T01:45:56.349" v="38729" actId="20577"/>
        <pc:sldMkLst>
          <pc:docMk/>
          <pc:sldMk cId="1010244872" sldId="1594"/>
        </pc:sldMkLst>
      </pc:sldChg>
      <pc:sldChg chg="addSp delSp modSp mod">
        <pc:chgData name="Minchang Jang" userId="5d9bafdb3db22792" providerId="LiveId" clId="{A009B66A-52B2-4523-9E44-3AD6FAE92D78}" dt="2023-06-26T01:08:15.003" v="37816" actId="14100"/>
        <pc:sldMkLst>
          <pc:docMk/>
          <pc:sldMk cId="3106844462" sldId="1627"/>
        </pc:sldMkLst>
      </pc:sldChg>
      <pc:sldChg chg="addSp delSp modSp mod">
        <pc:chgData name="Minchang Jang" userId="5d9bafdb3db22792" providerId="LiveId" clId="{A009B66A-52B2-4523-9E44-3AD6FAE92D78}" dt="2023-06-25T23:41:52.910" v="34673" actId="1036"/>
        <pc:sldMkLst>
          <pc:docMk/>
          <pc:sldMk cId="2880867842" sldId="1630"/>
        </pc:sldMkLst>
      </pc:sldChg>
      <pc:sldChg chg="addSp modSp mod">
        <pc:chgData name="Minchang Jang" userId="5d9bafdb3db22792" providerId="LiveId" clId="{A009B66A-52B2-4523-9E44-3AD6FAE92D78}" dt="2023-06-25T23:42:38.409" v="34705" actId="6549"/>
        <pc:sldMkLst>
          <pc:docMk/>
          <pc:sldMk cId="3854972118" sldId="1631"/>
        </pc:sldMkLst>
      </pc:sldChg>
      <pc:sldChg chg="addSp modSp mod">
        <pc:chgData name="Minchang Jang" userId="5d9bafdb3db22792" providerId="LiveId" clId="{A009B66A-52B2-4523-9E44-3AD6FAE92D78}" dt="2023-06-25T23:47:54.157" v="34753" actId="20577"/>
        <pc:sldMkLst>
          <pc:docMk/>
          <pc:sldMk cId="1132851732" sldId="1632"/>
        </pc:sldMkLst>
      </pc:sldChg>
      <pc:sldChg chg="addSp delSp modSp mod">
        <pc:chgData name="Minchang Jang" userId="5d9bafdb3db22792" providerId="LiveId" clId="{A009B66A-52B2-4523-9E44-3AD6FAE92D78}" dt="2023-06-26T00:28:27.904" v="35482" actId="20577"/>
        <pc:sldMkLst>
          <pc:docMk/>
          <pc:sldMk cId="2452861757" sldId="1633"/>
        </pc:sldMkLst>
      </pc:sldChg>
      <pc:sldChg chg="addSp delSp modSp mod ord">
        <pc:chgData name="Minchang Jang" userId="5d9bafdb3db22792" providerId="LiveId" clId="{A009B66A-52B2-4523-9E44-3AD6FAE92D78}" dt="2023-06-26T00:13:27.174" v="35423" actId="20577"/>
        <pc:sldMkLst>
          <pc:docMk/>
          <pc:sldMk cId="3813473107" sldId="1634"/>
        </pc:sldMkLst>
      </pc:sldChg>
      <pc:sldChg chg="modSp add mod">
        <pc:chgData name="Minchang Jang" userId="5d9bafdb3db22792" providerId="LiveId" clId="{A009B66A-52B2-4523-9E44-3AD6FAE92D78}" dt="2023-06-25T23:47:57.859" v="34754" actId="6549"/>
        <pc:sldMkLst>
          <pc:docMk/>
          <pc:sldMk cId="3527832458" sldId="1635"/>
        </pc:sldMkLst>
      </pc:sldChg>
      <pc:sldChg chg="add del">
        <pc:chgData name="Minchang Jang" userId="5d9bafdb3db22792" providerId="LiveId" clId="{A009B66A-52B2-4523-9E44-3AD6FAE92D78}" dt="2023-06-26T00:28:01.371" v="35467"/>
        <pc:sldMkLst>
          <pc:docMk/>
          <pc:sldMk cId="575477380" sldId="1636"/>
        </pc:sldMkLst>
      </pc:sldChg>
      <pc:sldChg chg="modSp add mod">
        <pc:chgData name="Minchang Jang" userId="5d9bafdb3db22792" providerId="LiveId" clId="{A009B66A-52B2-4523-9E44-3AD6FAE92D78}" dt="2023-06-26T00:29:24.951" v="35572" actId="6549"/>
        <pc:sldMkLst>
          <pc:docMk/>
          <pc:sldMk cId="4064052946" sldId="1636"/>
        </pc:sldMkLst>
      </pc:sldChg>
      <pc:sldChg chg="modSp add mod">
        <pc:chgData name="Minchang Jang" userId="5d9bafdb3db22792" providerId="LiveId" clId="{A009B66A-52B2-4523-9E44-3AD6FAE92D78}" dt="2023-06-26T00:29:30.517" v="35573" actId="6549"/>
        <pc:sldMkLst>
          <pc:docMk/>
          <pc:sldMk cId="2710099737" sldId="1637"/>
        </pc:sldMkLst>
      </pc:sldChg>
      <pc:sldChg chg="addSp delSp modSp add mod">
        <pc:chgData name="Minchang Jang" userId="5d9bafdb3db22792" providerId="LiveId" clId="{A009B66A-52B2-4523-9E44-3AD6FAE92D78}" dt="2023-06-26T00:31:08.257" v="35818" actId="14100"/>
        <pc:sldMkLst>
          <pc:docMk/>
          <pc:sldMk cId="3358883568" sldId="1638"/>
        </pc:sldMkLst>
      </pc:sldChg>
      <pc:sldChg chg="modSp add mod">
        <pc:chgData name="Minchang Jang" userId="5d9bafdb3db22792" providerId="LiveId" clId="{A009B66A-52B2-4523-9E44-3AD6FAE92D78}" dt="2023-06-26T00:31:50.710" v="35847" actId="20577"/>
        <pc:sldMkLst>
          <pc:docMk/>
          <pc:sldMk cId="598678597" sldId="1639"/>
        </pc:sldMkLst>
      </pc:sldChg>
      <pc:sldChg chg="addSp delSp modSp add mod">
        <pc:chgData name="Minchang Jang" userId="5d9bafdb3db22792" providerId="LiveId" clId="{A009B66A-52B2-4523-9E44-3AD6FAE92D78}" dt="2023-06-26T00:38:38.221" v="36516" actId="14100"/>
        <pc:sldMkLst>
          <pc:docMk/>
          <pc:sldMk cId="3319741094" sldId="1640"/>
        </pc:sldMkLst>
      </pc:sldChg>
      <pc:sldChg chg="addSp delSp modSp add mod">
        <pc:chgData name="Minchang Jang" userId="5d9bafdb3db22792" providerId="LiveId" clId="{A009B66A-52B2-4523-9E44-3AD6FAE92D78}" dt="2023-06-26T00:41:25.251" v="36630" actId="20577"/>
        <pc:sldMkLst>
          <pc:docMk/>
          <pc:sldMk cId="2219918515" sldId="1641"/>
        </pc:sldMkLst>
      </pc:sldChg>
      <pc:sldChg chg="modSp add mod ord">
        <pc:chgData name="Minchang Jang" userId="5d9bafdb3db22792" providerId="LiveId" clId="{A009B66A-52B2-4523-9E44-3AD6FAE92D78}" dt="2023-06-26T00:41:22.217" v="36629" actId="20577"/>
        <pc:sldMkLst>
          <pc:docMk/>
          <pc:sldMk cId="1097166134" sldId="1642"/>
        </pc:sldMkLst>
      </pc:sldChg>
      <pc:sldChg chg="modSp add mod">
        <pc:chgData name="Minchang Jang" userId="5d9bafdb3db22792" providerId="LiveId" clId="{A009B66A-52B2-4523-9E44-3AD6FAE92D78}" dt="2023-06-26T00:41:37.043" v="36634" actId="6549"/>
        <pc:sldMkLst>
          <pc:docMk/>
          <pc:sldMk cId="1987429240" sldId="1643"/>
        </pc:sldMkLst>
      </pc:sldChg>
      <pc:sldChg chg="modSp add mod">
        <pc:chgData name="Minchang Jang" userId="5d9bafdb3db22792" providerId="LiveId" clId="{A009B66A-52B2-4523-9E44-3AD6FAE92D78}" dt="2023-06-26T00:41:42.918" v="36635" actId="6549"/>
        <pc:sldMkLst>
          <pc:docMk/>
          <pc:sldMk cId="2270518335" sldId="1644"/>
        </pc:sldMkLst>
      </pc:sldChg>
      <pc:sldChg chg="modSp add mod">
        <pc:chgData name="Minchang Jang" userId="5d9bafdb3db22792" providerId="LiveId" clId="{A009B66A-52B2-4523-9E44-3AD6FAE92D78}" dt="2023-06-26T00:42:46.993" v="36713" actId="13926"/>
        <pc:sldMkLst>
          <pc:docMk/>
          <pc:sldMk cId="3319870113" sldId="1645"/>
        </pc:sldMkLst>
      </pc:sldChg>
      <pc:sldChg chg="addSp delSp modSp add mod">
        <pc:chgData name="Minchang Jang" userId="5d9bafdb3db22792" providerId="LiveId" clId="{A009B66A-52B2-4523-9E44-3AD6FAE92D78}" dt="2023-06-26T00:47:07.158" v="36867" actId="6549"/>
        <pc:sldMkLst>
          <pc:docMk/>
          <pc:sldMk cId="2351915879" sldId="1646"/>
        </pc:sldMkLst>
      </pc:sldChg>
      <pc:sldChg chg="delSp modSp add mod">
        <pc:chgData name="Minchang Jang" userId="5d9bafdb3db22792" providerId="LiveId" clId="{A009B66A-52B2-4523-9E44-3AD6FAE92D78}" dt="2023-06-26T00:47:21.374" v="36872" actId="113"/>
        <pc:sldMkLst>
          <pc:docMk/>
          <pc:sldMk cId="3288287834" sldId="1647"/>
        </pc:sldMkLst>
      </pc:sldChg>
      <pc:sldChg chg="modSp add mod">
        <pc:chgData name="Minchang Jang" userId="5d9bafdb3db22792" providerId="LiveId" clId="{A009B66A-52B2-4523-9E44-3AD6FAE92D78}" dt="2023-06-26T00:49:08.086" v="37008" actId="947"/>
        <pc:sldMkLst>
          <pc:docMk/>
          <pc:sldMk cId="723376635" sldId="1648"/>
        </pc:sldMkLst>
      </pc:sldChg>
      <pc:sldChg chg="modSp add mod">
        <pc:chgData name="Minchang Jang" userId="5d9bafdb3db22792" providerId="LiveId" clId="{A009B66A-52B2-4523-9E44-3AD6FAE92D78}" dt="2023-06-26T00:52:01.771" v="37137" actId="6549"/>
        <pc:sldMkLst>
          <pc:docMk/>
          <pc:sldMk cId="4233512599" sldId="1649"/>
        </pc:sldMkLst>
      </pc:sldChg>
      <pc:sldChg chg="modSp add mod">
        <pc:chgData name="Minchang Jang" userId="5d9bafdb3db22792" providerId="LiveId" clId="{A009B66A-52B2-4523-9E44-3AD6FAE92D78}" dt="2023-06-26T00:54:39.610" v="37352" actId="6549"/>
        <pc:sldMkLst>
          <pc:docMk/>
          <pc:sldMk cId="2959634272" sldId="1650"/>
        </pc:sldMkLst>
      </pc:sldChg>
      <pc:sldChg chg="addSp delSp modSp add mod">
        <pc:chgData name="Minchang Jang" userId="5d9bafdb3db22792" providerId="LiveId" clId="{A009B66A-52B2-4523-9E44-3AD6FAE92D78}" dt="2023-06-26T00:55:58.206" v="37354" actId="1076"/>
        <pc:sldMkLst>
          <pc:docMk/>
          <pc:sldMk cId="1024932511" sldId="1651"/>
        </pc:sldMkLst>
      </pc:sldChg>
      <pc:sldChg chg="addSp delSp modSp add mod">
        <pc:chgData name="Minchang Jang" userId="5d9bafdb3db22792" providerId="LiveId" clId="{A009B66A-52B2-4523-9E44-3AD6FAE92D78}" dt="2023-06-26T01:07:25.022" v="37794" actId="20577"/>
        <pc:sldMkLst>
          <pc:docMk/>
          <pc:sldMk cId="2244764006" sldId="1652"/>
        </pc:sldMkLst>
      </pc:sldChg>
      <pc:sldChg chg="addSp delSp modSp add mod">
        <pc:chgData name="Minchang Jang" userId="5d9bafdb3db22792" providerId="LiveId" clId="{A009B66A-52B2-4523-9E44-3AD6FAE92D78}" dt="2023-06-26T01:17:41.392" v="38103" actId="6549"/>
        <pc:sldMkLst>
          <pc:docMk/>
          <pc:sldMk cId="592297774" sldId="1653"/>
        </pc:sldMkLst>
      </pc:sldChg>
      <pc:sldChg chg="modSp add mod">
        <pc:chgData name="Minchang Jang" userId="5d9bafdb3db22792" providerId="LiveId" clId="{A009B66A-52B2-4523-9E44-3AD6FAE92D78}" dt="2023-06-26T01:20:55.667" v="38154" actId="20577"/>
        <pc:sldMkLst>
          <pc:docMk/>
          <pc:sldMk cId="625513334" sldId="1654"/>
        </pc:sldMkLst>
      </pc:sldChg>
      <pc:sldChg chg="modSp add mod">
        <pc:chgData name="Minchang Jang" userId="5d9bafdb3db22792" providerId="LiveId" clId="{A009B66A-52B2-4523-9E44-3AD6FAE92D78}" dt="2023-06-26T01:20:15.690" v="38117" actId="6549"/>
        <pc:sldMkLst>
          <pc:docMk/>
          <pc:sldMk cId="1602037373" sldId="1655"/>
        </pc:sldMkLst>
      </pc:sldChg>
      <pc:sldChg chg="modSp add mod">
        <pc:chgData name="Minchang Jang" userId="5d9bafdb3db22792" providerId="LiveId" clId="{A009B66A-52B2-4523-9E44-3AD6FAE92D78}" dt="2023-06-26T01:24:49.035" v="38193" actId="13926"/>
        <pc:sldMkLst>
          <pc:docMk/>
          <pc:sldMk cId="2207586413" sldId="1656"/>
        </pc:sldMkLst>
      </pc:sldChg>
      <pc:sldChg chg="modSp add mod">
        <pc:chgData name="Minchang Jang" userId="5d9bafdb3db22792" providerId="LiveId" clId="{A009B66A-52B2-4523-9E44-3AD6FAE92D78}" dt="2023-06-26T02:20:43.964" v="40682" actId="20577"/>
        <pc:sldMkLst>
          <pc:docMk/>
          <pc:sldMk cId="1565741801" sldId="1657"/>
        </pc:sldMkLst>
      </pc:sldChg>
      <pc:sldChg chg="modSp add mod">
        <pc:chgData name="Minchang Jang" userId="5d9bafdb3db22792" providerId="LiveId" clId="{A009B66A-52B2-4523-9E44-3AD6FAE92D78}" dt="2023-06-26T01:33:48.150" v="38304" actId="6549"/>
        <pc:sldMkLst>
          <pc:docMk/>
          <pc:sldMk cId="1297761987" sldId="1658"/>
        </pc:sldMkLst>
      </pc:sldChg>
      <pc:sldChg chg="modSp add mod">
        <pc:chgData name="Minchang Jang" userId="5d9bafdb3db22792" providerId="LiveId" clId="{A009B66A-52B2-4523-9E44-3AD6FAE92D78}" dt="2023-06-26T01:33:54.715" v="38305" actId="6549"/>
        <pc:sldMkLst>
          <pc:docMk/>
          <pc:sldMk cId="351269744" sldId="1659"/>
        </pc:sldMkLst>
      </pc:sldChg>
      <pc:sldChg chg="modSp add mod">
        <pc:chgData name="Minchang Jang" userId="5d9bafdb3db22792" providerId="LiveId" clId="{A009B66A-52B2-4523-9E44-3AD6FAE92D78}" dt="2023-06-26T01:36:53.315" v="38467" actId="20577"/>
        <pc:sldMkLst>
          <pc:docMk/>
          <pc:sldMk cId="353995163" sldId="1660"/>
        </pc:sldMkLst>
      </pc:sldChg>
      <pc:sldChg chg="delSp modSp add mod">
        <pc:chgData name="Minchang Jang" userId="5d9bafdb3db22792" providerId="LiveId" clId="{A009B66A-52B2-4523-9E44-3AD6FAE92D78}" dt="2023-06-26T02:50:31.955" v="42280" actId="20577"/>
        <pc:sldMkLst>
          <pc:docMk/>
          <pc:sldMk cId="619606238" sldId="1661"/>
        </pc:sldMkLst>
      </pc:sldChg>
      <pc:sldChg chg="addSp delSp modSp add mod chgLayout">
        <pc:chgData name="Minchang Jang" userId="5d9bafdb3db22792" providerId="LiveId" clId="{A009B66A-52B2-4523-9E44-3AD6FAE92D78}" dt="2023-06-26T01:45:24.816" v="38669"/>
        <pc:sldMkLst>
          <pc:docMk/>
          <pc:sldMk cId="1440403204" sldId="1662"/>
        </pc:sldMkLst>
      </pc:sldChg>
      <pc:sldChg chg="modSp add mod">
        <pc:chgData name="Minchang Jang" userId="5d9bafdb3db22792" providerId="LiveId" clId="{A009B66A-52B2-4523-9E44-3AD6FAE92D78}" dt="2023-06-26T01:45:27.129" v="38670"/>
        <pc:sldMkLst>
          <pc:docMk/>
          <pc:sldMk cId="3972383708" sldId="1663"/>
        </pc:sldMkLst>
      </pc:sldChg>
      <pc:sldChg chg="modSp add mod">
        <pc:chgData name="Minchang Jang" userId="5d9bafdb3db22792" providerId="LiveId" clId="{A009B66A-52B2-4523-9E44-3AD6FAE92D78}" dt="2023-06-26T01:45:29.279" v="38671"/>
        <pc:sldMkLst>
          <pc:docMk/>
          <pc:sldMk cId="536642031" sldId="1664"/>
        </pc:sldMkLst>
      </pc:sldChg>
      <pc:sldChg chg="modSp add mod">
        <pc:chgData name="Minchang Jang" userId="5d9bafdb3db22792" providerId="LiveId" clId="{A009B66A-52B2-4523-9E44-3AD6FAE92D78}" dt="2023-06-26T01:45:31.407" v="38672"/>
        <pc:sldMkLst>
          <pc:docMk/>
          <pc:sldMk cId="4154250279" sldId="1665"/>
        </pc:sldMkLst>
      </pc:sldChg>
      <pc:sldChg chg="modSp add mod">
        <pc:chgData name="Minchang Jang" userId="5d9bafdb3db22792" providerId="LiveId" clId="{A009B66A-52B2-4523-9E44-3AD6FAE92D78}" dt="2023-06-26T01:45:46.027" v="38675" actId="20577"/>
        <pc:sldMkLst>
          <pc:docMk/>
          <pc:sldMk cId="1841661956" sldId="1666"/>
        </pc:sldMkLst>
      </pc:sldChg>
      <pc:sldChg chg="add del">
        <pc:chgData name="Minchang Jang" userId="5d9bafdb3db22792" providerId="LiveId" clId="{A009B66A-52B2-4523-9E44-3AD6FAE92D78}" dt="2023-06-26T01:52:31.731" v="40131"/>
        <pc:sldMkLst>
          <pc:docMk/>
          <pc:sldMk cId="504080463" sldId="1667"/>
        </pc:sldMkLst>
      </pc:sldChg>
      <pc:sldChg chg="addSp modSp add mod">
        <pc:chgData name="Minchang Jang" userId="5d9bafdb3db22792" providerId="LiveId" clId="{A009B66A-52B2-4523-9E44-3AD6FAE92D78}" dt="2023-06-26T02:06:08.084" v="40212" actId="1076"/>
        <pc:sldMkLst>
          <pc:docMk/>
          <pc:sldMk cId="3522302201" sldId="1667"/>
        </pc:sldMkLst>
      </pc:sldChg>
      <pc:sldChg chg="addSp delSp modSp add mod">
        <pc:chgData name="Minchang Jang" userId="5d9bafdb3db22792" providerId="LiveId" clId="{A009B66A-52B2-4523-9E44-3AD6FAE92D78}" dt="2023-06-26T02:09:08.911" v="40406" actId="13926"/>
        <pc:sldMkLst>
          <pc:docMk/>
          <pc:sldMk cId="3673375067" sldId="1668"/>
        </pc:sldMkLst>
      </pc:sldChg>
      <pc:sldChg chg="addSp delSp modSp add mod">
        <pc:chgData name="Minchang Jang" userId="5d9bafdb3db22792" providerId="LiveId" clId="{A009B66A-52B2-4523-9E44-3AD6FAE92D78}" dt="2023-06-26T02:29:04.257" v="41188" actId="20577"/>
        <pc:sldMkLst>
          <pc:docMk/>
          <pc:sldMk cId="3703121677" sldId="1669"/>
        </pc:sldMkLst>
      </pc:sldChg>
      <pc:sldChg chg="modSp add mod">
        <pc:chgData name="Minchang Jang" userId="5d9bafdb3db22792" providerId="LiveId" clId="{A009B66A-52B2-4523-9E44-3AD6FAE92D78}" dt="2023-06-26T02:20:35.903" v="40680" actId="6549"/>
        <pc:sldMkLst>
          <pc:docMk/>
          <pc:sldMk cId="669870325" sldId="1670"/>
        </pc:sldMkLst>
      </pc:sldChg>
      <pc:sldChg chg="addSp delSp modSp add mod">
        <pc:chgData name="Minchang Jang" userId="5d9bafdb3db22792" providerId="LiveId" clId="{A009B66A-52B2-4523-9E44-3AD6FAE92D78}" dt="2023-06-26T02:25:41.275" v="40981" actId="6549"/>
        <pc:sldMkLst>
          <pc:docMk/>
          <pc:sldMk cId="2977231471" sldId="1671"/>
        </pc:sldMkLst>
      </pc:sldChg>
      <pc:sldChg chg="modSp add mod">
        <pc:chgData name="Minchang Jang" userId="5d9bafdb3db22792" providerId="LiveId" clId="{A009B66A-52B2-4523-9E44-3AD6FAE92D78}" dt="2023-06-26T02:28:43.248" v="41186" actId="6549"/>
        <pc:sldMkLst>
          <pc:docMk/>
          <pc:sldMk cId="3764164636" sldId="1672"/>
        </pc:sldMkLst>
      </pc:sldChg>
      <pc:sldChg chg="modSp add mod">
        <pc:chgData name="Minchang Jang" userId="5d9bafdb3db22792" providerId="LiveId" clId="{A009B66A-52B2-4523-9E44-3AD6FAE92D78}" dt="2023-06-26T02:31:22.708" v="41403" actId="20577"/>
        <pc:sldMkLst>
          <pc:docMk/>
          <pc:sldMk cId="1601886311" sldId="1673"/>
        </pc:sldMkLst>
      </pc:sldChg>
      <pc:sldChg chg="addSp delSp modSp add mod">
        <pc:chgData name="Minchang Jang" userId="5d9bafdb3db22792" providerId="LiveId" clId="{A009B66A-52B2-4523-9E44-3AD6FAE92D78}" dt="2023-06-26T02:30:23.761" v="41370" actId="1076"/>
        <pc:sldMkLst>
          <pc:docMk/>
          <pc:sldMk cId="3388458488" sldId="1674"/>
        </pc:sldMkLst>
      </pc:sldChg>
      <pc:sldChg chg="addSp delSp modSp add mod">
        <pc:chgData name="Minchang Jang" userId="5d9bafdb3db22792" providerId="LiveId" clId="{A009B66A-52B2-4523-9E44-3AD6FAE92D78}" dt="2023-06-26T02:34:16.031" v="41653" actId="6549"/>
        <pc:sldMkLst>
          <pc:docMk/>
          <pc:sldMk cId="1785417158" sldId="1675"/>
        </pc:sldMkLst>
      </pc:sldChg>
      <pc:sldChg chg="modSp add mod">
        <pc:chgData name="Minchang Jang" userId="5d9bafdb3db22792" providerId="LiveId" clId="{A009B66A-52B2-4523-9E44-3AD6FAE92D78}" dt="2023-06-26T02:37:26.872" v="41738"/>
        <pc:sldMkLst>
          <pc:docMk/>
          <pc:sldMk cId="3575900216" sldId="1676"/>
        </pc:sldMkLst>
      </pc:sldChg>
      <pc:sldChg chg="addSp delSp modSp add mod">
        <pc:chgData name="Minchang Jang" userId="5d9bafdb3db22792" providerId="LiveId" clId="{A009B66A-52B2-4523-9E44-3AD6FAE92D78}" dt="2023-06-26T02:37:51.088" v="41743" actId="1076"/>
        <pc:sldMkLst>
          <pc:docMk/>
          <pc:sldMk cId="1373161083" sldId="1677"/>
        </pc:sldMkLst>
      </pc:sldChg>
      <pc:sldChg chg="addSp delSp modSp add mod">
        <pc:chgData name="Minchang Jang" userId="5d9bafdb3db22792" providerId="LiveId" clId="{A009B66A-52B2-4523-9E44-3AD6FAE92D78}" dt="2023-06-26T02:39:40.940" v="41886" actId="1076"/>
        <pc:sldMkLst>
          <pc:docMk/>
          <pc:sldMk cId="2467625297" sldId="1678"/>
        </pc:sldMkLst>
      </pc:sldChg>
      <pc:sldChg chg="addSp delSp modSp add del mod">
        <pc:chgData name="Minchang Jang" userId="5d9bafdb3db22792" providerId="LiveId" clId="{A009B66A-52B2-4523-9E44-3AD6FAE92D78}" dt="2023-06-26T02:49:16.971" v="42155" actId="6549"/>
        <pc:sldMkLst>
          <pc:docMk/>
          <pc:sldMk cId="3307785738" sldId="1679"/>
        </pc:sldMkLst>
      </pc:sldChg>
      <pc:sldChg chg="modSp add mod">
        <pc:chgData name="Minchang Jang" userId="5d9bafdb3db22792" providerId="LiveId" clId="{A009B66A-52B2-4523-9E44-3AD6FAE92D78}" dt="2023-06-26T02:49:34.713" v="42159" actId="6549"/>
        <pc:sldMkLst>
          <pc:docMk/>
          <pc:sldMk cId="3559193419" sldId="1680"/>
        </pc:sldMkLst>
      </pc:sldChg>
      <pc:sldChg chg="modSp add mod">
        <pc:chgData name="Minchang Jang" userId="5d9bafdb3db22792" providerId="LiveId" clId="{A009B66A-52B2-4523-9E44-3AD6FAE92D78}" dt="2023-06-26T02:49:55.041" v="42162" actId="6549"/>
        <pc:sldMkLst>
          <pc:docMk/>
          <pc:sldMk cId="3193016860" sldId="1681"/>
        </pc:sldMkLst>
      </pc:sldChg>
      <pc:sldChg chg="addSp delSp modSp add mod">
        <pc:chgData name="Minchang Jang" userId="5d9bafdb3db22792" providerId="LiveId" clId="{A009B66A-52B2-4523-9E44-3AD6FAE92D78}" dt="2023-06-26T02:50:57.105" v="42282" actId="1076"/>
        <pc:sldMkLst>
          <pc:docMk/>
          <pc:sldMk cId="40898939" sldId="1682"/>
        </pc:sldMkLst>
      </pc:sldChg>
      <pc:sldChg chg="addSp delSp modSp add mod">
        <pc:chgData name="Minchang Jang" userId="5d9bafdb3db22792" providerId="LiveId" clId="{A009B66A-52B2-4523-9E44-3AD6FAE92D78}" dt="2023-06-26T02:51:27.902" v="42293" actId="1076"/>
        <pc:sldMkLst>
          <pc:docMk/>
          <pc:sldMk cId="2762721068" sldId="1683"/>
        </pc:sldMkLst>
      </pc:sldChg>
      <pc:sldChg chg="modSp add mod">
        <pc:chgData name="Minchang Jang" userId="5d9bafdb3db22792" providerId="LiveId" clId="{A009B66A-52B2-4523-9E44-3AD6FAE92D78}" dt="2023-06-26T02:54:07.827" v="42391" actId="6549"/>
        <pc:sldMkLst>
          <pc:docMk/>
          <pc:sldMk cId="3582209864" sldId="1684"/>
        </pc:sldMkLst>
      </pc:sldChg>
      <pc:sldChg chg="modSp add mod ord">
        <pc:chgData name="Minchang Jang" userId="5d9bafdb3db22792" providerId="LiveId" clId="{A009B66A-52B2-4523-9E44-3AD6FAE92D78}" dt="2023-06-26T03:02:47.059" v="42646" actId="20577"/>
        <pc:sldMkLst>
          <pc:docMk/>
          <pc:sldMk cId="1095796577" sldId="1685"/>
        </pc:sldMkLst>
      </pc:sldChg>
      <pc:sldChg chg="delSp modSp add mod">
        <pc:chgData name="Minchang Jang" userId="5d9bafdb3db22792" providerId="LiveId" clId="{A009B66A-52B2-4523-9E44-3AD6FAE92D78}" dt="2023-06-26T05:05:40.613" v="43647" actId="20577"/>
        <pc:sldMkLst>
          <pc:docMk/>
          <pc:sldMk cId="854149927" sldId="1686"/>
        </pc:sldMkLst>
      </pc:sldChg>
      <pc:sldChg chg="modSp add mod">
        <pc:chgData name="Minchang Jang" userId="5d9bafdb3db22792" providerId="LiveId" clId="{A009B66A-52B2-4523-9E44-3AD6FAE92D78}" dt="2023-06-26T03:06:27.215" v="42855" actId="6549"/>
        <pc:sldMkLst>
          <pc:docMk/>
          <pc:sldMk cId="3514822346" sldId="1687"/>
        </pc:sldMkLst>
      </pc:sldChg>
      <pc:sldChg chg="modSp add mod">
        <pc:chgData name="Minchang Jang" userId="5d9bafdb3db22792" providerId="LiveId" clId="{A009B66A-52B2-4523-9E44-3AD6FAE92D78}" dt="2023-06-26T03:06:30.223" v="42856" actId="6549"/>
        <pc:sldMkLst>
          <pc:docMk/>
          <pc:sldMk cId="3678602533" sldId="1688"/>
        </pc:sldMkLst>
      </pc:sldChg>
      <pc:sldChg chg="modSp add mod">
        <pc:chgData name="Minchang Jang" userId="5d9bafdb3db22792" providerId="LiveId" clId="{A009B66A-52B2-4523-9E44-3AD6FAE92D78}" dt="2023-06-26T03:07:38.165" v="42976"/>
        <pc:sldMkLst>
          <pc:docMk/>
          <pc:sldMk cId="2433617837" sldId="1689"/>
        </pc:sldMkLst>
      </pc:sldChg>
      <pc:sldChg chg="modSp add mod">
        <pc:chgData name="Minchang Jang" userId="5d9bafdb3db22792" providerId="LiveId" clId="{A009B66A-52B2-4523-9E44-3AD6FAE92D78}" dt="2023-06-26T03:12:58.411" v="43035" actId="20577"/>
        <pc:sldMkLst>
          <pc:docMk/>
          <pc:sldMk cId="1467207121" sldId="1690"/>
        </pc:sldMkLst>
      </pc:sldChg>
      <pc:sldChg chg="modSp add mod">
        <pc:chgData name="Minchang Jang" userId="5d9bafdb3db22792" providerId="LiveId" clId="{A009B66A-52B2-4523-9E44-3AD6FAE92D78}" dt="2023-06-26T03:16:46.499" v="43080" actId="6549"/>
        <pc:sldMkLst>
          <pc:docMk/>
          <pc:sldMk cId="99549379" sldId="1691"/>
        </pc:sldMkLst>
      </pc:sldChg>
      <pc:sldChg chg="modSp add mod">
        <pc:chgData name="Minchang Jang" userId="5d9bafdb3db22792" providerId="LiveId" clId="{A009B66A-52B2-4523-9E44-3AD6FAE92D78}" dt="2023-06-26T03:18:29.909" v="43098" actId="1076"/>
        <pc:sldMkLst>
          <pc:docMk/>
          <pc:sldMk cId="1071248842" sldId="1692"/>
        </pc:sldMkLst>
      </pc:sldChg>
      <pc:sldChg chg="modSp add mod">
        <pc:chgData name="Minchang Jang" userId="5d9bafdb3db22792" providerId="LiveId" clId="{A009B66A-52B2-4523-9E44-3AD6FAE92D78}" dt="2023-06-26T03:19:38.172" v="43127" actId="6549"/>
        <pc:sldMkLst>
          <pc:docMk/>
          <pc:sldMk cId="459371256" sldId="1693"/>
        </pc:sldMkLst>
      </pc:sldChg>
      <pc:sldChg chg="modSp add mod ord">
        <pc:chgData name="Minchang Jang" userId="5d9bafdb3db22792" providerId="LiveId" clId="{A009B66A-52B2-4523-9E44-3AD6FAE92D78}" dt="2023-06-26T03:19:34.095" v="43125" actId="20577"/>
        <pc:sldMkLst>
          <pc:docMk/>
          <pc:sldMk cId="2049516069" sldId="1694"/>
        </pc:sldMkLst>
      </pc:sldChg>
      <pc:sldChg chg="modSp add mod">
        <pc:chgData name="Minchang Jang" userId="5d9bafdb3db22792" providerId="LiveId" clId="{A009B66A-52B2-4523-9E44-3AD6FAE92D78}" dt="2023-06-26T04:58:00.100" v="43451" actId="6549"/>
        <pc:sldMkLst>
          <pc:docMk/>
          <pc:sldMk cId="2781394513" sldId="1695"/>
        </pc:sldMkLst>
      </pc:sldChg>
      <pc:sldChg chg="modSp add mod">
        <pc:chgData name="Minchang Jang" userId="5d9bafdb3db22792" providerId="LiveId" clId="{A009B66A-52B2-4523-9E44-3AD6FAE92D78}" dt="2023-06-26T03:20:33.284" v="43177" actId="20577"/>
        <pc:sldMkLst>
          <pc:docMk/>
          <pc:sldMk cId="4249104285" sldId="1696"/>
        </pc:sldMkLst>
      </pc:sldChg>
      <pc:sldChg chg="modSp add mod">
        <pc:chgData name="Minchang Jang" userId="5d9bafdb3db22792" providerId="LiveId" clId="{A009B66A-52B2-4523-9E44-3AD6FAE92D78}" dt="2023-06-26T04:58:03.632" v="43452" actId="13926"/>
        <pc:sldMkLst>
          <pc:docMk/>
          <pc:sldMk cId="4218987883" sldId="1697"/>
        </pc:sldMkLst>
      </pc:sldChg>
      <pc:sldChg chg="modSp add mod">
        <pc:chgData name="Minchang Jang" userId="5d9bafdb3db22792" providerId="LiveId" clId="{A009B66A-52B2-4523-9E44-3AD6FAE92D78}" dt="2023-06-26T04:59:24.012" v="43469" actId="13926"/>
        <pc:sldMkLst>
          <pc:docMk/>
          <pc:sldMk cId="2309365518" sldId="1698"/>
        </pc:sldMkLst>
      </pc:sldChg>
      <pc:sldChg chg="modSp add mod">
        <pc:chgData name="Minchang Jang" userId="5d9bafdb3db22792" providerId="LiveId" clId="{A009B66A-52B2-4523-9E44-3AD6FAE92D78}" dt="2023-06-26T04:59:19.273" v="43468" actId="13926"/>
        <pc:sldMkLst>
          <pc:docMk/>
          <pc:sldMk cId="176578268" sldId="1699"/>
        </pc:sldMkLst>
      </pc:sldChg>
      <pc:sldChg chg="modSp add mod">
        <pc:chgData name="Minchang Jang" userId="5d9bafdb3db22792" providerId="LiveId" clId="{A009B66A-52B2-4523-9E44-3AD6FAE92D78}" dt="2023-06-26T05:00:25.835" v="43479" actId="13926"/>
        <pc:sldMkLst>
          <pc:docMk/>
          <pc:sldMk cId="1981720567" sldId="1700"/>
        </pc:sldMkLst>
      </pc:sldChg>
      <pc:sldChg chg="modSp add mod">
        <pc:chgData name="Minchang Jang" userId="5d9bafdb3db22792" providerId="LiveId" clId="{A009B66A-52B2-4523-9E44-3AD6FAE92D78}" dt="2023-06-26T05:06:25.442" v="43651" actId="13926"/>
        <pc:sldMkLst>
          <pc:docMk/>
          <pc:sldMk cId="209879650" sldId="1701"/>
        </pc:sldMkLst>
      </pc:sldChg>
      <pc:sldChg chg="addSp delSp modSp add mod">
        <pc:chgData name="Minchang Jang" userId="5d9bafdb3db22792" providerId="LiveId" clId="{A009B66A-52B2-4523-9E44-3AD6FAE92D78}" dt="2023-06-26T05:08:31.096" v="43762" actId="1076"/>
        <pc:sldMkLst>
          <pc:docMk/>
          <pc:sldMk cId="3324825514" sldId="1702"/>
        </pc:sldMkLst>
      </pc:sldChg>
      <pc:sldChg chg="modSp add mod">
        <pc:chgData name="Minchang Jang" userId="5d9bafdb3db22792" providerId="LiveId" clId="{A009B66A-52B2-4523-9E44-3AD6FAE92D78}" dt="2023-06-26T05:14:44.713" v="43887" actId="13926"/>
        <pc:sldMkLst>
          <pc:docMk/>
          <pc:sldMk cId="3957736064" sldId="1703"/>
        </pc:sldMkLst>
      </pc:sldChg>
      <pc:sldChg chg="modSp add mod">
        <pc:chgData name="Minchang Jang" userId="5d9bafdb3db22792" providerId="LiveId" clId="{A009B66A-52B2-4523-9E44-3AD6FAE92D78}" dt="2023-06-26T05:18:16.404" v="43975" actId="947"/>
        <pc:sldMkLst>
          <pc:docMk/>
          <pc:sldMk cId="4121580591" sldId="1704"/>
        </pc:sldMkLst>
      </pc:sldChg>
      <pc:sldChg chg="modSp add mod">
        <pc:chgData name="Minchang Jang" userId="5d9bafdb3db22792" providerId="LiveId" clId="{A009B66A-52B2-4523-9E44-3AD6FAE92D78}" dt="2023-06-26T05:18:43.014" v="43986" actId="947"/>
        <pc:sldMkLst>
          <pc:docMk/>
          <pc:sldMk cId="1535200551" sldId="1705"/>
        </pc:sldMkLst>
      </pc:sldChg>
      <pc:sldChg chg="addSp modSp add mod">
        <pc:chgData name="Minchang Jang" userId="5d9bafdb3db22792" providerId="LiveId" clId="{A009B66A-52B2-4523-9E44-3AD6FAE92D78}" dt="2023-06-26T05:21:02.209" v="44058" actId="1076"/>
        <pc:sldMkLst>
          <pc:docMk/>
          <pc:sldMk cId="1371328889" sldId="1706"/>
        </pc:sldMkLst>
      </pc:sldChg>
      <pc:sldChg chg="addSp delSp modSp add mod">
        <pc:chgData name="Minchang Jang" userId="5d9bafdb3db22792" providerId="LiveId" clId="{A009B66A-52B2-4523-9E44-3AD6FAE92D78}" dt="2023-06-26T05:28:17.320" v="44502" actId="20577"/>
        <pc:sldMkLst>
          <pc:docMk/>
          <pc:sldMk cId="3314703753" sldId="1707"/>
        </pc:sldMkLst>
      </pc:sldChg>
      <pc:sldChg chg="addSp delSp modSp add mod">
        <pc:chgData name="Minchang Jang" userId="5d9bafdb3db22792" providerId="LiveId" clId="{A009B66A-52B2-4523-9E44-3AD6FAE92D78}" dt="2023-06-26T05:27:51.253" v="44358" actId="13926"/>
        <pc:sldMkLst>
          <pc:docMk/>
          <pc:sldMk cId="578059199" sldId="1708"/>
        </pc:sldMkLst>
      </pc:sldChg>
      <pc:sldChg chg="addSp delSp modSp add mod">
        <pc:chgData name="Minchang Jang" userId="5d9bafdb3db22792" providerId="LiveId" clId="{A009B66A-52B2-4523-9E44-3AD6FAE92D78}" dt="2023-06-26T05:28:35.923" v="44547" actId="1076"/>
        <pc:sldMkLst>
          <pc:docMk/>
          <pc:sldMk cId="3722160654" sldId="1709"/>
        </pc:sldMkLst>
      </pc:sldChg>
      <pc:sldChg chg="addSp delSp modSp add mod">
        <pc:chgData name="Minchang Jang" userId="5d9bafdb3db22792" providerId="LiveId" clId="{A009B66A-52B2-4523-9E44-3AD6FAE92D78}" dt="2023-06-26T05:30:38.292" v="45032" actId="1076"/>
        <pc:sldMkLst>
          <pc:docMk/>
          <pc:sldMk cId="667793060" sldId="1710"/>
        </pc:sldMkLst>
      </pc:sldChg>
      <pc:sldChg chg="addSp delSp modSp add mod">
        <pc:chgData name="Minchang Jang" userId="5d9bafdb3db22792" providerId="LiveId" clId="{A009B66A-52B2-4523-9E44-3AD6FAE92D78}" dt="2023-06-26T05:35:36.644" v="45336" actId="1076"/>
        <pc:sldMkLst>
          <pc:docMk/>
          <pc:sldMk cId="713477265" sldId="1711"/>
        </pc:sldMkLst>
      </pc:sldChg>
      <pc:sldChg chg="delSp add del mod">
        <pc:chgData name="Minchang Jang" userId="5d9bafdb3db22792" providerId="LiveId" clId="{A009B66A-52B2-4523-9E44-3AD6FAE92D78}" dt="2023-06-26T05:33:36.925" v="45170" actId="47"/>
        <pc:sldMkLst>
          <pc:docMk/>
          <pc:sldMk cId="992368690" sldId="1712"/>
        </pc:sldMkLst>
      </pc:sldChg>
      <pc:sldChg chg="addSp delSp modSp add mod">
        <pc:chgData name="Minchang Jang" userId="5d9bafdb3db22792" providerId="LiveId" clId="{A009B66A-52B2-4523-9E44-3AD6FAE92D78}" dt="2023-06-26T05:41:17.639" v="45719" actId="1035"/>
        <pc:sldMkLst>
          <pc:docMk/>
          <pc:sldMk cId="1472969711" sldId="1712"/>
        </pc:sldMkLst>
      </pc:sldChg>
      <pc:sldChg chg="modSp add mod">
        <pc:chgData name="Minchang Jang" userId="5d9bafdb3db22792" providerId="LiveId" clId="{A009B66A-52B2-4523-9E44-3AD6FAE92D78}" dt="2023-06-26T05:50:06.931" v="45835" actId="1076"/>
        <pc:sldMkLst>
          <pc:docMk/>
          <pc:sldMk cId="1726302932" sldId="1713"/>
        </pc:sldMkLst>
      </pc:sldChg>
      <pc:sldChg chg="addSp delSp modSp add mod">
        <pc:chgData name="Minchang Jang" userId="5d9bafdb3db22792" providerId="LiveId" clId="{A009B66A-52B2-4523-9E44-3AD6FAE92D78}" dt="2023-06-26T05:51:10.686" v="45985" actId="20577"/>
        <pc:sldMkLst>
          <pc:docMk/>
          <pc:sldMk cId="3843302203" sldId="1714"/>
        </pc:sldMkLst>
      </pc:sldChg>
      <pc:sldChg chg="modSp add mod">
        <pc:chgData name="Minchang Jang" userId="5d9bafdb3db22792" providerId="LiveId" clId="{A009B66A-52B2-4523-9E44-3AD6FAE92D78}" dt="2023-06-26T05:53:09.635" v="46272" actId="6549"/>
        <pc:sldMkLst>
          <pc:docMk/>
          <pc:sldMk cId="4150017198" sldId="1715"/>
        </pc:sldMkLst>
      </pc:sldChg>
      <pc:sldChg chg="modSp add mod">
        <pc:chgData name="Minchang Jang" userId="5d9bafdb3db22792" providerId="LiveId" clId="{A009B66A-52B2-4523-9E44-3AD6FAE92D78}" dt="2023-06-26T05:53:23.795" v="46278" actId="6549"/>
        <pc:sldMkLst>
          <pc:docMk/>
          <pc:sldMk cId="2697411601" sldId="1716"/>
        </pc:sldMkLst>
      </pc:sldChg>
      <pc:sldChg chg="modSp add mod">
        <pc:chgData name="Minchang Jang" userId="5d9bafdb3db22792" providerId="LiveId" clId="{A009B66A-52B2-4523-9E44-3AD6FAE92D78}" dt="2023-06-26T05:53:26.725" v="46279" actId="6549"/>
        <pc:sldMkLst>
          <pc:docMk/>
          <pc:sldMk cId="3024360583" sldId="1717"/>
        </pc:sldMkLst>
      </pc:sldChg>
      <pc:sldChg chg="delSp modSp add mod">
        <pc:chgData name="Minchang Jang" userId="5d9bafdb3db22792" providerId="LiveId" clId="{A009B66A-52B2-4523-9E44-3AD6FAE92D78}" dt="2023-06-26T05:55:52.775" v="46737" actId="478"/>
        <pc:sldMkLst>
          <pc:docMk/>
          <pc:sldMk cId="3069826344" sldId="1718"/>
        </pc:sldMkLst>
      </pc:sldChg>
      <pc:sldChg chg="modSp add mod">
        <pc:chgData name="Minchang Jang" userId="5d9bafdb3db22792" providerId="LiveId" clId="{A009B66A-52B2-4523-9E44-3AD6FAE92D78}" dt="2023-06-26T05:56:25.993" v="46750" actId="6549"/>
        <pc:sldMkLst>
          <pc:docMk/>
          <pc:sldMk cId="673501892" sldId="1719"/>
        </pc:sldMkLst>
      </pc:sldChg>
      <pc:sldChg chg="modSp add mod">
        <pc:chgData name="Minchang Jang" userId="5d9bafdb3db22792" providerId="LiveId" clId="{A009B66A-52B2-4523-9E44-3AD6FAE92D78}" dt="2023-06-26T06:39:36.584" v="46842" actId="6549"/>
        <pc:sldMkLst>
          <pc:docMk/>
          <pc:sldMk cId="76732462" sldId="1720"/>
        </pc:sldMkLst>
      </pc:sldChg>
      <pc:sldChg chg="modSp add mod">
        <pc:chgData name="Minchang Jang" userId="5d9bafdb3db22792" providerId="LiveId" clId="{A009B66A-52B2-4523-9E44-3AD6FAE92D78}" dt="2023-06-26T06:39:56.288" v="46847" actId="20577"/>
        <pc:sldMkLst>
          <pc:docMk/>
          <pc:sldMk cId="1412623969" sldId="1721"/>
        </pc:sldMkLst>
      </pc:sldChg>
      <pc:sldChg chg="modSp add mod">
        <pc:chgData name="Minchang Jang" userId="5d9bafdb3db22792" providerId="LiveId" clId="{A009B66A-52B2-4523-9E44-3AD6FAE92D78}" dt="2023-06-26T06:40:10.834" v="46851" actId="6549"/>
        <pc:sldMkLst>
          <pc:docMk/>
          <pc:sldMk cId="3252953177" sldId="1722"/>
        </pc:sldMkLst>
      </pc:sldChg>
      <pc:sldChg chg="modSp add mod">
        <pc:chgData name="Minchang Jang" userId="5d9bafdb3db22792" providerId="LiveId" clId="{A009B66A-52B2-4523-9E44-3AD6FAE92D78}" dt="2023-06-26T06:40:29.811" v="46909" actId="6549"/>
        <pc:sldMkLst>
          <pc:docMk/>
          <pc:sldMk cId="183052021" sldId="1723"/>
        </pc:sldMkLst>
      </pc:sldChg>
      <pc:sldChg chg="modSp add mod">
        <pc:chgData name="Minchang Jang" userId="5d9bafdb3db22792" providerId="LiveId" clId="{A009B66A-52B2-4523-9E44-3AD6FAE92D78}" dt="2023-06-26T06:43:32.657" v="47078" actId="6549"/>
        <pc:sldMkLst>
          <pc:docMk/>
          <pc:sldMk cId="2945421642" sldId="1724"/>
        </pc:sldMkLst>
      </pc:sldChg>
      <pc:sldChg chg="modSp add mod">
        <pc:chgData name="Minchang Jang" userId="5d9bafdb3db22792" providerId="LiveId" clId="{A009B66A-52B2-4523-9E44-3AD6FAE92D78}" dt="2023-06-26T07:36:08.185" v="49708" actId="20577"/>
        <pc:sldMkLst>
          <pc:docMk/>
          <pc:sldMk cId="3142474900" sldId="1725"/>
        </pc:sldMkLst>
      </pc:sldChg>
      <pc:sldChg chg="modSp add mod">
        <pc:chgData name="Minchang Jang" userId="5d9bafdb3db22792" providerId="LiveId" clId="{A009B66A-52B2-4523-9E44-3AD6FAE92D78}" dt="2023-06-26T07:17:27.096" v="49003" actId="1035"/>
        <pc:sldMkLst>
          <pc:docMk/>
          <pc:sldMk cId="2670031050" sldId="1726"/>
        </pc:sldMkLst>
      </pc:sldChg>
      <pc:sldChg chg="modSp add mod">
        <pc:chgData name="Minchang Jang" userId="5d9bafdb3db22792" providerId="LiveId" clId="{A009B66A-52B2-4523-9E44-3AD6FAE92D78}" dt="2023-06-26T06:50:39.952" v="47497" actId="6549"/>
        <pc:sldMkLst>
          <pc:docMk/>
          <pc:sldMk cId="1094563958" sldId="1727"/>
        </pc:sldMkLst>
      </pc:sldChg>
      <pc:sldChg chg="addSp delSp modSp add mod">
        <pc:chgData name="Minchang Jang" userId="5d9bafdb3db22792" providerId="LiveId" clId="{A009B66A-52B2-4523-9E44-3AD6FAE92D78}" dt="2023-06-26T06:54:09.717" v="47773" actId="1076"/>
        <pc:sldMkLst>
          <pc:docMk/>
          <pc:sldMk cId="2547889631" sldId="1728"/>
        </pc:sldMkLst>
      </pc:sldChg>
      <pc:sldChg chg="addSp delSp modSp add mod">
        <pc:chgData name="Minchang Jang" userId="5d9bafdb3db22792" providerId="LiveId" clId="{A009B66A-52B2-4523-9E44-3AD6FAE92D78}" dt="2023-06-26T06:54:17.031" v="47774" actId="3626"/>
        <pc:sldMkLst>
          <pc:docMk/>
          <pc:sldMk cId="1610071290" sldId="1729"/>
        </pc:sldMkLst>
      </pc:sldChg>
      <pc:sldChg chg="addSp delSp modSp add mod">
        <pc:chgData name="Minchang Jang" userId="5d9bafdb3db22792" providerId="LiveId" clId="{A009B66A-52B2-4523-9E44-3AD6FAE92D78}" dt="2023-06-26T07:33:00.464" v="49686" actId="20577"/>
        <pc:sldMkLst>
          <pc:docMk/>
          <pc:sldMk cId="2115212376" sldId="1730"/>
        </pc:sldMkLst>
      </pc:sldChg>
      <pc:sldChg chg="modSp add mod">
        <pc:chgData name="Minchang Jang" userId="5d9bafdb3db22792" providerId="LiveId" clId="{A009B66A-52B2-4523-9E44-3AD6FAE92D78}" dt="2023-06-26T07:52:41.541" v="50235" actId="13926"/>
        <pc:sldMkLst>
          <pc:docMk/>
          <pc:sldMk cId="3099905260" sldId="1731"/>
        </pc:sldMkLst>
      </pc:sldChg>
      <pc:sldChg chg="addSp delSp modSp add mod">
        <pc:chgData name="Minchang Jang" userId="5d9bafdb3db22792" providerId="LiveId" clId="{A009B66A-52B2-4523-9E44-3AD6FAE92D78}" dt="2023-06-26T06:59:36.586" v="48224" actId="20577"/>
        <pc:sldMkLst>
          <pc:docMk/>
          <pc:sldMk cId="1447193895" sldId="1732"/>
        </pc:sldMkLst>
      </pc:sldChg>
      <pc:sldChg chg="addSp delSp modSp add mod">
        <pc:chgData name="Minchang Jang" userId="5d9bafdb3db22792" providerId="LiveId" clId="{A009B66A-52B2-4523-9E44-3AD6FAE92D78}" dt="2023-06-26T07:05:02.678" v="48513" actId="6549"/>
        <pc:sldMkLst>
          <pc:docMk/>
          <pc:sldMk cId="3354947309" sldId="1733"/>
        </pc:sldMkLst>
      </pc:sldChg>
      <pc:sldChg chg="modSp add mod ord">
        <pc:chgData name="Minchang Jang" userId="5d9bafdb3db22792" providerId="LiveId" clId="{A009B66A-52B2-4523-9E44-3AD6FAE92D78}" dt="2023-06-26T07:02:27.170" v="48437"/>
        <pc:sldMkLst>
          <pc:docMk/>
          <pc:sldMk cId="2601790300" sldId="1734"/>
        </pc:sldMkLst>
      </pc:sldChg>
      <pc:sldChg chg="add del">
        <pc:chgData name="Minchang Jang" userId="5d9bafdb3db22792" providerId="LiveId" clId="{A009B66A-52B2-4523-9E44-3AD6FAE92D78}" dt="2023-06-26T07:04:53.619" v="48510" actId="47"/>
        <pc:sldMkLst>
          <pc:docMk/>
          <pc:sldMk cId="457282672" sldId="1735"/>
        </pc:sldMkLst>
      </pc:sldChg>
      <pc:sldChg chg="modSp add mod">
        <pc:chgData name="Minchang Jang" userId="5d9bafdb3db22792" providerId="LiveId" clId="{A009B66A-52B2-4523-9E44-3AD6FAE92D78}" dt="2023-06-26T07:05:06.156" v="48514" actId="6549"/>
        <pc:sldMkLst>
          <pc:docMk/>
          <pc:sldMk cId="2516321088" sldId="1735"/>
        </pc:sldMkLst>
      </pc:sldChg>
      <pc:sldChg chg="modSp add mod">
        <pc:chgData name="Minchang Jang" userId="5d9bafdb3db22792" providerId="LiveId" clId="{A009B66A-52B2-4523-9E44-3AD6FAE92D78}" dt="2023-06-26T07:08:44.882" v="48704" actId="6549"/>
        <pc:sldMkLst>
          <pc:docMk/>
          <pc:sldMk cId="2231612198" sldId="1736"/>
        </pc:sldMkLst>
      </pc:sldChg>
      <pc:sldChg chg="modSp add mod">
        <pc:chgData name="Minchang Jang" userId="5d9bafdb3db22792" providerId="LiveId" clId="{A009B66A-52B2-4523-9E44-3AD6FAE92D78}" dt="2023-06-26T07:25:46.658" v="49411" actId="20577"/>
        <pc:sldMkLst>
          <pc:docMk/>
          <pc:sldMk cId="2488673718" sldId="1737"/>
        </pc:sldMkLst>
      </pc:sldChg>
      <pc:sldChg chg="addSp delSp modSp add mod">
        <pc:chgData name="Minchang Jang" userId="5d9bafdb3db22792" providerId="LiveId" clId="{A009B66A-52B2-4523-9E44-3AD6FAE92D78}" dt="2023-06-26T07:19:25.576" v="49222" actId="1076"/>
        <pc:sldMkLst>
          <pc:docMk/>
          <pc:sldMk cId="368930655" sldId="1738"/>
        </pc:sldMkLst>
      </pc:sldChg>
      <pc:sldChg chg="add del">
        <pc:chgData name="Minchang Jang" userId="5d9bafdb3db22792" providerId="LiveId" clId="{A009B66A-52B2-4523-9E44-3AD6FAE92D78}" dt="2023-06-26T07:19:39.992" v="49224" actId="47"/>
        <pc:sldMkLst>
          <pc:docMk/>
          <pc:sldMk cId="1348001038" sldId="1739"/>
        </pc:sldMkLst>
      </pc:sldChg>
      <pc:sldChg chg="modSp add mod">
        <pc:chgData name="Minchang Jang" userId="5d9bafdb3db22792" providerId="LiveId" clId="{A009B66A-52B2-4523-9E44-3AD6FAE92D78}" dt="2023-06-26T07:22:34.478" v="49312" actId="6549"/>
        <pc:sldMkLst>
          <pc:docMk/>
          <pc:sldMk cId="3343175228" sldId="1739"/>
        </pc:sldMkLst>
      </pc:sldChg>
      <pc:sldChg chg="modSp add del mod">
        <pc:chgData name="Minchang Jang" userId="5d9bafdb3db22792" providerId="LiveId" clId="{A009B66A-52B2-4523-9E44-3AD6FAE92D78}" dt="2023-06-26T07:22:26.818" v="49309" actId="47"/>
        <pc:sldMkLst>
          <pc:docMk/>
          <pc:sldMk cId="626106526" sldId="1740"/>
        </pc:sldMkLst>
      </pc:sldChg>
      <pc:sldChg chg="modSp add mod">
        <pc:chgData name="Minchang Jang" userId="5d9bafdb3db22792" providerId="LiveId" clId="{A009B66A-52B2-4523-9E44-3AD6FAE92D78}" dt="2023-06-26T07:25:43.151" v="49410" actId="20577"/>
        <pc:sldMkLst>
          <pc:docMk/>
          <pc:sldMk cId="3228316729" sldId="1741"/>
        </pc:sldMkLst>
      </pc:sldChg>
      <pc:sldChg chg="modSp add mod">
        <pc:chgData name="Minchang Jang" userId="5d9bafdb3db22792" providerId="LiveId" clId="{A009B66A-52B2-4523-9E44-3AD6FAE92D78}" dt="2023-06-26T07:23:00.654" v="49371" actId="20577"/>
        <pc:sldMkLst>
          <pc:docMk/>
          <pc:sldMk cId="843995419" sldId="1742"/>
        </pc:sldMkLst>
      </pc:sldChg>
      <pc:sldChg chg="modSp add mod">
        <pc:chgData name="Minchang Jang" userId="5d9bafdb3db22792" providerId="LiveId" clId="{A009B66A-52B2-4523-9E44-3AD6FAE92D78}" dt="2023-06-26T07:26:00.778" v="49427" actId="20577"/>
        <pc:sldMkLst>
          <pc:docMk/>
          <pc:sldMk cId="2400366569" sldId="1743"/>
        </pc:sldMkLst>
      </pc:sldChg>
      <pc:sldChg chg="addSp delSp modSp add mod">
        <pc:chgData name="Minchang Jang" userId="5d9bafdb3db22792" providerId="LiveId" clId="{A009B66A-52B2-4523-9E44-3AD6FAE92D78}" dt="2023-06-26T07:38:32.492" v="49896" actId="1076"/>
        <pc:sldMkLst>
          <pc:docMk/>
          <pc:sldMk cId="3540277890" sldId="1744"/>
        </pc:sldMkLst>
      </pc:sldChg>
      <pc:sldChg chg="modSp add del mod">
        <pc:chgData name="Minchang Jang" userId="5d9bafdb3db22792" providerId="LiveId" clId="{A009B66A-52B2-4523-9E44-3AD6FAE92D78}" dt="2023-06-26T07:47:21.981" v="50037" actId="47"/>
        <pc:sldMkLst>
          <pc:docMk/>
          <pc:sldMk cId="597328973" sldId="1745"/>
        </pc:sldMkLst>
      </pc:sldChg>
      <pc:sldChg chg="modSp add mod ord">
        <pc:chgData name="Minchang Jang" userId="5d9bafdb3db22792" providerId="LiveId" clId="{A009B66A-52B2-4523-9E44-3AD6FAE92D78}" dt="2023-06-26T07:48:08.540" v="50051" actId="20577"/>
        <pc:sldMkLst>
          <pc:docMk/>
          <pc:sldMk cId="2995405048" sldId="1746"/>
        </pc:sldMkLst>
      </pc:sldChg>
      <pc:sldChg chg="modSp add mod">
        <pc:chgData name="Minchang Jang" userId="5d9bafdb3db22792" providerId="LiveId" clId="{A009B66A-52B2-4523-9E44-3AD6FAE92D78}" dt="2023-06-26T07:48:06.764" v="50050" actId="20577"/>
        <pc:sldMkLst>
          <pc:docMk/>
          <pc:sldMk cId="2592729193" sldId="1747"/>
        </pc:sldMkLst>
      </pc:sldChg>
      <pc:sldChg chg="modSp add mod">
        <pc:chgData name="Minchang Jang" userId="5d9bafdb3db22792" providerId="LiveId" clId="{A009B66A-52B2-4523-9E44-3AD6FAE92D78}" dt="2023-06-26T07:48:04.420" v="50049" actId="20577"/>
        <pc:sldMkLst>
          <pc:docMk/>
          <pc:sldMk cId="3354718778" sldId="1748"/>
        </pc:sldMkLst>
      </pc:sldChg>
      <pc:sldChg chg="modSp add mod">
        <pc:chgData name="Minchang Jang" userId="5d9bafdb3db22792" providerId="LiveId" clId="{A009B66A-52B2-4523-9E44-3AD6FAE92D78}" dt="2023-06-26T07:51:36.103" v="50234" actId="20577"/>
        <pc:sldMkLst>
          <pc:docMk/>
          <pc:sldMk cId="2277859299" sldId="1749"/>
        </pc:sldMkLst>
      </pc:sldChg>
      <pc:sldChg chg="addSp delSp modSp add mod">
        <pc:chgData name="Minchang Jang" userId="5d9bafdb3db22792" providerId="LiveId" clId="{A009B66A-52B2-4523-9E44-3AD6FAE92D78}" dt="2023-06-26T08:10:33.869" v="50733" actId="1076"/>
        <pc:sldMkLst>
          <pc:docMk/>
          <pc:sldMk cId="1598193949" sldId="1750"/>
        </pc:sldMkLst>
      </pc:sldChg>
      <pc:sldChg chg="modSp add mod">
        <pc:chgData name="Minchang Jang" userId="5d9bafdb3db22792" providerId="LiveId" clId="{A009B66A-52B2-4523-9E44-3AD6FAE92D78}" dt="2023-06-26T07:53:16.832" v="50265" actId="20577"/>
        <pc:sldMkLst>
          <pc:docMk/>
          <pc:sldMk cId="1654510843" sldId="1751"/>
        </pc:sldMkLst>
      </pc:sldChg>
      <pc:sldChg chg="delSp modSp add del mod">
        <pc:chgData name="Minchang Jang" userId="5d9bafdb3db22792" providerId="LiveId" clId="{A009B66A-52B2-4523-9E44-3AD6FAE92D78}" dt="2023-06-27T00:52:14.602" v="51404" actId="47"/>
        <pc:sldMkLst>
          <pc:docMk/>
          <pc:sldMk cId="2896124208" sldId="1752"/>
        </pc:sldMkLst>
      </pc:sldChg>
      <pc:sldChg chg="modSp add mod ord">
        <pc:chgData name="Minchang Jang" userId="5d9bafdb3db22792" providerId="LiveId" clId="{A009B66A-52B2-4523-9E44-3AD6FAE92D78}" dt="2023-06-27T01:47:50.683" v="54477" actId="20577"/>
        <pc:sldMkLst>
          <pc:docMk/>
          <pc:sldMk cId="1969085460" sldId="1753"/>
        </pc:sldMkLst>
      </pc:sldChg>
      <pc:sldChg chg="modSp add mod">
        <pc:chgData name="Minchang Jang" userId="5d9bafdb3db22792" providerId="LiveId" clId="{A009B66A-52B2-4523-9E44-3AD6FAE92D78}" dt="2023-06-26T07:53:51.305" v="50350" actId="20577"/>
        <pc:sldMkLst>
          <pc:docMk/>
          <pc:sldMk cId="2314049652" sldId="1754"/>
        </pc:sldMkLst>
      </pc:sldChg>
      <pc:sldChg chg="modSp add mod">
        <pc:chgData name="Minchang Jang" userId="5d9bafdb3db22792" providerId="LiveId" clId="{A009B66A-52B2-4523-9E44-3AD6FAE92D78}" dt="2023-06-26T07:54:00.384" v="50387" actId="20577"/>
        <pc:sldMkLst>
          <pc:docMk/>
          <pc:sldMk cId="3839159513" sldId="1755"/>
        </pc:sldMkLst>
      </pc:sldChg>
      <pc:sldChg chg="modSp add mod">
        <pc:chgData name="Minchang Jang" userId="5d9bafdb3db22792" providerId="LiveId" clId="{A009B66A-52B2-4523-9E44-3AD6FAE92D78}" dt="2023-06-27T05:51:27.663" v="62129" actId="20577"/>
        <pc:sldMkLst>
          <pc:docMk/>
          <pc:sldMk cId="822532252" sldId="1756"/>
        </pc:sldMkLst>
      </pc:sldChg>
      <pc:sldChg chg="addSp delSp modSp add mod">
        <pc:chgData name="Minchang Jang" userId="5d9bafdb3db22792" providerId="LiveId" clId="{A009B66A-52B2-4523-9E44-3AD6FAE92D78}" dt="2023-06-26T08:12:56.539" v="50853" actId="478"/>
        <pc:sldMkLst>
          <pc:docMk/>
          <pc:sldMk cId="3358229282" sldId="1757"/>
        </pc:sldMkLst>
      </pc:sldChg>
      <pc:sldChg chg="addSp delSp modSp add mod ord">
        <pc:chgData name="Minchang Jang" userId="5d9bafdb3db22792" providerId="LiveId" clId="{A009B66A-52B2-4523-9E44-3AD6FAE92D78}" dt="2023-06-26T08:16:35.478" v="50942" actId="20577"/>
        <pc:sldMkLst>
          <pc:docMk/>
          <pc:sldMk cId="346313782" sldId="1758"/>
        </pc:sldMkLst>
      </pc:sldChg>
      <pc:sldChg chg="modSp add mod">
        <pc:chgData name="Minchang Jang" userId="5d9bafdb3db22792" providerId="LiveId" clId="{A009B66A-52B2-4523-9E44-3AD6FAE92D78}" dt="2023-06-26T08:49:12.443" v="51100" actId="20577"/>
        <pc:sldMkLst>
          <pc:docMk/>
          <pc:sldMk cId="4290803169" sldId="1759"/>
        </pc:sldMkLst>
      </pc:sldChg>
      <pc:sldChg chg="modSp add mod">
        <pc:chgData name="Minchang Jang" userId="5d9bafdb3db22792" providerId="LiveId" clId="{A009B66A-52B2-4523-9E44-3AD6FAE92D78}" dt="2023-06-26T08:49:05.528" v="51098" actId="20577"/>
        <pc:sldMkLst>
          <pc:docMk/>
          <pc:sldMk cId="189613262" sldId="1760"/>
        </pc:sldMkLst>
      </pc:sldChg>
      <pc:sldChg chg="modSp add mod">
        <pc:chgData name="Minchang Jang" userId="5d9bafdb3db22792" providerId="LiveId" clId="{A009B66A-52B2-4523-9E44-3AD6FAE92D78}" dt="2023-06-26T08:49:00.598" v="51096" actId="13926"/>
        <pc:sldMkLst>
          <pc:docMk/>
          <pc:sldMk cId="812086400" sldId="1761"/>
        </pc:sldMkLst>
      </pc:sldChg>
      <pc:sldChg chg="modSp add mod">
        <pc:chgData name="Minchang Jang" userId="5d9bafdb3db22792" providerId="LiveId" clId="{A009B66A-52B2-4523-9E44-3AD6FAE92D78}" dt="2023-06-26T08:48:56.074" v="51094" actId="20577"/>
        <pc:sldMkLst>
          <pc:docMk/>
          <pc:sldMk cId="3694736249" sldId="1762"/>
        </pc:sldMkLst>
      </pc:sldChg>
      <pc:sldChg chg="addSp delSp modSp add mod">
        <pc:chgData name="Minchang Jang" userId="5d9bafdb3db22792" providerId="LiveId" clId="{A009B66A-52B2-4523-9E44-3AD6FAE92D78}" dt="2023-06-27T00:49:31.211" v="51360" actId="20577"/>
        <pc:sldMkLst>
          <pc:docMk/>
          <pc:sldMk cId="4141189092" sldId="1763"/>
        </pc:sldMkLst>
      </pc:sldChg>
      <pc:sldChg chg="addSp delSp modSp add mod">
        <pc:chgData name="Minchang Jang" userId="5d9bafdb3db22792" providerId="LiveId" clId="{A009B66A-52B2-4523-9E44-3AD6FAE92D78}" dt="2023-06-27T00:50:39.794" v="51363" actId="478"/>
        <pc:sldMkLst>
          <pc:docMk/>
          <pc:sldMk cId="106021052" sldId="1764"/>
        </pc:sldMkLst>
      </pc:sldChg>
      <pc:sldChg chg="addSp delSp modSp add del mod">
        <pc:chgData name="Minchang Jang" userId="5d9bafdb3db22792" providerId="LiveId" clId="{A009B66A-52B2-4523-9E44-3AD6FAE92D78}" dt="2023-06-27T00:48:21.740" v="51245" actId="47"/>
        <pc:sldMkLst>
          <pc:docMk/>
          <pc:sldMk cId="1070805455" sldId="1764"/>
        </pc:sldMkLst>
      </pc:sldChg>
      <pc:sldChg chg="delSp modSp add mod">
        <pc:chgData name="Minchang Jang" userId="5d9bafdb3db22792" providerId="LiveId" clId="{A009B66A-52B2-4523-9E44-3AD6FAE92D78}" dt="2023-06-27T00:50:48.434" v="51388" actId="1076"/>
        <pc:sldMkLst>
          <pc:docMk/>
          <pc:sldMk cId="1119598720" sldId="1765"/>
        </pc:sldMkLst>
      </pc:sldChg>
      <pc:sldChg chg="addSp delSp modSp add mod">
        <pc:chgData name="Minchang Jang" userId="5d9bafdb3db22792" providerId="LiveId" clId="{A009B66A-52B2-4523-9E44-3AD6FAE92D78}" dt="2023-06-27T00:51:13.485" v="51392" actId="1076"/>
        <pc:sldMkLst>
          <pc:docMk/>
          <pc:sldMk cId="2406008734" sldId="1766"/>
        </pc:sldMkLst>
      </pc:sldChg>
      <pc:sldChg chg="modSp add mod">
        <pc:chgData name="Minchang Jang" userId="5d9bafdb3db22792" providerId="LiveId" clId="{A009B66A-52B2-4523-9E44-3AD6FAE92D78}" dt="2023-06-27T00:57:46.665" v="52069" actId="15"/>
        <pc:sldMkLst>
          <pc:docMk/>
          <pc:sldMk cId="869506669" sldId="1767"/>
        </pc:sldMkLst>
      </pc:sldChg>
      <pc:sldChg chg="addSp delSp modSp add mod">
        <pc:chgData name="Minchang Jang" userId="5d9bafdb3db22792" providerId="LiveId" clId="{A009B66A-52B2-4523-9E44-3AD6FAE92D78}" dt="2023-06-27T01:04:47.162" v="52313" actId="1076"/>
        <pc:sldMkLst>
          <pc:docMk/>
          <pc:sldMk cId="3572274690" sldId="1768"/>
        </pc:sldMkLst>
      </pc:sldChg>
      <pc:sldChg chg="modSp add del mod">
        <pc:chgData name="Minchang Jang" userId="5d9bafdb3db22792" providerId="LiveId" clId="{A009B66A-52B2-4523-9E44-3AD6FAE92D78}" dt="2023-06-27T01:00:46.167" v="52226" actId="47"/>
        <pc:sldMkLst>
          <pc:docMk/>
          <pc:sldMk cId="4111938594" sldId="1769"/>
        </pc:sldMkLst>
      </pc:sldChg>
      <pc:sldChg chg="modSp add del mod">
        <pc:chgData name="Minchang Jang" userId="5d9bafdb3db22792" providerId="LiveId" clId="{A009B66A-52B2-4523-9E44-3AD6FAE92D78}" dt="2023-06-27T01:00:49.831" v="52227" actId="47"/>
        <pc:sldMkLst>
          <pc:docMk/>
          <pc:sldMk cId="3406215955" sldId="1770"/>
        </pc:sldMkLst>
      </pc:sldChg>
      <pc:sldChg chg="delSp modSp add del mod">
        <pc:chgData name="Minchang Jang" userId="5d9bafdb3db22792" providerId="LiveId" clId="{A009B66A-52B2-4523-9E44-3AD6FAE92D78}" dt="2023-06-27T01:03:46.145" v="52271" actId="47"/>
        <pc:sldMkLst>
          <pc:docMk/>
          <pc:sldMk cId="839273621" sldId="1771"/>
        </pc:sldMkLst>
      </pc:sldChg>
      <pc:sldChg chg="modSp add del mod">
        <pc:chgData name="Minchang Jang" userId="5d9bafdb3db22792" providerId="LiveId" clId="{A009B66A-52B2-4523-9E44-3AD6FAE92D78}" dt="2023-06-27T01:04:55.694" v="52314" actId="47"/>
        <pc:sldMkLst>
          <pc:docMk/>
          <pc:sldMk cId="100165249" sldId="1772"/>
        </pc:sldMkLst>
      </pc:sldChg>
      <pc:sldChg chg="addSp delSp modSp add mod">
        <pc:chgData name="Minchang Jang" userId="5d9bafdb3db22792" providerId="LiveId" clId="{A009B66A-52B2-4523-9E44-3AD6FAE92D78}" dt="2023-06-27T01:14:13.196" v="52484" actId="1076"/>
        <pc:sldMkLst>
          <pc:docMk/>
          <pc:sldMk cId="822651481" sldId="1773"/>
        </pc:sldMkLst>
      </pc:sldChg>
      <pc:sldChg chg="modSp add mod">
        <pc:chgData name="Minchang Jang" userId="5d9bafdb3db22792" providerId="LiveId" clId="{A009B66A-52B2-4523-9E44-3AD6FAE92D78}" dt="2023-06-27T00:52:07.730" v="51401"/>
        <pc:sldMkLst>
          <pc:docMk/>
          <pc:sldMk cId="3984864198" sldId="1774"/>
        </pc:sldMkLst>
      </pc:sldChg>
      <pc:sldChg chg="modSp add mod">
        <pc:chgData name="Minchang Jang" userId="5d9bafdb3db22792" providerId="LiveId" clId="{A009B66A-52B2-4523-9E44-3AD6FAE92D78}" dt="2023-06-27T01:23:36.062" v="53076" actId="6549"/>
        <pc:sldMkLst>
          <pc:docMk/>
          <pc:sldMk cId="3670715671" sldId="1775"/>
        </pc:sldMkLst>
      </pc:sldChg>
      <pc:sldChg chg="addSp delSp modSp add mod">
        <pc:chgData name="Minchang Jang" userId="5d9bafdb3db22792" providerId="LiveId" clId="{A009B66A-52B2-4523-9E44-3AD6FAE92D78}" dt="2023-06-27T01:42:42.305" v="54393" actId="20577"/>
        <pc:sldMkLst>
          <pc:docMk/>
          <pc:sldMk cId="2810193985" sldId="1776"/>
        </pc:sldMkLst>
      </pc:sldChg>
      <pc:sldChg chg="addSp delSp modSp add mod">
        <pc:chgData name="Minchang Jang" userId="5d9bafdb3db22792" providerId="LiveId" clId="{A009B66A-52B2-4523-9E44-3AD6FAE92D78}" dt="2023-06-27T01:26:37.892" v="53159"/>
        <pc:sldMkLst>
          <pc:docMk/>
          <pc:sldMk cId="2412879322" sldId="1777"/>
        </pc:sldMkLst>
      </pc:sldChg>
      <pc:sldChg chg="addSp delSp modSp add mod">
        <pc:chgData name="Minchang Jang" userId="5d9bafdb3db22792" providerId="LiveId" clId="{A009B66A-52B2-4523-9E44-3AD6FAE92D78}" dt="2023-06-27T01:16:58.989" v="52723" actId="20577"/>
        <pc:sldMkLst>
          <pc:docMk/>
          <pc:sldMk cId="3571889337" sldId="1778"/>
        </pc:sldMkLst>
      </pc:sldChg>
      <pc:sldChg chg="addSp delSp modSp add mod">
        <pc:chgData name="Minchang Jang" userId="5d9bafdb3db22792" providerId="LiveId" clId="{A009B66A-52B2-4523-9E44-3AD6FAE92D78}" dt="2023-06-27T01:22:11.664" v="53038" actId="20577"/>
        <pc:sldMkLst>
          <pc:docMk/>
          <pc:sldMk cId="3819078635" sldId="1779"/>
        </pc:sldMkLst>
      </pc:sldChg>
      <pc:sldChg chg="delSp add mod ord">
        <pc:chgData name="Minchang Jang" userId="5d9bafdb3db22792" providerId="LiveId" clId="{A009B66A-52B2-4523-9E44-3AD6FAE92D78}" dt="2023-06-27T01:21:38.708" v="52972"/>
        <pc:sldMkLst>
          <pc:docMk/>
          <pc:sldMk cId="272897934" sldId="1780"/>
        </pc:sldMkLst>
      </pc:sldChg>
      <pc:sldChg chg="modSp add mod">
        <pc:chgData name="Minchang Jang" userId="5d9bafdb3db22792" providerId="LiveId" clId="{A009B66A-52B2-4523-9E44-3AD6FAE92D78}" dt="2023-06-27T01:22:52.526" v="53062" actId="1076"/>
        <pc:sldMkLst>
          <pc:docMk/>
          <pc:sldMk cId="3333219597" sldId="1781"/>
        </pc:sldMkLst>
      </pc:sldChg>
      <pc:sldChg chg="addSp delSp modSp add mod">
        <pc:chgData name="Minchang Jang" userId="5d9bafdb3db22792" providerId="LiveId" clId="{A009B66A-52B2-4523-9E44-3AD6FAE92D78}" dt="2023-06-27T01:26:02.089" v="53155" actId="1035"/>
        <pc:sldMkLst>
          <pc:docMk/>
          <pc:sldMk cId="1869812068" sldId="1782"/>
        </pc:sldMkLst>
      </pc:sldChg>
      <pc:sldChg chg="addSp delSp modSp add mod">
        <pc:chgData name="Minchang Jang" userId="5d9bafdb3db22792" providerId="LiveId" clId="{A009B66A-52B2-4523-9E44-3AD6FAE92D78}" dt="2023-06-27T01:32:11.296" v="53234" actId="6549"/>
        <pc:sldMkLst>
          <pc:docMk/>
          <pc:sldMk cId="2661189738" sldId="1783"/>
        </pc:sldMkLst>
      </pc:sldChg>
      <pc:sldChg chg="modSp add mod">
        <pc:chgData name="Minchang Jang" userId="5d9bafdb3db22792" providerId="LiveId" clId="{A009B66A-52B2-4523-9E44-3AD6FAE92D78}" dt="2023-06-27T01:32:14.997" v="53235" actId="6549"/>
        <pc:sldMkLst>
          <pc:docMk/>
          <pc:sldMk cId="2838525722" sldId="1784"/>
        </pc:sldMkLst>
      </pc:sldChg>
      <pc:sldChg chg="addSp delSp modSp add mod">
        <pc:chgData name="Minchang Jang" userId="5d9bafdb3db22792" providerId="LiveId" clId="{A009B66A-52B2-4523-9E44-3AD6FAE92D78}" dt="2023-06-27T01:33:24.175" v="53476" actId="1076"/>
        <pc:sldMkLst>
          <pc:docMk/>
          <pc:sldMk cId="2936463888" sldId="1785"/>
        </pc:sldMkLst>
      </pc:sldChg>
      <pc:sldChg chg="modSp add mod">
        <pc:chgData name="Minchang Jang" userId="5d9bafdb3db22792" providerId="LiveId" clId="{A009B66A-52B2-4523-9E44-3AD6FAE92D78}" dt="2023-06-27T01:42:47.219" v="54396" actId="20577"/>
        <pc:sldMkLst>
          <pc:docMk/>
          <pc:sldMk cId="1929426469" sldId="1786"/>
        </pc:sldMkLst>
      </pc:sldChg>
      <pc:sldChg chg="modSp add mod">
        <pc:chgData name="Minchang Jang" userId="5d9bafdb3db22792" providerId="LiveId" clId="{A009B66A-52B2-4523-9E44-3AD6FAE92D78}" dt="2023-06-27T01:42:50.745" v="54399" actId="20577"/>
        <pc:sldMkLst>
          <pc:docMk/>
          <pc:sldMk cId="3389569534" sldId="1787"/>
        </pc:sldMkLst>
      </pc:sldChg>
      <pc:sldChg chg="addSp delSp modSp add mod">
        <pc:chgData name="Minchang Jang" userId="5d9bafdb3db22792" providerId="LiveId" clId="{A009B66A-52B2-4523-9E44-3AD6FAE92D78}" dt="2023-06-27T01:44:04.616" v="54474" actId="1076"/>
        <pc:sldMkLst>
          <pc:docMk/>
          <pc:sldMk cId="2820921003" sldId="1788"/>
        </pc:sldMkLst>
      </pc:sldChg>
      <pc:sldChg chg="addSp delSp modSp add mod">
        <pc:chgData name="Minchang Jang" userId="5d9bafdb3db22792" providerId="LiveId" clId="{A009B66A-52B2-4523-9E44-3AD6FAE92D78}" dt="2023-06-27T01:51:43.481" v="54700" actId="14100"/>
        <pc:sldMkLst>
          <pc:docMk/>
          <pc:sldMk cId="1093544732" sldId="1789"/>
        </pc:sldMkLst>
      </pc:sldChg>
      <pc:sldChg chg="add del">
        <pc:chgData name="Minchang Jang" userId="5d9bafdb3db22792" providerId="LiveId" clId="{A009B66A-52B2-4523-9E44-3AD6FAE92D78}" dt="2023-06-27T01:51:04.573" v="54531" actId="47"/>
        <pc:sldMkLst>
          <pc:docMk/>
          <pc:sldMk cId="436872467" sldId="1790"/>
        </pc:sldMkLst>
      </pc:sldChg>
      <pc:sldChg chg="addSp delSp modSp add mod ord">
        <pc:chgData name="Minchang Jang" userId="5d9bafdb3db22792" providerId="LiveId" clId="{A009B66A-52B2-4523-9E44-3AD6FAE92D78}" dt="2023-06-27T03:21:17.709" v="57493" actId="13926"/>
        <pc:sldMkLst>
          <pc:docMk/>
          <pc:sldMk cId="3834607847" sldId="1790"/>
        </pc:sldMkLst>
      </pc:sldChg>
      <pc:sldChg chg="delSp modSp add mod">
        <pc:chgData name="Minchang Jang" userId="5d9bafdb3db22792" providerId="LiveId" clId="{A009B66A-52B2-4523-9E44-3AD6FAE92D78}" dt="2023-06-27T01:54:55.421" v="55447" actId="20577"/>
        <pc:sldMkLst>
          <pc:docMk/>
          <pc:sldMk cId="1667130040" sldId="1791"/>
        </pc:sldMkLst>
      </pc:sldChg>
      <pc:sldChg chg="addSp delSp modSp add mod">
        <pc:chgData name="Minchang Jang" userId="5d9bafdb3db22792" providerId="LiveId" clId="{A009B66A-52B2-4523-9E44-3AD6FAE92D78}" dt="2023-06-27T01:57:52.342" v="55794" actId="20577"/>
        <pc:sldMkLst>
          <pc:docMk/>
          <pc:sldMk cId="4055300756" sldId="1792"/>
        </pc:sldMkLst>
      </pc:sldChg>
      <pc:sldChg chg="addSp delSp modSp add mod">
        <pc:chgData name="Minchang Jang" userId="5d9bafdb3db22792" providerId="LiveId" clId="{A009B66A-52B2-4523-9E44-3AD6FAE92D78}" dt="2023-06-27T01:57:24.985" v="55783" actId="1076"/>
        <pc:sldMkLst>
          <pc:docMk/>
          <pc:sldMk cId="633930720" sldId="1793"/>
        </pc:sldMkLst>
      </pc:sldChg>
      <pc:sldChg chg="addSp delSp modSp add mod">
        <pc:chgData name="Minchang Jang" userId="5d9bafdb3db22792" providerId="LiveId" clId="{A009B66A-52B2-4523-9E44-3AD6FAE92D78}" dt="2023-06-27T02:28:47.503" v="56394" actId="1076"/>
        <pc:sldMkLst>
          <pc:docMk/>
          <pc:sldMk cId="1353123941" sldId="1794"/>
        </pc:sldMkLst>
      </pc:sldChg>
      <pc:sldChg chg="add ord">
        <pc:chgData name="Minchang Jang" userId="5d9bafdb3db22792" providerId="LiveId" clId="{A009B66A-52B2-4523-9E44-3AD6FAE92D78}" dt="2023-06-27T02:29:00.036" v="56398"/>
        <pc:sldMkLst>
          <pc:docMk/>
          <pc:sldMk cId="4281820600" sldId="1795"/>
        </pc:sldMkLst>
      </pc:sldChg>
      <pc:sldChg chg="addSp delSp modSp add mod">
        <pc:chgData name="Minchang Jang" userId="5d9bafdb3db22792" providerId="LiveId" clId="{A009B66A-52B2-4523-9E44-3AD6FAE92D78}" dt="2023-06-27T03:01:48.131" v="56931" actId="6549"/>
        <pc:sldMkLst>
          <pc:docMk/>
          <pc:sldMk cId="4028647355" sldId="1796"/>
        </pc:sldMkLst>
      </pc:sldChg>
      <pc:sldChg chg="delSp modSp add mod">
        <pc:chgData name="Minchang Jang" userId="5d9bafdb3db22792" providerId="LiveId" clId="{A009B66A-52B2-4523-9E44-3AD6FAE92D78}" dt="2023-06-27T03:06:04.961" v="56960" actId="6549"/>
        <pc:sldMkLst>
          <pc:docMk/>
          <pc:sldMk cId="431289867" sldId="1797"/>
        </pc:sldMkLst>
      </pc:sldChg>
      <pc:sldChg chg="delSp modSp add del mod">
        <pc:chgData name="Minchang Jang" userId="5d9bafdb3db22792" providerId="LiveId" clId="{A009B66A-52B2-4523-9E44-3AD6FAE92D78}" dt="2023-06-27T03:03:26.409" v="56953" actId="47"/>
        <pc:sldMkLst>
          <pc:docMk/>
          <pc:sldMk cId="2397300672" sldId="1798"/>
        </pc:sldMkLst>
      </pc:sldChg>
      <pc:sldChg chg="delSp modSp add mod">
        <pc:chgData name="Minchang Jang" userId="5d9bafdb3db22792" providerId="LiveId" clId="{A009B66A-52B2-4523-9E44-3AD6FAE92D78}" dt="2023-06-27T02:41:20.061" v="56747" actId="20577"/>
        <pc:sldMkLst>
          <pc:docMk/>
          <pc:sldMk cId="342452011" sldId="1799"/>
        </pc:sldMkLst>
      </pc:sldChg>
      <pc:sldChg chg="modSp add mod">
        <pc:chgData name="Minchang Jang" userId="5d9bafdb3db22792" providerId="LiveId" clId="{A009B66A-52B2-4523-9E44-3AD6FAE92D78}" dt="2023-06-27T02:41:17.624" v="56744"/>
        <pc:sldMkLst>
          <pc:docMk/>
          <pc:sldMk cId="804787164" sldId="1800"/>
        </pc:sldMkLst>
      </pc:sldChg>
      <pc:sldChg chg="modSp add mod">
        <pc:chgData name="Minchang Jang" userId="5d9bafdb3db22792" providerId="LiveId" clId="{A009B66A-52B2-4523-9E44-3AD6FAE92D78}" dt="2023-06-27T02:41:14.806" v="56739"/>
        <pc:sldMkLst>
          <pc:docMk/>
          <pc:sldMk cId="2720312756" sldId="1801"/>
        </pc:sldMkLst>
      </pc:sldChg>
      <pc:sldChg chg="modSp add mod">
        <pc:chgData name="Minchang Jang" userId="5d9bafdb3db22792" providerId="LiveId" clId="{A009B66A-52B2-4523-9E44-3AD6FAE92D78}" dt="2023-06-27T02:45:03.827" v="56770" actId="6549"/>
        <pc:sldMkLst>
          <pc:docMk/>
          <pc:sldMk cId="431457921" sldId="1802"/>
        </pc:sldMkLst>
      </pc:sldChg>
      <pc:sldChg chg="modSp add mod">
        <pc:chgData name="Minchang Jang" userId="5d9bafdb3db22792" providerId="LiveId" clId="{A009B66A-52B2-4523-9E44-3AD6FAE92D78}" dt="2023-06-27T02:45:09.713" v="56773" actId="6549"/>
        <pc:sldMkLst>
          <pc:docMk/>
          <pc:sldMk cId="260555867" sldId="1803"/>
        </pc:sldMkLst>
      </pc:sldChg>
      <pc:sldChg chg="modSp add mod">
        <pc:chgData name="Minchang Jang" userId="5d9bafdb3db22792" providerId="LiveId" clId="{A009B66A-52B2-4523-9E44-3AD6FAE92D78}" dt="2023-06-27T02:47:46.723" v="56789" actId="13926"/>
        <pc:sldMkLst>
          <pc:docMk/>
          <pc:sldMk cId="2432807391" sldId="1804"/>
        </pc:sldMkLst>
      </pc:sldChg>
      <pc:sldChg chg="modSp add mod">
        <pc:chgData name="Minchang Jang" userId="5d9bafdb3db22792" providerId="LiveId" clId="{A009B66A-52B2-4523-9E44-3AD6FAE92D78}" dt="2023-06-27T03:02:34.365" v="56935" actId="13926"/>
        <pc:sldMkLst>
          <pc:docMk/>
          <pc:sldMk cId="2093524681" sldId="1805"/>
        </pc:sldMkLst>
      </pc:sldChg>
      <pc:sldChg chg="modSp add mod">
        <pc:chgData name="Minchang Jang" userId="5d9bafdb3db22792" providerId="LiveId" clId="{A009B66A-52B2-4523-9E44-3AD6FAE92D78}" dt="2023-06-27T03:08:40.538" v="57034" actId="13926"/>
        <pc:sldMkLst>
          <pc:docMk/>
          <pc:sldMk cId="1275866784" sldId="1806"/>
        </pc:sldMkLst>
      </pc:sldChg>
      <pc:sldChg chg="modSp add mod">
        <pc:chgData name="Minchang Jang" userId="5d9bafdb3db22792" providerId="LiveId" clId="{A009B66A-52B2-4523-9E44-3AD6FAE92D78}" dt="2023-06-27T02:53:09.948" v="56871" actId="6549"/>
        <pc:sldMkLst>
          <pc:docMk/>
          <pc:sldMk cId="2420026436" sldId="1807"/>
        </pc:sldMkLst>
      </pc:sldChg>
      <pc:sldChg chg="addSp delSp modSp add mod">
        <pc:chgData name="Minchang Jang" userId="5d9bafdb3db22792" providerId="LiveId" clId="{A009B66A-52B2-4523-9E44-3AD6FAE92D78}" dt="2023-06-27T03:05:53.111" v="56958"/>
        <pc:sldMkLst>
          <pc:docMk/>
          <pc:sldMk cId="2818480939" sldId="1808"/>
        </pc:sldMkLst>
      </pc:sldChg>
      <pc:sldChg chg="modSp add mod">
        <pc:chgData name="Minchang Jang" userId="5d9bafdb3db22792" providerId="LiveId" clId="{A009B66A-52B2-4523-9E44-3AD6FAE92D78}" dt="2023-06-27T03:07:07.905" v="56971" actId="120"/>
        <pc:sldMkLst>
          <pc:docMk/>
          <pc:sldMk cId="4276794503" sldId="1809"/>
        </pc:sldMkLst>
      </pc:sldChg>
      <pc:sldChg chg="modSp add mod">
        <pc:chgData name="Minchang Jang" userId="5d9bafdb3db22792" providerId="LiveId" clId="{A009B66A-52B2-4523-9E44-3AD6FAE92D78}" dt="2023-06-27T03:12:24.346" v="57098" actId="6549"/>
        <pc:sldMkLst>
          <pc:docMk/>
          <pc:sldMk cId="2462324035" sldId="1810"/>
        </pc:sldMkLst>
      </pc:sldChg>
      <pc:sldChg chg="addSp modSp add mod">
        <pc:chgData name="Minchang Jang" userId="5d9bafdb3db22792" providerId="LiveId" clId="{A009B66A-52B2-4523-9E44-3AD6FAE92D78}" dt="2023-06-27T03:14:49.836" v="57193" actId="14100"/>
        <pc:sldMkLst>
          <pc:docMk/>
          <pc:sldMk cId="528136702" sldId="1811"/>
        </pc:sldMkLst>
      </pc:sldChg>
      <pc:sldChg chg="delSp modSp add mod">
        <pc:chgData name="Minchang Jang" userId="5d9bafdb3db22792" providerId="LiveId" clId="{A009B66A-52B2-4523-9E44-3AD6FAE92D78}" dt="2023-06-27T03:17:13.044" v="57313" actId="20577"/>
        <pc:sldMkLst>
          <pc:docMk/>
          <pc:sldMk cId="1207009387" sldId="1812"/>
        </pc:sldMkLst>
      </pc:sldChg>
      <pc:sldChg chg="delSp modSp add mod">
        <pc:chgData name="Minchang Jang" userId="5d9bafdb3db22792" providerId="LiveId" clId="{A009B66A-52B2-4523-9E44-3AD6FAE92D78}" dt="2023-06-27T03:18:55.967" v="57483" actId="20577"/>
        <pc:sldMkLst>
          <pc:docMk/>
          <pc:sldMk cId="2516248329" sldId="1813"/>
        </pc:sldMkLst>
      </pc:sldChg>
      <pc:sldChg chg="addSp delSp modSp add mod">
        <pc:chgData name="Minchang Jang" userId="5d9bafdb3db22792" providerId="LiveId" clId="{A009B66A-52B2-4523-9E44-3AD6FAE92D78}" dt="2023-06-27T04:15:40.657" v="58556" actId="1076"/>
        <pc:sldMkLst>
          <pc:docMk/>
          <pc:sldMk cId="536094363" sldId="1814"/>
        </pc:sldMkLst>
      </pc:sldChg>
      <pc:sldChg chg="addSp delSp modSp add mod">
        <pc:chgData name="Minchang Jang" userId="5d9bafdb3db22792" providerId="LiveId" clId="{A009B66A-52B2-4523-9E44-3AD6FAE92D78}" dt="2023-06-27T05:49:08.212" v="61842" actId="20577"/>
        <pc:sldMkLst>
          <pc:docMk/>
          <pc:sldMk cId="227794669" sldId="1815"/>
        </pc:sldMkLst>
      </pc:sldChg>
      <pc:sldChg chg="addSp delSp modSp add mod">
        <pc:chgData name="Minchang Jang" userId="5d9bafdb3db22792" providerId="LiveId" clId="{A009B66A-52B2-4523-9E44-3AD6FAE92D78}" dt="2023-06-27T04:18:09.599" v="58815" actId="120"/>
        <pc:sldMkLst>
          <pc:docMk/>
          <pc:sldMk cId="2524582767" sldId="1816"/>
        </pc:sldMkLst>
      </pc:sldChg>
      <pc:sldChg chg="addSp delSp modSp add mod">
        <pc:chgData name="Minchang Jang" userId="5d9bafdb3db22792" providerId="LiveId" clId="{A009B66A-52B2-4523-9E44-3AD6FAE92D78}" dt="2023-06-27T04:21:05.582" v="58905" actId="1076"/>
        <pc:sldMkLst>
          <pc:docMk/>
          <pc:sldMk cId="4004555163" sldId="1817"/>
        </pc:sldMkLst>
      </pc:sldChg>
      <pc:sldChg chg="addSp delSp modSp add mod">
        <pc:chgData name="Minchang Jang" userId="5d9bafdb3db22792" providerId="LiveId" clId="{A009B66A-52B2-4523-9E44-3AD6FAE92D78}" dt="2023-06-27T04:23:33.421" v="59144" actId="1076"/>
        <pc:sldMkLst>
          <pc:docMk/>
          <pc:sldMk cId="1766216401" sldId="1818"/>
        </pc:sldMkLst>
      </pc:sldChg>
      <pc:sldChg chg="delSp modSp add mod">
        <pc:chgData name="Minchang Jang" userId="5d9bafdb3db22792" providerId="LiveId" clId="{A009B66A-52B2-4523-9E44-3AD6FAE92D78}" dt="2023-06-27T04:42:00.954" v="59541" actId="1076"/>
        <pc:sldMkLst>
          <pc:docMk/>
          <pc:sldMk cId="3076110681" sldId="1819"/>
        </pc:sldMkLst>
      </pc:sldChg>
      <pc:sldChg chg="modSp add mod">
        <pc:chgData name="Minchang Jang" userId="5d9bafdb3db22792" providerId="LiveId" clId="{A009B66A-52B2-4523-9E44-3AD6FAE92D78}" dt="2023-06-27T04:45:57.403" v="59828" actId="6549"/>
        <pc:sldMkLst>
          <pc:docMk/>
          <pc:sldMk cId="3245973262" sldId="1820"/>
        </pc:sldMkLst>
      </pc:sldChg>
      <pc:sldChg chg="modSp add mod">
        <pc:chgData name="Minchang Jang" userId="5d9bafdb3db22792" providerId="LiveId" clId="{A009B66A-52B2-4523-9E44-3AD6FAE92D78}" dt="2023-06-27T05:36:58.665" v="61029" actId="13926"/>
        <pc:sldMkLst>
          <pc:docMk/>
          <pc:sldMk cId="2028629245" sldId="1821"/>
        </pc:sldMkLst>
      </pc:sldChg>
      <pc:sldChg chg="modSp add mod">
        <pc:chgData name="Minchang Jang" userId="5d9bafdb3db22792" providerId="LiveId" clId="{A009B66A-52B2-4523-9E44-3AD6FAE92D78}" dt="2023-06-27T04:44:35.030" v="59763" actId="20577"/>
        <pc:sldMkLst>
          <pc:docMk/>
          <pc:sldMk cId="624906324" sldId="1822"/>
        </pc:sldMkLst>
      </pc:sldChg>
      <pc:sldChg chg="delSp modSp add mod">
        <pc:chgData name="Minchang Jang" userId="5d9bafdb3db22792" providerId="LiveId" clId="{A009B66A-52B2-4523-9E44-3AD6FAE92D78}" dt="2023-06-27T04:46:54.318" v="59843" actId="13926"/>
        <pc:sldMkLst>
          <pc:docMk/>
          <pc:sldMk cId="4266500358" sldId="1823"/>
        </pc:sldMkLst>
      </pc:sldChg>
      <pc:sldChg chg="addSp delSp modSp add mod">
        <pc:chgData name="Minchang Jang" userId="5d9bafdb3db22792" providerId="LiveId" clId="{A009B66A-52B2-4523-9E44-3AD6FAE92D78}" dt="2023-06-27T05:43:01.108" v="61156" actId="13926"/>
        <pc:sldMkLst>
          <pc:docMk/>
          <pc:sldMk cId="1022765484" sldId="1824"/>
        </pc:sldMkLst>
      </pc:sldChg>
      <pc:sldChg chg="modSp add del mod">
        <pc:chgData name="Minchang Jang" userId="5d9bafdb3db22792" providerId="LiveId" clId="{A009B66A-52B2-4523-9E44-3AD6FAE92D78}" dt="2023-06-27T04:48:00.201" v="59899" actId="47"/>
        <pc:sldMkLst>
          <pc:docMk/>
          <pc:sldMk cId="2354390892" sldId="1824"/>
        </pc:sldMkLst>
      </pc:sldChg>
      <pc:sldChg chg="modSp add mod">
        <pc:chgData name="Minchang Jang" userId="5d9bafdb3db22792" providerId="LiveId" clId="{A009B66A-52B2-4523-9E44-3AD6FAE92D78}" dt="2023-06-27T05:40:48.139" v="61056" actId="1076"/>
        <pc:sldMkLst>
          <pc:docMk/>
          <pc:sldMk cId="2195992718" sldId="1825"/>
        </pc:sldMkLst>
      </pc:sldChg>
      <pc:sldChg chg="modSp add mod">
        <pc:chgData name="Minchang Jang" userId="5d9bafdb3db22792" providerId="LiveId" clId="{A009B66A-52B2-4523-9E44-3AD6FAE92D78}" dt="2023-06-27T05:42:52.212" v="61155" actId="13926"/>
        <pc:sldMkLst>
          <pc:docMk/>
          <pc:sldMk cId="3908704904" sldId="1826"/>
        </pc:sldMkLst>
      </pc:sldChg>
      <pc:sldChg chg="addSp delSp modSp add mod">
        <pc:chgData name="Minchang Jang" userId="5d9bafdb3db22792" providerId="LiveId" clId="{A009B66A-52B2-4523-9E44-3AD6FAE92D78}" dt="2023-06-27T05:50:03.905" v="61932" actId="1036"/>
        <pc:sldMkLst>
          <pc:docMk/>
          <pc:sldMk cId="2666633846" sldId="1827"/>
        </pc:sldMkLst>
      </pc:sldChg>
      <pc:sldChg chg="addSp delSp modSp add mod">
        <pc:chgData name="Minchang Jang" userId="5d9bafdb3db22792" providerId="LiveId" clId="{A009B66A-52B2-4523-9E44-3AD6FAE92D78}" dt="2023-06-27T05:47:39.696" v="61780" actId="1076"/>
        <pc:sldMkLst>
          <pc:docMk/>
          <pc:sldMk cId="3993244054" sldId="1828"/>
        </pc:sldMkLst>
      </pc:sldChg>
      <pc:sldChg chg="addSp delSp modSp add mod">
        <pc:chgData name="Minchang Jang" userId="5d9bafdb3db22792" providerId="LiveId" clId="{A009B66A-52B2-4523-9E44-3AD6FAE92D78}" dt="2023-06-27T06:01:17.773" v="62514"/>
        <pc:sldMkLst>
          <pc:docMk/>
          <pc:sldMk cId="388883277" sldId="1829"/>
        </pc:sldMkLst>
      </pc:sldChg>
      <pc:sldChg chg="addSp modSp add mod">
        <pc:chgData name="Minchang Jang" userId="5d9bafdb3db22792" providerId="LiveId" clId="{A009B66A-52B2-4523-9E44-3AD6FAE92D78}" dt="2023-06-29T06:09:26.860" v="67986" actId="6549"/>
        <pc:sldMkLst>
          <pc:docMk/>
          <pc:sldMk cId="673911176" sldId="1830"/>
        </pc:sldMkLst>
      </pc:sldChg>
      <pc:sldChg chg="modSp add mod">
        <pc:chgData name="Minchang Jang" userId="5d9bafdb3db22792" providerId="LiveId" clId="{A009B66A-52B2-4523-9E44-3AD6FAE92D78}" dt="2023-06-29T08:35:12.620" v="72814" actId="20577"/>
        <pc:sldMkLst>
          <pc:docMk/>
          <pc:sldMk cId="3889944252" sldId="1831"/>
        </pc:sldMkLst>
      </pc:sldChg>
      <pc:sldChg chg="addSp delSp modSp add mod">
        <pc:chgData name="Minchang Jang" userId="5d9bafdb3db22792" providerId="LiveId" clId="{A009B66A-52B2-4523-9E44-3AD6FAE92D78}" dt="2023-06-27T06:05:59.130" v="62745" actId="1076"/>
        <pc:sldMkLst>
          <pc:docMk/>
          <pc:sldMk cId="1734443783" sldId="1832"/>
        </pc:sldMkLst>
      </pc:sldChg>
      <pc:sldChg chg="modSp add mod">
        <pc:chgData name="Minchang Jang" userId="5d9bafdb3db22792" providerId="LiveId" clId="{A009B66A-52B2-4523-9E44-3AD6FAE92D78}" dt="2023-06-27T06:07:33.224" v="62809" actId="20577"/>
        <pc:sldMkLst>
          <pc:docMk/>
          <pc:sldMk cId="3596229751" sldId="1833"/>
        </pc:sldMkLst>
      </pc:sldChg>
      <pc:sldChg chg="addSp delSp modSp add mod">
        <pc:chgData name="Minchang Jang" userId="5d9bafdb3db22792" providerId="LiveId" clId="{A009B66A-52B2-4523-9E44-3AD6FAE92D78}" dt="2023-06-27T06:11:48.560" v="63326" actId="13926"/>
        <pc:sldMkLst>
          <pc:docMk/>
          <pc:sldMk cId="1984145088" sldId="1834"/>
        </pc:sldMkLst>
      </pc:sldChg>
      <pc:sldChg chg="modSp add mod">
        <pc:chgData name="Minchang Jang" userId="5d9bafdb3db22792" providerId="LiveId" clId="{A009B66A-52B2-4523-9E44-3AD6FAE92D78}" dt="2023-06-27T06:17:51.980" v="63537" actId="13926"/>
        <pc:sldMkLst>
          <pc:docMk/>
          <pc:sldMk cId="12540130" sldId="1835"/>
        </pc:sldMkLst>
      </pc:sldChg>
      <pc:sldChg chg="modSp add mod">
        <pc:chgData name="Minchang Jang" userId="5d9bafdb3db22792" providerId="LiveId" clId="{A009B66A-52B2-4523-9E44-3AD6FAE92D78}" dt="2023-06-27T06:18:39.754" v="63551" actId="13926"/>
        <pc:sldMkLst>
          <pc:docMk/>
          <pc:sldMk cId="2320064813" sldId="1836"/>
        </pc:sldMkLst>
      </pc:sldChg>
      <pc:sldChg chg="modSp add mod">
        <pc:chgData name="Minchang Jang" userId="5d9bafdb3db22792" providerId="LiveId" clId="{A009B66A-52B2-4523-9E44-3AD6FAE92D78}" dt="2023-06-27T06:18:47.471" v="63555" actId="13926"/>
        <pc:sldMkLst>
          <pc:docMk/>
          <pc:sldMk cId="2993494823" sldId="1837"/>
        </pc:sldMkLst>
      </pc:sldChg>
      <pc:sldChg chg="addSp delSp modSp add mod">
        <pc:chgData name="Minchang Jang" userId="5d9bafdb3db22792" providerId="LiveId" clId="{A009B66A-52B2-4523-9E44-3AD6FAE92D78}" dt="2023-06-27T06:21:41.722" v="63881" actId="14100"/>
        <pc:sldMkLst>
          <pc:docMk/>
          <pc:sldMk cId="2463701141" sldId="1838"/>
        </pc:sldMkLst>
      </pc:sldChg>
      <pc:sldChg chg="addSp delSp modSp add mod">
        <pc:chgData name="Minchang Jang" userId="5d9bafdb3db22792" providerId="LiveId" clId="{A009B66A-52B2-4523-9E44-3AD6FAE92D78}" dt="2023-06-27T06:29:04.775" v="64290" actId="6549"/>
        <pc:sldMkLst>
          <pc:docMk/>
          <pc:sldMk cId="3267955101" sldId="1839"/>
        </pc:sldMkLst>
      </pc:sldChg>
      <pc:sldChg chg="modSp add mod">
        <pc:chgData name="Minchang Jang" userId="5d9bafdb3db22792" providerId="LiveId" clId="{A009B66A-52B2-4523-9E44-3AD6FAE92D78}" dt="2023-06-27T06:29:01.445" v="64289" actId="6549"/>
        <pc:sldMkLst>
          <pc:docMk/>
          <pc:sldMk cId="1522423665" sldId="1840"/>
        </pc:sldMkLst>
      </pc:sldChg>
      <pc:sldChg chg="modSp add mod">
        <pc:chgData name="Minchang Jang" userId="5d9bafdb3db22792" providerId="LiveId" clId="{A009B66A-52B2-4523-9E44-3AD6FAE92D78}" dt="2023-06-27T06:28:58.603" v="64288" actId="6549"/>
        <pc:sldMkLst>
          <pc:docMk/>
          <pc:sldMk cId="3975101541" sldId="1841"/>
        </pc:sldMkLst>
      </pc:sldChg>
      <pc:sldChg chg="modSp add mod">
        <pc:chgData name="Minchang Jang" userId="5d9bafdb3db22792" providerId="LiveId" clId="{A009B66A-52B2-4523-9E44-3AD6FAE92D78}" dt="2023-06-27T06:32:05.617" v="64911" actId="1035"/>
        <pc:sldMkLst>
          <pc:docMk/>
          <pc:sldMk cId="3015348729" sldId="1842"/>
        </pc:sldMkLst>
      </pc:sldChg>
      <pc:sldChg chg="addSp modSp add mod">
        <pc:chgData name="Minchang Jang" userId="5d9bafdb3db22792" providerId="LiveId" clId="{A009B66A-52B2-4523-9E44-3AD6FAE92D78}" dt="2023-06-27T06:36:41.312" v="65107" actId="1076"/>
        <pc:sldMkLst>
          <pc:docMk/>
          <pc:sldMk cId="4115552987" sldId="1843"/>
        </pc:sldMkLst>
      </pc:sldChg>
      <pc:sldChg chg="delSp modSp add mod">
        <pc:chgData name="Minchang Jang" userId="5d9bafdb3db22792" providerId="LiveId" clId="{A009B66A-52B2-4523-9E44-3AD6FAE92D78}" dt="2023-06-27T06:39:32.184" v="65734" actId="20577"/>
        <pc:sldMkLst>
          <pc:docMk/>
          <pc:sldMk cId="2546533249" sldId="1844"/>
        </pc:sldMkLst>
      </pc:sldChg>
      <pc:sldChg chg="modSp add mod">
        <pc:chgData name="Minchang Jang" userId="5d9bafdb3db22792" providerId="LiveId" clId="{A009B66A-52B2-4523-9E44-3AD6FAE92D78}" dt="2023-06-27T06:42:58.165" v="65744" actId="13926"/>
        <pc:sldMkLst>
          <pc:docMk/>
          <pc:sldMk cId="270273358" sldId="1845"/>
        </pc:sldMkLst>
      </pc:sldChg>
      <pc:sldChg chg="modSp add mod">
        <pc:chgData name="Minchang Jang" userId="5d9bafdb3db22792" providerId="LiveId" clId="{A009B66A-52B2-4523-9E44-3AD6FAE92D78}" dt="2023-06-27T06:50:58.965" v="65885" actId="1076"/>
        <pc:sldMkLst>
          <pc:docMk/>
          <pc:sldMk cId="386842253" sldId="1846"/>
        </pc:sldMkLst>
      </pc:sldChg>
      <pc:sldChg chg="modSp add mod">
        <pc:chgData name="Minchang Jang" userId="5d9bafdb3db22792" providerId="LiveId" clId="{A009B66A-52B2-4523-9E44-3AD6FAE92D78}" dt="2023-06-27T06:51:56.008" v="65895" actId="13926"/>
        <pc:sldMkLst>
          <pc:docMk/>
          <pc:sldMk cId="652517718" sldId="1847"/>
        </pc:sldMkLst>
      </pc:sldChg>
      <pc:sldChg chg="addSp delSp modSp add mod">
        <pc:chgData name="Minchang Jang" userId="5d9bafdb3db22792" providerId="LiveId" clId="{A009B66A-52B2-4523-9E44-3AD6FAE92D78}" dt="2023-06-27T06:52:57.126" v="65982" actId="1076"/>
        <pc:sldMkLst>
          <pc:docMk/>
          <pc:sldMk cId="1375292046" sldId="1848"/>
        </pc:sldMkLst>
      </pc:sldChg>
      <pc:sldChg chg="delSp modSp add mod">
        <pc:chgData name="Minchang Jang" userId="5d9bafdb3db22792" providerId="LiveId" clId="{A009B66A-52B2-4523-9E44-3AD6FAE92D78}" dt="2023-06-27T07:25:29.167" v="66143" actId="20577"/>
        <pc:sldMkLst>
          <pc:docMk/>
          <pc:sldMk cId="2344329523" sldId="1849"/>
        </pc:sldMkLst>
      </pc:sldChg>
      <pc:sldChg chg="modSp add mod">
        <pc:chgData name="Minchang Jang" userId="5d9bafdb3db22792" providerId="LiveId" clId="{A009B66A-52B2-4523-9E44-3AD6FAE92D78}" dt="2023-06-29T05:30:15.033" v="67145" actId="20577"/>
        <pc:sldMkLst>
          <pc:docMk/>
          <pc:sldMk cId="2584042162" sldId="1850"/>
        </pc:sldMkLst>
      </pc:sldChg>
      <pc:sldChg chg="modSp add del mod">
        <pc:chgData name="Minchang Jang" userId="5d9bafdb3db22792" providerId="LiveId" clId="{A009B66A-52B2-4523-9E44-3AD6FAE92D78}" dt="2023-06-27T08:06:32.986" v="66193" actId="47"/>
        <pc:sldMkLst>
          <pc:docMk/>
          <pc:sldMk cId="649544659" sldId="1851"/>
        </pc:sldMkLst>
      </pc:sldChg>
      <pc:sldChg chg="modSp add mod">
        <pc:chgData name="Minchang Jang" userId="5d9bafdb3db22792" providerId="LiveId" clId="{A009B66A-52B2-4523-9E44-3AD6FAE92D78}" dt="2023-06-29T05:35:18.183" v="67217" actId="20577"/>
        <pc:sldMkLst>
          <pc:docMk/>
          <pc:sldMk cId="1133605957" sldId="1852"/>
        </pc:sldMkLst>
      </pc:sldChg>
      <pc:sldChg chg="modSp add del mod">
        <pc:chgData name="Minchang Jang" userId="5d9bafdb3db22792" providerId="LiveId" clId="{A009B66A-52B2-4523-9E44-3AD6FAE92D78}" dt="2023-06-27T07:03:47.761" v="66069"/>
        <pc:sldMkLst>
          <pc:docMk/>
          <pc:sldMk cId="22484875" sldId="1853"/>
        </pc:sldMkLst>
      </pc:sldChg>
      <pc:sldChg chg="modSp add del mod">
        <pc:chgData name="Minchang Jang" userId="5d9bafdb3db22792" providerId="LiveId" clId="{A009B66A-52B2-4523-9E44-3AD6FAE92D78}" dt="2023-06-27T08:10:50.395" v="66251" actId="47"/>
        <pc:sldMkLst>
          <pc:docMk/>
          <pc:sldMk cId="616407544" sldId="1853"/>
        </pc:sldMkLst>
      </pc:sldChg>
      <pc:sldChg chg="modSp add mod">
        <pc:chgData name="Minchang Jang" userId="5d9bafdb3db22792" providerId="LiveId" clId="{A009B66A-52B2-4523-9E44-3AD6FAE92D78}" dt="2023-06-29T05:31:28.624" v="67168" actId="6549"/>
        <pc:sldMkLst>
          <pc:docMk/>
          <pc:sldMk cId="1705480559" sldId="1854"/>
        </pc:sldMkLst>
      </pc:sldChg>
      <pc:sldChg chg="modSp add del mod">
        <pc:chgData name="Minchang Jang" userId="5d9bafdb3db22792" providerId="LiveId" clId="{A009B66A-52B2-4523-9E44-3AD6FAE92D78}" dt="2023-06-27T08:07:23.593" v="66206" actId="47"/>
        <pc:sldMkLst>
          <pc:docMk/>
          <pc:sldMk cId="3150453217" sldId="1855"/>
        </pc:sldMkLst>
      </pc:sldChg>
      <pc:sldChg chg="modSp add mod">
        <pc:chgData name="Minchang Jang" userId="5d9bafdb3db22792" providerId="LiveId" clId="{A009B66A-52B2-4523-9E44-3AD6FAE92D78}" dt="2023-06-29T05:34:20.451" v="67203" actId="20577"/>
        <pc:sldMkLst>
          <pc:docMk/>
          <pc:sldMk cId="2591541979" sldId="1856"/>
        </pc:sldMkLst>
      </pc:sldChg>
      <pc:sldChg chg="modSp add del mod">
        <pc:chgData name="Minchang Jang" userId="5d9bafdb3db22792" providerId="LiveId" clId="{A009B66A-52B2-4523-9E44-3AD6FAE92D78}" dt="2023-06-27T08:08:47.787" v="66221" actId="47"/>
        <pc:sldMkLst>
          <pc:docMk/>
          <pc:sldMk cId="4218895058" sldId="1857"/>
        </pc:sldMkLst>
      </pc:sldChg>
      <pc:sldChg chg="modSp add del mod">
        <pc:chgData name="Minchang Jang" userId="5d9bafdb3db22792" providerId="LiveId" clId="{A009B66A-52B2-4523-9E44-3AD6FAE92D78}" dt="2023-06-27T08:08:47.787" v="66221" actId="47"/>
        <pc:sldMkLst>
          <pc:docMk/>
          <pc:sldMk cId="3023413933" sldId="1858"/>
        </pc:sldMkLst>
      </pc:sldChg>
      <pc:sldChg chg="modSp add del mod">
        <pc:chgData name="Minchang Jang" userId="5d9bafdb3db22792" providerId="LiveId" clId="{A009B66A-52B2-4523-9E44-3AD6FAE92D78}" dt="2023-06-27T08:08:47.787" v="66221" actId="47"/>
        <pc:sldMkLst>
          <pc:docMk/>
          <pc:sldMk cId="3027915754" sldId="1859"/>
        </pc:sldMkLst>
      </pc:sldChg>
      <pc:sldChg chg="modSp add mod">
        <pc:chgData name="Minchang Jang" userId="5d9bafdb3db22792" providerId="LiveId" clId="{A009B66A-52B2-4523-9E44-3AD6FAE92D78}" dt="2023-06-29T05:36:27.470" v="67242" actId="20577"/>
        <pc:sldMkLst>
          <pc:docMk/>
          <pc:sldMk cId="2139815081" sldId="1860"/>
        </pc:sldMkLst>
      </pc:sldChg>
      <pc:sldChg chg="modSp add del mod">
        <pc:chgData name="Minchang Jang" userId="5d9bafdb3db22792" providerId="LiveId" clId="{A009B66A-52B2-4523-9E44-3AD6FAE92D78}" dt="2023-06-27T08:11:51.934" v="66266" actId="47"/>
        <pc:sldMkLst>
          <pc:docMk/>
          <pc:sldMk cId="2683594799" sldId="1861"/>
        </pc:sldMkLst>
      </pc:sldChg>
      <pc:sldChg chg="modSp add mod">
        <pc:chgData name="Minchang Jang" userId="5d9bafdb3db22792" providerId="LiveId" clId="{A009B66A-52B2-4523-9E44-3AD6FAE92D78}" dt="2023-06-29T05:40:05.496" v="67437" actId="20577"/>
        <pc:sldMkLst>
          <pc:docMk/>
          <pc:sldMk cId="928146796" sldId="1862"/>
        </pc:sldMkLst>
      </pc:sldChg>
      <pc:sldChg chg="modSp add mod">
        <pc:chgData name="Minchang Jang" userId="5d9bafdb3db22792" providerId="LiveId" clId="{A009B66A-52B2-4523-9E44-3AD6FAE92D78}" dt="2023-06-29T05:30:22.527" v="67149" actId="6549"/>
        <pc:sldMkLst>
          <pc:docMk/>
          <pc:sldMk cId="2948469693" sldId="1863"/>
        </pc:sldMkLst>
      </pc:sldChg>
      <pc:sldChg chg="modSp add mod">
        <pc:chgData name="Minchang Jang" userId="5d9bafdb3db22792" providerId="LiveId" clId="{A009B66A-52B2-4523-9E44-3AD6FAE92D78}" dt="2023-06-29T05:31:57.727" v="67174" actId="6549"/>
        <pc:sldMkLst>
          <pc:docMk/>
          <pc:sldMk cId="2001675920" sldId="1864"/>
        </pc:sldMkLst>
      </pc:sldChg>
      <pc:sldChg chg="modSp add mod">
        <pc:chgData name="Minchang Jang" userId="5d9bafdb3db22792" providerId="LiveId" clId="{A009B66A-52B2-4523-9E44-3AD6FAE92D78}" dt="2023-06-29T05:34:18.684" v="67202" actId="20577"/>
        <pc:sldMkLst>
          <pc:docMk/>
          <pc:sldMk cId="4236277238" sldId="1865"/>
        </pc:sldMkLst>
      </pc:sldChg>
      <pc:sldChg chg="modSp add mod">
        <pc:chgData name="Minchang Jang" userId="5d9bafdb3db22792" providerId="LiveId" clId="{A009B66A-52B2-4523-9E44-3AD6FAE92D78}" dt="2023-06-29T05:34:16.065" v="67201" actId="20577"/>
        <pc:sldMkLst>
          <pc:docMk/>
          <pc:sldMk cId="3015894671" sldId="1866"/>
        </pc:sldMkLst>
      </pc:sldChg>
      <pc:sldChg chg="modSp add mod">
        <pc:chgData name="Minchang Jang" userId="5d9bafdb3db22792" providerId="LiveId" clId="{A009B66A-52B2-4523-9E44-3AD6FAE92D78}" dt="2023-06-29T05:34:13.539" v="67200" actId="20577"/>
        <pc:sldMkLst>
          <pc:docMk/>
          <pc:sldMk cId="1139096593" sldId="1867"/>
        </pc:sldMkLst>
      </pc:sldChg>
      <pc:sldChg chg="modSp add mod">
        <pc:chgData name="Minchang Jang" userId="5d9bafdb3db22792" providerId="LiveId" clId="{A009B66A-52B2-4523-9E44-3AD6FAE92D78}" dt="2023-06-29T05:34:11.700" v="67199" actId="20577"/>
        <pc:sldMkLst>
          <pc:docMk/>
          <pc:sldMk cId="2557770335" sldId="1868"/>
        </pc:sldMkLst>
      </pc:sldChg>
      <pc:sldChg chg="modSp add mod">
        <pc:chgData name="Minchang Jang" userId="5d9bafdb3db22792" providerId="LiveId" clId="{A009B66A-52B2-4523-9E44-3AD6FAE92D78}" dt="2023-06-29T05:35:23.100" v="67219" actId="6549"/>
        <pc:sldMkLst>
          <pc:docMk/>
          <pc:sldMk cId="2770804185" sldId="1869"/>
        </pc:sldMkLst>
      </pc:sldChg>
      <pc:sldChg chg="add del">
        <pc:chgData name="Minchang Jang" userId="5d9bafdb3db22792" providerId="LiveId" clId="{A009B66A-52B2-4523-9E44-3AD6FAE92D78}" dt="2023-06-27T08:11:25.536" v="66258"/>
        <pc:sldMkLst>
          <pc:docMk/>
          <pc:sldMk cId="4147613466" sldId="1869"/>
        </pc:sldMkLst>
      </pc:sldChg>
      <pc:sldChg chg="modSp add mod">
        <pc:chgData name="Minchang Jang" userId="5d9bafdb3db22792" providerId="LiveId" clId="{A009B66A-52B2-4523-9E44-3AD6FAE92D78}" dt="2023-06-29T05:36:46.167" v="67248" actId="6549"/>
        <pc:sldMkLst>
          <pc:docMk/>
          <pc:sldMk cId="688664371" sldId="1870"/>
        </pc:sldMkLst>
      </pc:sldChg>
      <pc:sldChg chg="modSp add mod">
        <pc:chgData name="Minchang Jang" userId="5d9bafdb3db22792" providerId="LiveId" clId="{A009B66A-52B2-4523-9E44-3AD6FAE92D78}" dt="2023-06-29T05:36:56.313" v="67251" actId="6549"/>
        <pc:sldMkLst>
          <pc:docMk/>
          <pc:sldMk cId="2809634640" sldId="1871"/>
        </pc:sldMkLst>
      </pc:sldChg>
      <pc:sldChg chg="modSp add mod">
        <pc:chgData name="Minchang Jang" userId="5d9bafdb3db22792" providerId="LiveId" clId="{A009B66A-52B2-4523-9E44-3AD6FAE92D78}" dt="2023-06-29T05:38:54.954" v="67423" actId="6549"/>
        <pc:sldMkLst>
          <pc:docMk/>
          <pc:sldMk cId="1360414700" sldId="1872"/>
        </pc:sldMkLst>
      </pc:sldChg>
      <pc:sldChg chg="modSp add mod">
        <pc:chgData name="Minchang Jang" userId="5d9bafdb3db22792" providerId="LiveId" clId="{A009B66A-52B2-4523-9E44-3AD6FAE92D78}" dt="2023-06-29T05:39:25.859" v="67426" actId="6549"/>
        <pc:sldMkLst>
          <pc:docMk/>
          <pc:sldMk cId="438769600" sldId="1873"/>
        </pc:sldMkLst>
      </pc:sldChg>
      <pc:sldChg chg="modSp add mod">
        <pc:chgData name="Minchang Jang" userId="5d9bafdb3db22792" providerId="LiveId" clId="{A009B66A-52B2-4523-9E44-3AD6FAE92D78}" dt="2023-06-29T05:39:30.137" v="67427" actId="6549"/>
        <pc:sldMkLst>
          <pc:docMk/>
          <pc:sldMk cId="204204865" sldId="1874"/>
        </pc:sldMkLst>
      </pc:sldChg>
      <pc:sldChg chg="addSp delSp modSp add mod">
        <pc:chgData name="Minchang Jang" userId="5d9bafdb3db22792" providerId="LiveId" clId="{A009B66A-52B2-4523-9E44-3AD6FAE92D78}" dt="2023-06-27T08:20:06.550" v="66662" actId="13926"/>
        <pc:sldMkLst>
          <pc:docMk/>
          <pc:sldMk cId="3376427671" sldId="1875"/>
        </pc:sldMkLst>
      </pc:sldChg>
      <pc:sldChg chg="delSp modSp add del mod">
        <pc:chgData name="Minchang Jang" userId="5d9bafdb3db22792" providerId="LiveId" clId="{A009B66A-52B2-4523-9E44-3AD6FAE92D78}" dt="2023-06-29T05:28:39.731" v="67135" actId="47"/>
        <pc:sldMkLst>
          <pc:docMk/>
          <pc:sldMk cId="4222905850" sldId="1876"/>
        </pc:sldMkLst>
      </pc:sldChg>
      <pc:sldChg chg="addSp delSp modSp add del mod">
        <pc:chgData name="Minchang Jang" userId="5d9bafdb3db22792" providerId="LiveId" clId="{A009B66A-52B2-4523-9E44-3AD6FAE92D78}" dt="2023-06-29T05:43:39.065" v="67495" actId="47"/>
        <pc:sldMkLst>
          <pc:docMk/>
          <pc:sldMk cId="3263350860" sldId="1877"/>
        </pc:sldMkLst>
      </pc:sldChg>
      <pc:sldChg chg="modSp add mod">
        <pc:chgData name="Minchang Jang" userId="5d9bafdb3db22792" providerId="LiveId" clId="{A009B66A-52B2-4523-9E44-3AD6FAE92D78}" dt="2023-06-29T05:30:28.005" v="67152" actId="6549"/>
        <pc:sldMkLst>
          <pc:docMk/>
          <pc:sldMk cId="867663408" sldId="1878"/>
        </pc:sldMkLst>
      </pc:sldChg>
      <pc:sldChg chg="modSp add mod">
        <pc:chgData name="Minchang Jang" userId="5d9bafdb3db22792" providerId="LiveId" clId="{A009B66A-52B2-4523-9E44-3AD6FAE92D78}" dt="2023-06-29T05:32:02.268" v="67175" actId="6549"/>
        <pc:sldMkLst>
          <pc:docMk/>
          <pc:sldMk cId="3404903915" sldId="1879"/>
        </pc:sldMkLst>
      </pc:sldChg>
      <pc:sldChg chg="modSp add mod">
        <pc:chgData name="Minchang Jang" userId="5d9bafdb3db22792" providerId="LiveId" clId="{A009B66A-52B2-4523-9E44-3AD6FAE92D78}" dt="2023-06-29T05:34:08.014" v="67198" actId="6549"/>
        <pc:sldMkLst>
          <pc:docMk/>
          <pc:sldMk cId="1293326395" sldId="1880"/>
        </pc:sldMkLst>
      </pc:sldChg>
      <pc:sldChg chg="modSp add mod">
        <pc:chgData name="Minchang Jang" userId="5d9bafdb3db22792" providerId="LiveId" clId="{A009B66A-52B2-4523-9E44-3AD6FAE92D78}" dt="2023-06-29T05:35:41.129" v="67227" actId="20577"/>
        <pc:sldMkLst>
          <pc:docMk/>
          <pc:sldMk cId="3326473564" sldId="1881"/>
        </pc:sldMkLst>
      </pc:sldChg>
      <pc:sldChg chg="modSp add mod">
        <pc:chgData name="Minchang Jang" userId="5d9bafdb3db22792" providerId="LiveId" clId="{A009B66A-52B2-4523-9E44-3AD6FAE92D78}" dt="2023-06-29T05:46:59.595" v="67571" actId="20577"/>
        <pc:sldMkLst>
          <pc:docMk/>
          <pc:sldMk cId="3900683555" sldId="1882"/>
        </pc:sldMkLst>
      </pc:sldChg>
      <pc:sldChg chg="modSp add mod">
        <pc:chgData name="Minchang Jang" userId="5d9bafdb3db22792" providerId="LiveId" clId="{A009B66A-52B2-4523-9E44-3AD6FAE92D78}" dt="2023-06-29T05:46:57.226" v="67569" actId="20577"/>
        <pc:sldMkLst>
          <pc:docMk/>
          <pc:sldMk cId="690412609" sldId="1883"/>
        </pc:sldMkLst>
      </pc:sldChg>
      <pc:sldChg chg="modSp add mod">
        <pc:chgData name="Minchang Jang" userId="5d9bafdb3db22792" providerId="LiveId" clId="{A009B66A-52B2-4523-9E44-3AD6FAE92D78}" dt="2023-06-29T05:46:52.850" v="67565" actId="20577"/>
        <pc:sldMkLst>
          <pc:docMk/>
          <pc:sldMk cId="1371032615" sldId="1884"/>
        </pc:sldMkLst>
      </pc:sldChg>
      <pc:sldChg chg="modSp add mod">
        <pc:chgData name="Minchang Jang" userId="5d9bafdb3db22792" providerId="LiveId" clId="{A009B66A-52B2-4523-9E44-3AD6FAE92D78}" dt="2023-06-29T05:46:50.213" v="67563" actId="20577"/>
        <pc:sldMkLst>
          <pc:docMk/>
          <pc:sldMk cId="2573896946" sldId="1885"/>
        </pc:sldMkLst>
      </pc:sldChg>
      <pc:sldChg chg="modSp add mod">
        <pc:chgData name="Minchang Jang" userId="5d9bafdb3db22792" providerId="LiveId" clId="{A009B66A-52B2-4523-9E44-3AD6FAE92D78}" dt="2023-06-29T05:46:47.399" v="67561" actId="20577"/>
        <pc:sldMkLst>
          <pc:docMk/>
          <pc:sldMk cId="584684336" sldId="1886"/>
        </pc:sldMkLst>
      </pc:sldChg>
      <pc:sldChg chg="modSp add mod">
        <pc:chgData name="Minchang Jang" userId="5d9bafdb3db22792" providerId="LiveId" clId="{A009B66A-52B2-4523-9E44-3AD6FAE92D78}" dt="2023-06-29T05:46:43.965" v="67559" actId="20577"/>
        <pc:sldMkLst>
          <pc:docMk/>
          <pc:sldMk cId="3458481690" sldId="1887"/>
        </pc:sldMkLst>
      </pc:sldChg>
      <pc:sldChg chg="modSp add mod">
        <pc:chgData name="Minchang Jang" userId="5d9bafdb3db22792" providerId="LiveId" clId="{A009B66A-52B2-4523-9E44-3AD6FAE92D78}" dt="2023-06-29T05:46:41.558" v="67557" actId="20577"/>
        <pc:sldMkLst>
          <pc:docMk/>
          <pc:sldMk cId="3348399594" sldId="1888"/>
        </pc:sldMkLst>
      </pc:sldChg>
      <pc:sldChg chg="modSp add mod">
        <pc:chgData name="Minchang Jang" userId="5d9bafdb3db22792" providerId="LiveId" clId="{A009B66A-52B2-4523-9E44-3AD6FAE92D78}" dt="2023-06-29T05:46:38.785" v="67555" actId="20577"/>
        <pc:sldMkLst>
          <pc:docMk/>
          <pc:sldMk cId="724957939" sldId="1889"/>
        </pc:sldMkLst>
      </pc:sldChg>
      <pc:sldChg chg="modSp add mod">
        <pc:chgData name="Minchang Jang" userId="5d9bafdb3db22792" providerId="LiveId" clId="{A009B66A-52B2-4523-9E44-3AD6FAE92D78}" dt="2023-06-29T05:47:07.260" v="67575" actId="6549"/>
        <pc:sldMkLst>
          <pc:docMk/>
          <pc:sldMk cId="3268781443" sldId="1890"/>
        </pc:sldMkLst>
      </pc:sldChg>
      <pc:sldChg chg="modSp add mod">
        <pc:chgData name="Minchang Jang" userId="5d9bafdb3db22792" providerId="LiveId" clId="{A009B66A-52B2-4523-9E44-3AD6FAE92D78}" dt="2023-06-29T05:47:11.095" v="67576" actId="6549"/>
        <pc:sldMkLst>
          <pc:docMk/>
          <pc:sldMk cId="3720902098" sldId="1891"/>
        </pc:sldMkLst>
      </pc:sldChg>
      <pc:sldChg chg="addSp delSp modSp add mod">
        <pc:chgData name="Minchang Jang" userId="5d9bafdb3db22792" providerId="LiveId" clId="{A009B66A-52B2-4523-9E44-3AD6FAE92D78}" dt="2023-06-29T06:21:37.585" v="68995" actId="1076"/>
        <pc:sldMkLst>
          <pc:docMk/>
          <pc:sldMk cId="811113352" sldId="1892"/>
        </pc:sldMkLst>
      </pc:sldChg>
      <pc:sldChg chg="addSp delSp modSp add mod">
        <pc:chgData name="Minchang Jang" userId="5d9bafdb3db22792" providerId="LiveId" clId="{A009B66A-52B2-4523-9E44-3AD6FAE92D78}" dt="2023-06-29T06:16:19.972" v="68628" actId="478"/>
        <pc:sldMkLst>
          <pc:docMk/>
          <pc:sldMk cId="1145585872" sldId="1893"/>
        </pc:sldMkLst>
      </pc:sldChg>
      <pc:sldChg chg="addSp delSp modSp add mod">
        <pc:chgData name="Minchang Jang" userId="5d9bafdb3db22792" providerId="LiveId" clId="{A009B66A-52B2-4523-9E44-3AD6FAE92D78}" dt="2023-06-29T06:17:03.946" v="68784" actId="20577"/>
        <pc:sldMkLst>
          <pc:docMk/>
          <pc:sldMk cId="3895796740" sldId="1894"/>
        </pc:sldMkLst>
      </pc:sldChg>
      <pc:sldChg chg="addSp modSp add mod">
        <pc:chgData name="Minchang Jang" userId="5d9bafdb3db22792" providerId="LiveId" clId="{A009B66A-52B2-4523-9E44-3AD6FAE92D78}" dt="2023-06-29T06:19:18.887" v="68917" actId="20577"/>
        <pc:sldMkLst>
          <pc:docMk/>
          <pc:sldMk cId="254627968" sldId="1895"/>
        </pc:sldMkLst>
      </pc:sldChg>
      <pc:sldChg chg="modSp add mod">
        <pc:chgData name="Minchang Jang" userId="5d9bafdb3db22792" providerId="LiveId" clId="{A009B66A-52B2-4523-9E44-3AD6FAE92D78}" dt="2023-06-29T06:19:24.732" v="68927" actId="20577"/>
        <pc:sldMkLst>
          <pc:docMk/>
          <pc:sldMk cId="2740516317" sldId="1896"/>
        </pc:sldMkLst>
      </pc:sldChg>
      <pc:sldChg chg="addSp delSp modSp add mod">
        <pc:chgData name="Minchang Jang" userId="5d9bafdb3db22792" providerId="LiveId" clId="{A009B66A-52B2-4523-9E44-3AD6FAE92D78}" dt="2023-06-29T06:49:29.952" v="69530" actId="20577"/>
        <pc:sldMkLst>
          <pc:docMk/>
          <pc:sldMk cId="994704510" sldId="1897"/>
        </pc:sldMkLst>
      </pc:sldChg>
      <pc:sldChg chg="modSp add mod">
        <pc:chgData name="Minchang Jang" userId="5d9bafdb3db22792" providerId="LiveId" clId="{A009B66A-52B2-4523-9E44-3AD6FAE92D78}" dt="2023-06-29T06:25:43.211" v="69179" actId="13926"/>
        <pc:sldMkLst>
          <pc:docMk/>
          <pc:sldMk cId="4247722626" sldId="1898"/>
        </pc:sldMkLst>
      </pc:sldChg>
      <pc:sldChg chg="modSp add mod">
        <pc:chgData name="Minchang Jang" userId="5d9bafdb3db22792" providerId="LiveId" clId="{A009B66A-52B2-4523-9E44-3AD6FAE92D78}" dt="2023-06-29T06:25:47.558" v="69180" actId="13926"/>
        <pc:sldMkLst>
          <pc:docMk/>
          <pc:sldMk cId="1317989189" sldId="1899"/>
        </pc:sldMkLst>
      </pc:sldChg>
      <pc:sldChg chg="modSp add mod">
        <pc:chgData name="Minchang Jang" userId="5d9bafdb3db22792" providerId="LiveId" clId="{A009B66A-52B2-4523-9E44-3AD6FAE92D78}" dt="2023-06-29T06:27:09.111" v="69243" actId="20577"/>
        <pc:sldMkLst>
          <pc:docMk/>
          <pc:sldMk cId="3247151465" sldId="1900"/>
        </pc:sldMkLst>
      </pc:sldChg>
      <pc:sldChg chg="modSp add mod">
        <pc:chgData name="Minchang Jang" userId="5d9bafdb3db22792" providerId="LiveId" clId="{A009B66A-52B2-4523-9E44-3AD6FAE92D78}" dt="2023-06-29T06:27:12.464" v="69244" actId="6549"/>
        <pc:sldMkLst>
          <pc:docMk/>
          <pc:sldMk cId="1966282581" sldId="1901"/>
        </pc:sldMkLst>
      </pc:sldChg>
      <pc:sldChg chg="modSp add mod">
        <pc:chgData name="Minchang Jang" userId="5d9bafdb3db22792" providerId="LiveId" clId="{A009B66A-52B2-4523-9E44-3AD6FAE92D78}" dt="2023-06-29T06:28:49.025" v="69297" actId="20577"/>
        <pc:sldMkLst>
          <pc:docMk/>
          <pc:sldMk cId="36689700" sldId="1902"/>
        </pc:sldMkLst>
      </pc:sldChg>
      <pc:sldChg chg="add del">
        <pc:chgData name="Minchang Jang" userId="5d9bafdb3db22792" providerId="LiveId" clId="{A009B66A-52B2-4523-9E44-3AD6FAE92D78}" dt="2023-06-29T06:27:32.928" v="69246"/>
        <pc:sldMkLst>
          <pc:docMk/>
          <pc:sldMk cId="2358770616" sldId="1902"/>
        </pc:sldMkLst>
      </pc:sldChg>
      <pc:sldChg chg="modSp add mod">
        <pc:chgData name="Minchang Jang" userId="5d9bafdb3db22792" providerId="LiveId" clId="{A009B66A-52B2-4523-9E44-3AD6FAE92D78}" dt="2023-06-29T06:30:11.517" v="69311" actId="13926"/>
        <pc:sldMkLst>
          <pc:docMk/>
          <pc:sldMk cId="1401955075" sldId="1903"/>
        </pc:sldMkLst>
      </pc:sldChg>
      <pc:sldChg chg="add del">
        <pc:chgData name="Minchang Jang" userId="5d9bafdb3db22792" providerId="LiveId" clId="{A009B66A-52B2-4523-9E44-3AD6FAE92D78}" dt="2023-06-29T06:27:32.928" v="69246"/>
        <pc:sldMkLst>
          <pc:docMk/>
          <pc:sldMk cId="2762505383" sldId="1903"/>
        </pc:sldMkLst>
      </pc:sldChg>
      <pc:sldChg chg="modSp add mod">
        <pc:chgData name="Minchang Jang" userId="5d9bafdb3db22792" providerId="LiveId" clId="{A009B66A-52B2-4523-9E44-3AD6FAE92D78}" dt="2023-06-29T06:50:31.895" v="69548" actId="13926"/>
        <pc:sldMkLst>
          <pc:docMk/>
          <pc:sldMk cId="1093833189" sldId="1904"/>
        </pc:sldMkLst>
      </pc:sldChg>
      <pc:sldChg chg="modSp add mod">
        <pc:chgData name="Minchang Jang" userId="5d9bafdb3db22792" providerId="LiveId" clId="{A009B66A-52B2-4523-9E44-3AD6FAE92D78}" dt="2023-06-29T06:34:13.583" v="69416" actId="20577"/>
        <pc:sldMkLst>
          <pc:docMk/>
          <pc:sldMk cId="725364644" sldId="1905"/>
        </pc:sldMkLst>
      </pc:sldChg>
      <pc:sldChg chg="modSp add mod">
        <pc:chgData name="Minchang Jang" userId="5d9bafdb3db22792" providerId="LiveId" clId="{A009B66A-52B2-4523-9E44-3AD6FAE92D78}" dt="2023-06-29T07:13:08.108" v="69769" actId="6549"/>
        <pc:sldMkLst>
          <pc:docMk/>
          <pc:sldMk cId="3549259221" sldId="1906"/>
        </pc:sldMkLst>
      </pc:sldChg>
      <pc:sldChg chg="modSp add mod">
        <pc:chgData name="Minchang Jang" userId="5d9bafdb3db22792" providerId="LiveId" clId="{A009B66A-52B2-4523-9E44-3AD6FAE92D78}" dt="2023-06-29T06:49:35.405" v="69533" actId="6549"/>
        <pc:sldMkLst>
          <pc:docMk/>
          <pc:sldMk cId="463845789" sldId="1907"/>
        </pc:sldMkLst>
      </pc:sldChg>
      <pc:sldChg chg="modSp add mod">
        <pc:chgData name="Minchang Jang" userId="5d9bafdb3db22792" providerId="LiveId" clId="{A009B66A-52B2-4523-9E44-3AD6FAE92D78}" dt="2023-06-29T07:07:27.284" v="69557" actId="20577"/>
        <pc:sldMkLst>
          <pc:docMk/>
          <pc:sldMk cId="468678264" sldId="1908"/>
        </pc:sldMkLst>
      </pc:sldChg>
      <pc:sldChg chg="modSp add mod ord">
        <pc:chgData name="Minchang Jang" userId="5d9bafdb3db22792" providerId="LiveId" clId="{A009B66A-52B2-4523-9E44-3AD6FAE92D78}" dt="2023-06-29T07:12:44.066" v="69758"/>
        <pc:sldMkLst>
          <pc:docMk/>
          <pc:sldMk cId="302694784" sldId="1909"/>
        </pc:sldMkLst>
      </pc:sldChg>
      <pc:sldChg chg="modSp add del mod">
        <pc:chgData name="Minchang Jang" userId="5d9bafdb3db22792" providerId="LiveId" clId="{A009B66A-52B2-4523-9E44-3AD6FAE92D78}" dt="2023-06-29T07:12:32.400" v="69750" actId="47"/>
        <pc:sldMkLst>
          <pc:docMk/>
          <pc:sldMk cId="1824458453" sldId="1909"/>
        </pc:sldMkLst>
      </pc:sldChg>
      <pc:sldChg chg="modSp add mod ord">
        <pc:chgData name="Minchang Jang" userId="5d9bafdb3db22792" providerId="LiveId" clId="{A009B66A-52B2-4523-9E44-3AD6FAE92D78}" dt="2023-06-29T07:13:02.726" v="69767" actId="20577"/>
        <pc:sldMkLst>
          <pc:docMk/>
          <pc:sldMk cId="1032848088" sldId="1910"/>
        </pc:sldMkLst>
      </pc:sldChg>
      <pc:sldChg chg="addSp delSp modSp add mod">
        <pc:chgData name="Minchang Jang" userId="5d9bafdb3db22792" providerId="LiveId" clId="{A009B66A-52B2-4523-9E44-3AD6FAE92D78}" dt="2023-06-29T07:17:31.013" v="69900" actId="478"/>
        <pc:sldMkLst>
          <pc:docMk/>
          <pc:sldMk cId="518270775" sldId="1911"/>
        </pc:sldMkLst>
      </pc:sldChg>
      <pc:sldChg chg="delSp modSp add mod">
        <pc:chgData name="Minchang Jang" userId="5d9bafdb3db22792" providerId="LiveId" clId="{A009B66A-52B2-4523-9E44-3AD6FAE92D78}" dt="2023-06-29T07:18:35.085" v="70164" actId="20577"/>
        <pc:sldMkLst>
          <pc:docMk/>
          <pc:sldMk cId="3406223898" sldId="1912"/>
        </pc:sldMkLst>
      </pc:sldChg>
      <pc:sldChg chg="addSp delSp modSp add mod">
        <pc:chgData name="Minchang Jang" userId="5d9bafdb3db22792" providerId="LiveId" clId="{A009B66A-52B2-4523-9E44-3AD6FAE92D78}" dt="2023-06-29T07:24:10.280" v="70295" actId="1076"/>
        <pc:sldMkLst>
          <pc:docMk/>
          <pc:sldMk cId="3564344079" sldId="1913"/>
        </pc:sldMkLst>
      </pc:sldChg>
      <pc:sldChg chg="delSp modSp add mod">
        <pc:chgData name="Minchang Jang" userId="5d9bafdb3db22792" providerId="LiveId" clId="{A009B66A-52B2-4523-9E44-3AD6FAE92D78}" dt="2023-06-29T07:30:51.805" v="71124" actId="20577"/>
        <pc:sldMkLst>
          <pc:docMk/>
          <pc:sldMk cId="2706605619" sldId="1914"/>
        </pc:sldMkLst>
      </pc:sldChg>
      <pc:sldChg chg="addSp modSp add mod">
        <pc:chgData name="Minchang Jang" userId="5d9bafdb3db22792" providerId="LiveId" clId="{A009B66A-52B2-4523-9E44-3AD6FAE92D78}" dt="2023-06-29T07:55:02.505" v="71322" actId="6549"/>
        <pc:sldMkLst>
          <pc:docMk/>
          <pc:sldMk cId="2556430591" sldId="1915"/>
        </pc:sldMkLst>
      </pc:sldChg>
      <pc:sldChg chg="modSp add mod">
        <pc:chgData name="Minchang Jang" userId="5d9bafdb3db22792" providerId="LiveId" clId="{A009B66A-52B2-4523-9E44-3AD6FAE92D78}" dt="2023-06-29T07:55:12.730" v="71326" actId="6549"/>
        <pc:sldMkLst>
          <pc:docMk/>
          <pc:sldMk cId="3488630536" sldId="1916"/>
        </pc:sldMkLst>
      </pc:sldChg>
      <pc:sldChg chg="modSp add mod">
        <pc:chgData name="Minchang Jang" userId="5d9bafdb3db22792" providerId="LiveId" clId="{A009B66A-52B2-4523-9E44-3AD6FAE92D78}" dt="2023-06-29T07:55:34.192" v="71330" actId="6549"/>
        <pc:sldMkLst>
          <pc:docMk/>
          <pc:sldMk cId="2879917570" sldId="1917"/>
        </pc:sldMkLst>
      </pc:sldChg>
      <pc:sldChg chg="modSp add mod">
        <pc:chgData name="Minchang Jang" userId="5d9bafdb3db22792" providerId="LiveId" clId="{A009B66A-52B2-4523-9E44-3AD6FAE92D78}" dt="2023-06-29T07:55:47.942" v="71334" actId="6549"/>
        <pc:sldMkLst>
          <pc:docMk/>
          <pc:sldMk cId="3692104585" sldId="1918"/>
        </pc:sldMkLst>
      </pc:sldChg>
      <pc:sldChg chg="modSp add mod">
        <pc:chgData name="Minchang Jang" userId="5d9bafdb3db22792" providerId="LiveId" clId="{A009B66A-52B2-4523-9E44-3AD6FAE92D78}" dt="2023-06-29T07:56:08.178" v="71343" actId="20577"/>
        <pc:sldMkLst>
          <pc:docMk/>
          <pc:sldMk cId="419557671" sldId="1919"/>
        </pc:sldMkLst>
      </pc:sldChg>
      <pc:sldChg chg="modSp add mod">
        <pc:chgData name="Minchang Jang" userId="5d9bafdb3db22792" providerId="LiveId" clId="{A009B66A-52B2-4523-9E44-3AD6FAE92D78}" dt="2023-06-29T07:56:25.765" v="71348" actId="6549"/>
        <pc:sldMkLst>
          <pc:docMk/>
          <pc:sldMk cId="3619136050" sldId="1920"/>
        </pc:sldMkLst>
      </pc:sldChg>
      <pc:sldChg chg="modSp add mod">
        <pc:chgData name="Minchang Jang" userId="5d9bafdb3db22792" providerId="LiveId" clId="{A009B66A-52B2-4523-9E44-3AD6FAE92D78}" dt="2023-06-29T07:56:29.376" v="71349" actId="6549"/>
        <pc:sldMkLst>
          <pc:docMk/>
          <pc:sldMk cId="1530733702" sldId="1921"/>
        </pc:sldMkLst>
      </pc:sldChg>
      <pc:sldChg chg="modSp add mod">
        <pc:chgData name="Minchang Jang" userId="5d9bafdb3db22792" providerId="LiveId" clId="{A009B66A-52B2-4523-9E44-3AD6FAE92D78}" dt="2023-06-29T08:02:05.981" v="71858" actId="20577"/>
        <pc:sldMkLst>
          <pc:docMk/>
          <pc:sldMk cId="2468597145" sldId="1922"/>
        </pc:sldMkLst>
      </pc:sldChg>
      <pc:sldChg chg="modSp add mod">
        <pc:chgData name="Minchang Jang" userId="5d9bafdb3db22792" providerId="LiveId" clId="{A009B66A-52B2-4523-9E44-3AD6FAE92D78}" dt="2023-06-29T08:02:14.372" v="71861" actId="6549"/>
        <pc:sldMkLst>
          <pc:docMk/>
          <pc:sldMk cId="462114024" sldId="1923"/>
        </pc:sldMkLst>
      </pc:sldChg>
      <pc:sldChg chg="modSp add mod">
        <pc:chgData name="Minchang Jang" userId="5d9bafdb3db22792" providerId="LiveId" clId="{A009B66A-52B2-4523-9E44-3AD6FAE92D78}" dt="2023-06-29T08:02:17.403" v="71862" actId="6549"/>
        <pc:sldMkLst>
          <pc:docMk/>
          <pc:sldMk cId="2231775908" sldId="1924"/>
        </pc:sldMkLst>
      </pc:sldChg>
      <pc:sldChg chg="addSp delSp modSp add mod">
        <pc:chgData name="Minchang Jang" userId="5d9bafdb3db22792" providerId="LiveId" clId="{A009B66A-52B2-4523-9E44-3AD6FAE92D78}" dt="2023-06-29T08:02:51.293" v="71935" actId="1076"/>
        <pc:sldMkLst>
          <pc:docMk/>
          <pc:sldMk cId="1393281886" sldId="1925"/>
        </pc:sldMkLst>
      </pc:sldChg>
      <pc:sldChg chg="modSp add mod">
        <pc:chgData name="Minchang Jang" userId="5d9bafdb3db22792" providerId="LiveId" clId="{A009B66A-52B2-4523-9E44-3AD6FAE92D78}" dt="2023-06-29T08:05:36.622" v="71973" actId="20577"/>
        <pc:sldMkLst>
          <pc:docMk/>
          <pc:sldMk cId="2726222088" sldId="1926"/>
        </pc:sldMkLst>
      </pc:sldChg>
      <pc:sldChg chg="modSp add mod">
        <pc:chgData name="Minchang Jang" userId="5d9bafdb3db22792" providerId="LiveId" clId="{A009B66A-52B2-4523-9E44-3AD6FAE92D78}" dt="2023-06-29T08:05:43.789" v="71997" actId="20577"/>
        <pc:sldMkLst>
          <pc:docMk/>
          <pc:sldMk cId="2687187544" sldId="1927"/>
        </pc:sldMkLst>
      </pc:sldChg>
      <pc:sldChg chg="addSp delSp modSp add mod">
        <pc:chgData name="Minchang Jang" userId="5d9bafdb3db22792" providerId="LiveId" clId="{A009B66A-52B2-4523-9E44-3AD6FAE92D78}" dt="2023-06-29T08:36:38.167" v="72980" actId="1076"/>
        <pc:sldMkLst>
          <pc:docMk/>
          <pc:sldMk cId="1828301376" sldId="1928"/>
        </pc:sldMkLst>
      </pc:sldChg>
      <pc:sldChg chg="addSp delSp modSp add mod">
        <pc:chgData name="Minchang Jang" userId="5d9bafdb3db22792" providerId="LiveId" clId="{A009B66A-52B2-4523-9E44-3AD6FAE92D78}" dt="2023-06-29T08:37:08.834" v="73015" actId="20577"/>
        <pc:sldMkLst>
          <pc:docMk/>
          <pc:sldMk cId="877475336" sldId="1929"/>
        </pc:sldMkLst>
      </pc:sldChg>
      <pc:sldChg chg="addSp delSp modSp add mod">
        <pc:chgData name="Minchang Jang" userId="5d9bafdb3db22792" providerId="LiveId" clId="{A009B66A-52B2-4523-9E44-3AD6FAE92D78}" dt="2023-06-29T08:37:44.331" v="73117" actId="20577"/>
        <pc:sldMkLst>
          <pc:docMk/>
          <pc:sldMk cId="398629789" sldId="1930"/>
        </pc:sldMkLst>
      </pc:sldChg>
      <pc:sldChg chg="addSp delSp modSp add mod">
        <pc:chgData name="Minchang Jang" userId="5d9bafdb3db22792" providerId="LiveId" clId="{A009B66A-52B2-4523-9E44-3AD6FAE92D78}" dt="2023-06-29T08:41:37.913" v="73280" actId="20577"/>
        <pc:sldMkLst>
          <pc:docMk/>
          <pc:sldMk cId="1318611866" sldId="1931"/>
        </pc:sldMkLst>
      </pc:sldChg>
      <pc:sldChg chg="modSp add mod">
        <pc:chgData name="Minchang Jang" userId="5d9bafdb3db22792" providerId="LiveId" clId="{A009B66A-52B2-4523-9E44-3AD6FAE92D78}" dt="2023-06-29T08:41:48.109" v="73286" actId="20577"/>
        <pc:sldMkLst>
          <pc:docMk/>
          <pc:sldMk cId="2684372015" sldId="1932"/>
        </pc:sldMkLst>
      </pc:sldChg>
      <pc:sldMasterChg chg="delSldLayout modSldLayout">
        <pc:chgData name="Minchang Jang" userId="5d9bafdb3db22792" providerId="LiveId" clId="{A009B66A-52B2-4523-9E44-3AD6FAE92D78}" dt="2023-07-05T07:12:04.416" v="73292" actId="2696"/>
        <pc:sldMasterMkLst>
          <pc:docMk/>
          <pc:sldMasterMk cId="3515373971" sldId="2147483996"/>
        </pc:sldMasterMkLst>
        <pc:sldLayoutChg chg="modSp">
          <pc:chgData name="Minchang Jang" userId="5d9bafdb3db22792" providerId="LiveId" clId="{A009B66A-52B2-4523-9E44-3AD6FAE92D78}" dt="2023-06-23T08:33:51.722" v="12063" actId="16037"/>
          <pc:sldLayoutMkLst>
            <pc:docMk/>
            <pc:sldMasterMk cId="3515373971" sldId="2147483996"/>
            <pc:sldLayoutMk cId="1281930206" sldId="2147483998"/>
          </pc:sldLayoutMkLst>
        </pc:sldLayoutChg>
        <pc:sldLayoutChg chg="del">
          <pc:chgData name="Minchang Jang" userId="5d9bafdb3db22792" providerId="LiveId" clId="{A009B66A-52B2-4523-9E44-3AD6FAE92D78}" dt="2023-07-05T07:12:04.416" v="73292" actId="2696"/>
          <pc:sldLayoutMkLst>
            <pc:docMk/>
            <pc:sldMasterMk cId="3515373971" sldId="2147483996"/>
            <pc:sldLayoutMk cId="3929620969" sldId="2147484009"/>
          </pc:sldLayoutMkLst>
        </pc:sldLayoutChg>
      </pc:sldMasterChg>
    </pc:docChg>
  </pc:docChgLst>
  <pc:docChgLst>
    <pc:chgData name="민창 장" userId="5d9bafdb3db22792" providerId="LiveId" clId="{5C729FB7-B499-4C45-A4F8-6F063D1BD499}"/>
    <pc:docChg chg="undo custSel modSld">
      <pc:chgData name="민창 장" userId="5d9bafdb3db22792" providerId="LiveId" clId="{5C729FB7-B499-4C45-A4F8-6F063D1BD499}" dt="2024-10-28T00:16:49.841" v="11"/>
      <pc:docMkLst>
        <pc:docMk/>
      </pc:docMkLst>
      <pc:sldChg chg="modSp mod">
        <pc:chgData name="민창 장" userId="5d9bafdb3db22792" providerId="LiveId" clId="{5C729FB7-B499-4C45-A4F8-6F063D1BD499}" dt="2024-10-28T00:16:41.479" v="10" actId="27636"/>
        <pc:sldMkLst>
          <pc:docMk/>
          <pc:sldMk cId="2728948858" sldId="256"/>
        </pc:sldMkLst>
      </pc:sldChg>
      <pc:sldChg chg="modSp mod">
        <pc:chgData name="민창 장" userId="5d9bafdb3db22792" providerId="LiveId" clId="{5C729FB7-B499-4C45-A4F8-6F063D1BD499}" dt="2024-10-28T00:16:49.841" v="11"/>
        <pc:sldMkLst>
          <pc:docMk/>
          <pc:sldMk cId="3389288296" sldId="449"/>
        </pc:sldMkLst>
      </pc:sldChg>
    </pc:docChg>
  </pc:docChgLst>
  <pc:docChgLst>
    <pc:chgData name="민창 장" userId="5d9bafdb3db22792" providerId="LiveId" clId="{B710D558-23B4-48BB-B4A8-0C5D8DFB5758}"/>
    <pc:docChg chg="undo custSel modSld">
      <pc:chgData name="민창 장" userId="5d9bafdb3db22792" providerId="LiveId" clId="{B710D558-23B4-48BB-B4A8-0C5D8DFB5758}" dt="2024-03-20T08:34:49.205" v="56" actId="478"/>
      <pc:docMkLst>
        <pc:docMk/>
      </pc:docMkLst>
      <pc:sldChg chg="addSp delSp mod">
        <pc:chgData name="민창 장" userId="5d9bafdb3db22792" providerId="LiveId" clId="{B710D558-23B4-48BB-B4A8-0C5D8DFB5758}" dt="2024-03-20T08:33:49.006" v="41" actId="478"/>
        <pc:sldMkLst>
          <pc:docMk/>
          <pc:sldMk cId="1594783689" sldId="877"/>
        </pc:sldMkLst>
      </pc:sldChg>
      <pc:sldChg chg="addSp delSp mod">
        <pc:chgData name="민창 장" userId="5d9bafdb3db22792" providerId="LiveId" clId="{B710D558-23B4-48BB-B4A8-0C5D8DFB5758}" dt="2024-03-20T08:34:39.832" v="53" actId="478"/>
        <pc:sldMkLst>
          <pc:docMk/>
          <pc:sldMk cId="70767759" sldId="880"/>
        </pc:sldMkLst>
      </pc:sldChg>
      <pc:sldChg chg="addSp delSp mod">
        <pc:chgData name="민창 장" userId="5d9bafdb3db22792" providerId="LiveId" clId="{B710D558-23B4-48BB-B4A8-0C5D8DFB5758}" dt="2024-03-20T08:33:42.883" v="39" actId="478"/>
        <pc:sldMkLst>
          <pc:docMk/>
          <pc:sldMk cId="1501807968" sldId="1180"/>
        </pc:sldMkLst>
      </pc:sldChg>
      <pc:sldChg chg="addSp delSp modSp mod">
        <pc:chgData name="민창 장" userId="5d9bafdb3db22792" providerId="LiveId" clId="{B710D558-23B4-48BB-B4A8-0C5D8DFB5758}" dt="2024-03-20T08:34:49.205" v="56" actId="478"/>
        <pc:sldMkLst>
          <pc:docMk/>
          <pc:sldMk cId="293890890" sldId="1367"/>
        </pc:sldMkLst>
      </pc:sldChg>
      <pc:sldChg chg="addSp delSp mod">
        <pc:chgData name="민창 장" userId="5d9bafdb3db22792" providerId="LiveId" clId="{B710D558-23B4-48BB-B4A8-0C5D8DFB5758}" dt="2024-03-20T08:34:46.338" v="55" actId="478"/>
        <pc:sldMkLst>
          <pc:docMk/>
          <pc:sldMk cId="3803370661" sldId="1368"/>
        </pc:sldMkLst>
      </pc:sldChg>
      <pc:sldChg chg="addSp delSp mod">
        <pc:chgData name="민창 장" userId="5d9bafdb3db22792" providerId="LiveId" clId="{B710D558-23B4-48BB-B4A8-0C5D8DFB5758}" dt="2024-03-20T08:34:42.550" v="54" actId="478"/>
        <pc:sldMkLst>
          <pc:docMk/>
          <pc:sldMk cId="1469091793" sldId="1369"/>
        </pc:sldMkLst>
      </pc:sldChg>
      <pc:sldChg chg="addSp delSp modSp mod">
        <pc:chgData name="민창 장" userId="5d9bafdb3db22792" providerId="LiveId" clId="{B710D558-23B4-48BB-B4A8-0C5D8DFB5758}" dt="2024-03-20T08:34:35.861" v="52" actId="478"/>
        <pc:sldMkLst>
          <pc:docMk/>
          <pc:sldMk cId="3132968654" sldId="1371"/>
        </pc:sldMkLst>
      </pc:sldChg>
      <pc:sldChg chg="addSp delSp mod">
        <pc:chgData name="민창 장" userId="5d9bafdb3db22792" providerId="LiveId" clId="{B710D558-23B4-48BB-B4A8-0C5D8DFB5758}" dt="2024-03-20T08:34:33.860" v="51" actId="478"/>
        <pc:sldMkLst>
          <pc:docMk/>
          <pc:sldMk cId="2178879355" sldId="1372"/>
        </pc:sldMkLst>
      </pc:sldChg>
      <pc:sldChg chg="addSp delSp modSp mod">
        <pc:chgData name="민창 장" userId="5d9bafdb3db22792" providerId="LiveId" clId="{B710D558-23B4-48BB-B4A8-0C5D8DFB5758}" dt="2024-03-20T08:34:31.083" v="50" actId="478"/>
        <pc:sldMkLst>
          <pc:docMk/>
          <pc:sldMk cId="648675704" sldId="1374"/>
        </pc:sldMkLst>
      </pc:sldChg>
      <pc:sldChg chg="addSp delSp mod">
        <pc:chgData name="민창 장" userId="5d9bafdb3db22792" providerId="LiveId" clId="{B710D558-23B4-48BB-B4A8-0C5D8DFB5758}" dt="2024-03-20T08:33:45.768" v="40" actId="478"/>
        <pc:sldMkLst>
          <pc:docMk/>
          <pc:sldMk cId="1350087348" sldId="1376"/>
        </pc:sldMkLst>
      </pc:sldChg>
      <pc:sldChg chg="addSp delSp modSp mod">
        <pc:chgData name="민창 장" userId="5d9bafdb3db22792" providerId="LiveId" clId="{B710D558-23B4-48BB-B4A8-0C5D8DFB5758}" dt="2024-03-20T08:34:14.566" v="47" actId="478"/>
        <pc:sldMkLst>
          <pc:docMk/>
          <pc:sldMk cId="4242223647" sldId="1387"/>
        </pc:sldMkLst>
      </pc:sldChg>
      <pc:sldChg chg="addSp delSp modSp mod">
        <pc:chgData name="민창 장" userId="5d9bafdb3db22792" providerId="LiveId" clId="{B710D558-23B4-48BB-B4A8-0C5D8DFB5758}" dt="2024-03-20T08:34:11.626" v="46" actId="478"/>
        <pc:sldMkLst>
          <pc:docMk/>
          <pc:sldMk cId="3319114175" sldId="1388"/>
        </pc:sldMkLst>
      </pc:sldChg>
      <pc:sldChg chg="addSp delSp mod">
        <pc:chgData name="민창 장" userId="5d9bafdb3db22792" providerId="LiveId" clId="{B710D558-23B4-48BB-B4A8-0C5D8DFB5758}" dt="2024-03-20T08:34:02.230" v="45" actId="478"/>
        <pc:sldMkLst>
          <pc:docMk/>
          <pc:sldMk cId="1530165378" sldId="1398"/>
        </pc:sldMkLst>
      </pc:sldChg>
      <pc:sldChg chg="addSp delSp mod">
        <pc:chgData name="민창 장" userId="5d9bafdb3db22792" providerId="LiveId" clId="{B710D558-23B4-48BB-B4A8-0C5D8DFB5758}" dt="2024-03-20T08:33:58.584" v="44" actId="478"/>
        <pc:sldMkLst>
          <pc:docMk/>
          <pc:sldMk cId="1515613220" sldId="1399"/>
        </pc:sldMkLst>
      </pc:sldChg>
      <pc:sldChg chg="addSp delSp mod">
        <pc:chgData name="민창 장" userId="5d9bafdb3db22792" providerId="LiveId" clId="{B710D558-23B4-48BB-B4A8-0C5D8DFB5758}" dt="2024-03-20T08:33:56.309" v="43" actId="478"/>
        <pc:sldMkLst>
          <pc:docMk/>
          <pc:sldMk cId="2558355463" sldId="1400"/>
        </pc:sldMkLst>
      </pc:sldChg>
      <pc:sldChg chg="addSp delSp mod">
        <pc:chgData name="민창 장" userId="5d9bafdb3db22792" providerId="LiveId" clId="{B710D558-23B4-48BB-B4A8-0C5D8DFB5758}" dt="2024-03-20T08:33:53.864" v="42" actId="478"/>
        <pc:sldMkLst>
          <pc:docMk/>
          <pc:sldMk cId="598432333" sldId="1401"/>
        </pc:sldMkLst>
      </pc:sldChg>
      <pc:sldChg chg="addSp">
        <pc:chgData name="민창 장" userId="5d9bafdb3db22792" providerId="LiveId" clId="{B710D558-23B4-48BB-B4A8-0C5D8DFB5758}" dt="2024-03-19T06:56:03.095" v="36"/>
        <pc:sldMkLst>
          <pc:docMk/>
          <pc:sldMk cId="2563418894" sldId="1404"/>
        </pc:sldMkLst>
      </pc:sldChg>
      <pc:sldChg chg="modSp mod">
        <pc:chgData name="민창 장" userId="5d9bafdb3db22792" providerId="LiveId" clId="{B710D558-23B4-48BB-B4A8-0C5D8DFB5758}" dt="2024-03-20T00:27:48.232" v="38" actId="1076"/>
        <pc:sldMkLst>
          <pc:docMk/>
          <pc:sldMk cId="3891746014" sldId="14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EEC10581-8799-4BCF-BA5C-32D535CA111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092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93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3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928F6D0-3BA7-45BF-8171-AB2DF1A0CAA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03884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6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9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1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5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0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1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3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4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5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7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8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9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0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1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2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3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4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5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7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8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9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0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1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2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3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4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5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6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7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8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0.xml"/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1.xml"/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2.xml"/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4.xml"/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5.xml"/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6.xml"/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7.xml"/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8.xml"/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9.xml"/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0.xml"/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1.xml"/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2.xml"/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3.xml"/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4.xml"/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5.xml"/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6.xml"/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7.xml"/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8.xml"/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0.xml"/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1.xml"/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2.xml"/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3.xml"/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4.xml"/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5.xml"/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6.xml"/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7.xml"/><Relationship Id="rId1" Type="http://schemas.openxmlformats.org/officeDocument/2006/relationships/notesMaster" Target="../notesMasters/notesMaster1.xml"/></Relationships>
</file>

<file path=ppt/notesSlides/_rels/notesSlide3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8.xml"/><Relationship Id="rId1" Type="http://schemas.openxmlformats.org/officeDocument/2006/relationships/notesMaster" Target="../notesMasters/notesMaster1.xml"/></Relationships>
</file>

<file path=ppt/notesSlides/_rels/notesSlide3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9.xml"/><Relationship Id="rId1" Type="http://schemas.openxmlformats.org/officeDocument/2006/relationships/notesMaster" Target="../notesMasters/notesMaster1.xml"/></Relationships>
</file>

<file path=ppt/notesSlides/_rels/notesSlide3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0.xml"/><Relationship Id="rId1" Type="http://schemas.openxmlformats.org/officeDocument/2006/relationships/notesMaster" Target="../notesMasters/notesMaster1.xml"/></Relationships>
</file>

<file path=ppt/notesSlides/_rels/notesSlide3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1.xml"/><Relationship Id="rId1" Type="http://schemas.openxmlformats.org/officeDocument/2006/relationships/notesMaster" Target="../notesMasters/notesMaster1.xml"/></Relationships>
</file>

<file path=ppt/notesSlides/_rels/notesSlide3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2.xml"/><Relationship Id="rId1" Type="http://schemas.openxmlformats.org/officeDocument/2006/relationships/notesMaster" Target="../notesMasters/notesMaster1.xml"/></Relationships>
</file>

<file path=ppt/notesSlides/_rels/notesSlide3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3.xml"/><Relationship Id="rId1" Type="http://schemas.openxmlformats.org/officeDocument/2006/relationships/notesMaster" Target="../notesMasters/notesMaster1.xml"/></Relationships>
</file>

<file path=ppt/notesSlides/_rels/notesSlide3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4.xml"/><Relationship Id="rId1" Type="http://schemas.openxmlformats.org/officeDocument/2006/relationships/notesMaster" Target="../notesMasters/notesMaster1.xml"/></Relationships>
</file>

<file path=ppt/notesSlides/_rels/notesSlide3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5.xml"/><Relationship Id="rId1" Type="http://schemas.openxmlformats.org/officeDocument/2006/relationships/notesMaster" Target="../notesMasters/notesMaster1.xml"/></Relationships>
</file>

<file path=ppt/notesSlides/_rels/notesSlide3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6.xml"/><Relationship Id="rId1" Type="http://schemas.openxmlformats.org/officeDocument/2006/relationships/notesMaster" Target="../notesMasters/notesMaster1.xml"/></Relationships>
</file>

<file path=ppt/notesSlides/_rels/notesSlide3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7.xml"/><Relationship Id="rId1" Type="http://schemas.openxmlformats.org/officeDocument/2006/relationships/notesMaster" Target="../notesMasters/notesMaster1.xml"/></Relationships>
</file>

<file path=ppt/notesSlides/_rels/notesSlide3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8.xml"/><Relationship Id="rId1" Type="http://schemas.openxmlformats.org/officeDocument/2006/relationships/notesMaster" Target="../notesMasters/notesMaster1.xml"/></Relationships>
</file>

<file path=ppt/notesSlides/_rels/notesSlide3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9.xml"/><Relationship Id="rId1" Type="http://schemas.openxmlformats.org/officeDocument/2006/relationships/notesMaster" Target="../notesMasters/notesMaster1.xml"/></Relationships>
</file>

<file path=ppt/notesSlides/_rels/notesSlide3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0.xml"/><Relationship Id="rId1" Type="http://schemas.openxmlformats.org/officeDocument/2006/relationships/notesMaster" Target="../notesMasters/notesMaster1.xml"/></Relationships>
</file>

<file path=ppt/notesSlides/_rels/notesSlide3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1.xml"/><Relationship Id="rId1" Type="http://schemas.openxmlformats.org/officeDocument/2006/relationships/notesMaster" Target="../notesMasters/notesMaster1.xml"/></Relationships>
</file>

<file path=ppt/notesSlides/_rels/notesSlide3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2.xml"/><Relationship Id="rId1" Type="http://schemas.openxmlformats.org/officeDocument/2006/relationships/notesMaster" Target="../notesMasters/notesMaster1.xml"/></Relationships>
</file>

<file path=ppt/notesSlides/_rels/notesSlide3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4.xml"/><Relationship Id="rId1" Type="http://schemas.openxmlformats.org/officeDocument/2006/relationships/notesMaster" Target="../notesMasters/notesMaster1.xml"/></Relationships>
</file>

<file path=ppt/notesSlides/_rels/notesSlide3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5.xml"/><Relationship Id="rId1" Type="http://schemas.openxmlformats.org/officeDocument/2006/relationships/notesMaster" Target="../notesMasters/notesMaster1.xml"/></Relationships>
</file>

<file path=ppt/notesSlides/_rels/notesSlide3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6.xml"/><Relationship Id="rId1" Type="http://schemas.openxmlformats.org/officeDocument/2006/relationships/notesMaster" Target="../notesMasters/notesMaster1.xml"/></Relationships>
</file>

<file path=ppt/notesSlides/_rels/notesSlide3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7.xml"/><Relationship Id="rId1" Type="http://schemas.openxmlformats.org/officeDocument/2006/relationships/notesMaster" Target="../notesMasters/notesMaster1.xml"/></Relationships>
</file>

<file path=ppt/notesSlides/_rels/notesSlide3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8.xml"/><Relationship Id="rId1" Type="http://schemas.openxmlformats.org/officeDocument/2006/relationships/notesMaster" Target="../notesMasters/notesMaster1.xml"/></Relationships>
</file>

<file path=ppt/notesSlides/_rels/notesSlide3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9.xml"/><Relationship Id="rId1" Type="http://schemas.openxmlformats.org/officeDocument/2006/relationships/notesMaster" Target="../notesMasters/notesMaster1.xml"/></Relationships>
</file>

<file path=ppt/notesSlides/_rels/notesSlide3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0.xml"/><Relationship Id="rId1" Type="http://schemas.openxmlformats.org/officeDocument/2006/relationships/notesMaster" Target="../notesMasters/notesMaster1.xml"/></Relationships>
</file>

<file path=ppt/notesSlides/_rels/notesSlide3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1.xml"/><Relationship Id="rId1" Type="http://schemas.openxmlformats.org/officeDocument/2006/relationships/notesMaster" Target="../notesMasters/notesMaster1.xml"/></Relationships>
</file>

<file path=ppt/notesSlides/_rels/notesSlide3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2.xml"/><Relationship Id="rId1" Type="http://schemas.openxmlformats.org/officeDocument/2006/relationships/notesMaster" Target="../notesMasters/notesMaster1.xml"/></Relationships>
</file>

<file path=ppt/notesSlides/_rels/notesSlide3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3.xml"/><Relationship Id="rId1" Type="http://schemas.openxmlformats.org/officeDocument/2006/relationships/notesMaster" Target="../notesMasters/notesMaster1.xml"/></Relationships>
</file>

<file path=ppt/notesSlides/_rels/notesSlide3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4.xml"/><Relationship Id="rId1" Type="http://schemas.openxmlformats.org/officeDocument/2006/relationships/notesMaster" Target="../notesMasters/notesMaster1.xml"/></Relationships>
</file>

<file path=ppt/notesSlides/_rels/notesSlide3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5.xml"/><Relationship Id="rId1" Type="http://schemas.openxmlformats.org/officeDocument/2006/relationships/notesMaster" Target="../notesMasters/notesMaster1.xml"/></Relationships>
</file>

<file path=ppt/notesSlides/_rels/notesSlide3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6.xml"/><Relationship Id="rId1" Type="http://schemas.openxmlformats.org/officeDocument/2006/relationships/notesMaster" Target="../notesMasters/notesMaster1.xml"/></Relationships>
</file>

<file path=ppt/notesSlides/_rels/notesSlide3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7.xml"/><Relationship Id="rId1" Type="http://schemas.openxmlformats.org/officeDocument/2006/relationships/notesMaster" Target="../notesMasters/notesMaster1.xml"/></Relationships>
</file>

<file path=ppt/notesSlides/_rels/notesSlide3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9.xml"/><Relationship Id="rId1" Type="http://schemas.openxmlformats.org/officeDocument/2006/relationships/notesMaster" Target="../notesMasters/notesMaster1.xml"/></Relationships>
</file>

<file path=ppt/notesSlides/_rels/notesSlide3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0.xml"/><Relationship Id="rId1" Type="http://schemas.openxmlformats.org/officeDocument/2006/relationships/notesMaster" Target="../notesMasters/notesMaster1.xml"/></Relationships>
</file>

<file path=ppt/notesSlides/_rels/notesSlide3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1.xml"/><Relationship Id="rId1" Type="http://schemas.openxmlformats.org/officeDocument/2006/relationships/notesMaster" Target="../notesMasters/notesMaster1.xml"/></Relationships>
</file>

<file path=ppt/notesSlides/_rels/notesSlide3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2.xml"/><Relationship Id="rId1" Type="http://schemas.openxmlformats.org/officeDocument/2006/relationships/notesMaster" Target="../notesMasters/notesMaster1.xml"/></Relationships>
</file>

<file path=ppt/notesSlides/_rels/notesSlide3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3.xml"/><Relationship Id="rId1" Type="http://schemas.openxmlformats.org/officeDocument/2006/relationships/notesMaster" Target="../notesMasters/notesMaster1.xml"/></Relationships>
</file>

<file path=ppt/notesSlides/_rels/notesSlide3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4.xml"/><Relationship Id="rId1" Type="http://schemas.openxmlformats.org/officeDocument/2006/relationships/notesMaster" Target="../notesMasters/notesMaster1.xml"/></Relationships>
</file>

<file path=ppt/notesSlides/_rels/notesSlide3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5.xml"/><Relationship Id="rId1" Type="http://schemas.openxmlformats.org/officeDocument/2006/relationships/notesMaster" Target="../notesMasters/notesMaster1.xml"/></Relationships>
</file>

<file path=ppt/notesSlides/_rels/notesSlide3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6.xml"/><Relationship Id="rId1" Type="http://schemas.openxmlformats.org/officeDocument/2006/relationships/notesMaster" Target="../notesMasters/notesMaster1.xml"/></Relationships>
</file>

<file path=ppt/notesSlides/_rels/notesSlide3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7.xml"/><Relationship Id="rId1" Type="http://schemas.openxmlformats.org/officeDocument/2006/relationships/notesMaster" Target="../notesMasters/notesMaster1.xml"/></Relationships>
</file>

<file path=ppt/notesSlides/_rels/notesSlide3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8.xml"/><Relationship Id="rId1" Type="http://schemas.openxmlformats.org/officeDocument/2006/relationships/notesMaster" Target="../notesMasters/notesMaster1.xml"/></Relationships>
</file>

<file path=ppt/notesSlides/_rels/notesSlide3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9.xml"/><Relationship Id="rId1" Type="http://schemas.openxmlformats.org/officeDocument/2006/relationships/notesMaster" Target="../notesMasters/notesMaster1.xml"/></Relationships>
</file>

<file path=ppt/notesSlides/_rels/notesSlide3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1.xml"/><Relationship Id="rId1" Type="http://schemas.openxmlformats.org/officeDocument/2006/relationships/notesMaster" Target="../notesMasters/notesMaster1.xml"/></Relationships>
</file>

<file path=ppt/notesSlides/_rels/notesSlide3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2.xml"/><Relationship Id="rId1" Type="http://schemas.openxmlformats.org/officeDocument/2006/relationships/notesMaster" Target="../notesMasters/notesMaster1.xml"/></Relationships>
</file>

<file path=ppt/notesSlides/_rels/notesSlide3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3.xml"/><Relationship Id="rId1" Type="http://schemas.openxmlformats.org/officeDocument/2006/relationships/notesMaster" Target="../notesMasters/notesMaster1.xml"/></Relationships>
</file>

<file path=ppt/notesSlides/_rels/notesSlide3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4.xml"/><Relationship Id="rId1" Type="http://schemas.openxmlformats.org/officeDocument/2006/relationships/notesMaster" Target="../notesMasters/notesMaster1.xml"/></Relationships>
</file>

<file path=ppt/notesSlides/_rels/notesSlide3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5.xml"/><Relationship Id="rId1" Type="http://schemas.openxmlformats.org/officeDocument/2006/relationships/notesMaster" Target="../notesMasters/notesMaster1.xml"/></Relationships>
</file>

<file path=ppt/notesSlides/_rels/notesSlide3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6.xml"/><Relationship Id="rId1" Type="http://schemas.openxmlformats.org/officeDocument/2006/relationships/notesMaster" Target="../notesMasters/notesMaster1.xml"/></Relationships>
</file>

<file path=ppt/notesSlides/_rels/notesSlide3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7.xml"/><Relationship Id="rId1" Type="http://schemas.openxmlformats.org/officeDocument/2006/relationships/notesMaster" Target="../notesMasters/notesMaster1.xml"/></Relationships>
</file>

<file path=ppt/notesSlides/_rels/notesSlide3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8.xml"/><Relationship Id="rId1" Type="http://schemas.openxmlformats.org/officeDocument/2006/relationships/notesMaster" Target="../notesMasters/notesMaster1.xml"/></Relationships>
</file>

<file path=ppt/notesSlides/_rels/notesSlide3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9.xml"/><Relationship Id="rId1" Type="http://schemas.openxmlformats.org/officeDocument/2006/relationships/notesMaster" Target="../notesMasters/notesMaster1.xml"/></Relationships>
</file>

<file path=ppt/notesSlides/_rels/notesSlide3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0.xml"/><Relationship Id="rId1" Type="http://schemas.openxmlformats.org/officeDocument/2006/relationships/notesMaster" Target="../notesMasters/notesMaster1.xml"/></Relationships>
</file>

<file path=ppt/notesSlides/_rels/notesSlide3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1.xml"/><Relationship Id="rId1" Type="http://schemas.openxmlformats.org/officeDocument/2006/relationships/notesMaster" Target="../notesMasters/notesMaster1.xml"/></Relationships>
</file>

<file path=ppt/notesSlides/_rels/notesSlide3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2.xml"/><Relationship Id="rId1" Type="http://schemas.openxmlformats.org/officeDocument/2006/relationships/notesMaster" Target="../notesMasters/notesMaster1.xml"/></Relationships>
</file>

<file path=ppt/notesSlides/_rels/notesSlide3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3.xml"/><Relationship Id="rId1" Type="http://schemas.openxmlformats.org/officeDocument/2006/relationships/notesMaster" Target="../notesMasters/notesMaster1.xml"/></Relationships>
</file>

<file path=ppt/notesSlides/_rels/notesSlide3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4.xml"/><Relationship Id="rId1" Type="http://schemas.openxmlformats.org/officeDocument/2006/relationships/notesMaster" Target="../notesMasters/notesMaster1.xml"/></Relationships>
</file>

<file path=ppt/notesSlides/_rels/notesSlide3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5.xml"/><Relationship Id="rId1" Type="http://schemas.openxmlformats.org/officeDocument/2006/relationships/notesMaster" Target="../notesMasters/notesMaster1.xml"/></Relationships>
</file>

<file path=ppt/notesSlides/_rels/notesSlide3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6.xml"/><Relationship Id="rId1" Type="http://schemas.openxmlformats.org/officeDocument/2006/relationships/notesMaster" Target="../notesMasters/notesMaster1.xml"/></Relationships>
</file>

<file path=ppt/notesSlides/_rels/notesSlide3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7.xml"/><Relationship Id="rId1" Type="http://schemas.openxmlformats.org/officeDocument/2006/relationships/notesMaster" Target="../notesMasters/notesMaster1.xml"/></Relationships>
</file>

<file path=ppt/notesSlides/_rels/notesSlide3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8.xml"/><Relationship Id="rId1" Type="http://schemas.openxmlformats.org/officeDocument/2006/relationships/notesMaster" Target="../notesMasters/notesMaster1.xml"/></Relationships>
</file>

<file path=ppt/notesSlides/_rels/notesSlide3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0.xml"/><Relationship Id="rId1" Type="http://schemas.openxmlformats.org/officeDocument/2006/relationships/notesMaster" Target="../notesMasters/notesMaster1.xml"/></Relationships>
</file>

<file path=ppt/notesSlides/_rels/notesSlide3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1.xml"/><Relationship Id="rId1" Type="http://schemas.openxmlformats.org/officeDocument/2006/relationships/notesMaster" Target="../notesMasters/notesMaster1.xml"/></Relationships>
</file>

<file path=ppt/notesSlides/_rels/notesSlide3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2.xml"/><Relationship Id="rId1" Type="http://schemas.openxmlformats.org/officeDocument/2006/relationships/notesMaster" Target="../notesMasters/notesMaster1.xml"/></Relationships>
</file>

<file path=ppt/notesSlides/_rels/notesSlide3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3.xml"/><Relationship Id="rId1" Type="http://schemas.openxmlformats.org/officeDocument/2006/relationships/notesMaster" Target="../notesMasters/notesMaster1.xml"/></Relationships>
</file>

<file path=ppt/notesSlides/_rels/notesSlide3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4.xml"/><Relationship Id="rId1" Type="http://schemas.openxmlformats.org/officeDocument/2006/relationships/notesMaster" Target="../notesMasters/notesMaster1.xml"/></Relationships>
</file>

<file path=ppt/notesSlides/_rels/notesSlide3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5.xml"/><Relationship Id="rId1" Type="http://schemas.openxmlformats.org/officeDocument/2006/relationships/notesMaster" Target="../notesMasters/notesMaster1.xml"/></Relationships>
</file>

<file path=ppt/notesSlides/_rels/notesSlide3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6.xml"/><Relationship Id="rId1" Type="http://schemas.openxmlformats.org/officeDocument/2006/relationships/notesMaster" Target="../notesMasters/notesMaster1.xml"/></Relationships>
</file>

<file path=ppt/notesSlides/_rels/notesSlide3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7.xml"/><Relationship Id="rId1" Type="http://schemas.openxmlformats.org/officeDocument/2006/relationships/notesMaster" Target="../notesMasters/notesMaster1.xml"/></Relationships>
</file>

<file path=ppt/notesSlides/_rels/notesSlide3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8.xml"/><Relationship Id="rId1" Type="http://schemas.openxmlformats.org/officeDocument/2006/relationships/notesMaster" Target="../notesMasters/notesMaster1.xml"/></Relationships>
</file>

<file path=ppt/notesSlides/_rels/notesSlide3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9.xml"/><Relationship Id="rId1" Type="http://schemas.openxmlformats.org/officeDocument/2006/relationships/notesMaster" Target="../notesMasters/notesMaster1.xml"/></Relationships>
</file>

<file path=ppt/notesSlides/_rels/notesSlide3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0.xml"/><Relationship Id="rId1" Type="http://schemas.openxmlformats.org/officeDocument/2006/relationships/notesMaster" Target="../notesMasters/notesMaster1.xml"/></Relationships>
</file>

<file path=ppt/notesSlides/_rels/notesSlide3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1.xml"/><Relationship Id="rId1" Type="http://schemas.openxmlformats.org/officeDocument/2006/relationships/notesMaster" Target="../notesMasters/notesMaster1.xml"/></Relationships>
</file>

<file path=ppt/notesSlides/_rels/notesSlide3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2.xml"/><Relationship Id="rId1" Type="http://schemas.openxmlformats.org/officeDocument/2006/relationships/notesMaster" Target="../notesMasters/notesMaster1.xml"/></Relationships>
</file>

<file path=ppt/notesSlides/_rels/notesSlide3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3.xml"/><Relationship Id="rId1" Type="http://schemas.openxmlformats.org/officeDocument/2006/relationships/notesMaster" Target="../notesMasters/notesMaster1.xml"/></Relationships>
</file>

<file path=ppt/notesSlides/_rels/notesSlide3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4.xml"/><Relationship Id="rId1" Type="http://schemas.openxmlformats.org/officeDocument/2006/relationships/notesMaster" Target="../notesMasters/notesMaster1.xml"/></Relationships>
</file>

<file path=ppt/notesSlides/_rels/notesSlide3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5.xml"/><Relationship Id="rId1" Type="http://schemas.openxmlformats.org/officeDocument/2006/relationships/notesMaster" Target="../notesMasters/notesMaster1.xml"/></Relationships>
</file>

<file path=ppt/notesSlides/_rels/notesSlide3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6.xml"/><Relationship Id="rId1" Type="http://schemas.openxmlformats.org/officeDocument/2006/relationships/notesMaster" Target="../notesMasters/notesMaster1.xml"/></Relationships>
</file>

<file path=ppt/notesSlides/_rels/notesSlide3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7.xml"/><Relationship Id="rId1" Type="http://schemas.openxmlformats.org/officeDocument/2006/relationships/notesMaster" Target="../notesMasters/notesMaster1.xml"/></Relationships>
</file>

<file path=ppt/notesSlides/_rels/notesSlide3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8.xml"/><Relationship Id="rId1" Type="http://schemas.openxmlformats.org/officeDocument/2006/relationships/notesMaster" Target="../notesMasters/notesMaster1.xml"/></Relationships>
</file>

<file path=ppt/notesSlides/_rels/notesSlide3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9.xml"/><Relationship Id="rId1" Type="http://schemas.openxmlformats.org/officeDocument/2006/relationships/notesMaster" Target="../notesMasters/notesMaster1.xml"/></Relationships>
</file>

<file path=ppt/notesSlides/_rels/notesSlide3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0.xml"/><Relationship Id="rId1" Type="http://schemas.openxmlformats.org/officeDocument/2006/relationships/notesMaster" Target="../notesMasters/notesMaster1.xml"/></Relationships>
</file>

<file path=ppt/notesSlides/_rels/notesSlide3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1.xml"/><Relationship Id="rId1" Type="http://schemas.openxmlformats.org/officeDocument/2006/relationships/notesMaster" Target="../notesMasters/notesMaster1.xml"/></Relationships>
</file>

<file path=ppt/notesSlides/_rels/notesSlide3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2.xml"/><Relationship Id="rId1" Type="http://schemas.openxmlformats.org/officeDocument/2006/relationships/notesMaster" Target="../notesMasters/notesMaster1.xml"/></Relationships>
</file>

<file path=ppt/notesSlides/_rels/notesSlide3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3.xml"/><Relationship Id="rId1" Type="http://schemas.openxmlformats.org/officeDocument/2006/relationships/notesMaster" Target="../notesMasters/notesMaster1.xml"/></Relationships>
</file>

<file path=ppt/notesSlides/_rels/notesSlide3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6.xml"/><Relationship Id="rId1" Type="http://schemas.openxmlformats.org/officeDocument/2006/relationships/notesMaster" Target="../notesMasters/notesMaster1.xml"/></Relationships>
</file>

<file path=ppt/notesSlides/_rels/notesSlide3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7.xml"/><Relationship Id="rId1" Type="http://schemas.openxmlformats.org/officeDocument/2006/relationships/notesMaster" Target="../notesMasters/notesMaster1.xml"/></Relationships>
</file>

<file path=ppt/notesSlides/_rels/notesSlide3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8.xml"/><Relationship Id="rId1" Type="http://schemas.openxmlformats.org/officeDocument/2006/relationships/notesMaster" Target="../notesMasters/notesMaster1.xml"/></Relationships>
</file>

<file path=ppt/notesSlides/_rels/notesSlide3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9.xml"/><Relationship Id="rId1" Type="http://schemas.openxmlformats.org/officeDocument/2006/relationships/notesMaster" Target="../notesMasters/notesMaster1.xml"/></Relationships>
</file>

<file path=ppt/notesSlides/_rels/notesSlide3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0.xml"/><Relationship Id="rId1" Type="http://schemas.openxmlformats.org/officeDocument/2006/relationships/notesMaster" Target="../notesMasters/notesMaster1.xml"/></Relationships>
</file>

<file path=ppt/notesSlides/_rels/notesSlide3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1.xml"/><Relationship Id="rId1" Type="http://schemas.openxmlformats.org/officeDocument/2006/relationships/notesMaster" Target="../notesMasters/notesMaster1.xml"/></Relationships>
</file>

<file path=ppt/notesSlides/_rels/notesSlide3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2.xml"/><Relationship Id="rId1" Type="http://schemas.openxmlformats.org/officeDocument/2006/relationships/notesMaster" Target="../notesMasters/notesMaster1.xml"/></Relationships>
</file>

<file path=ppt/notesSlides/_rels/notesSlide3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3.xml"/><Relationship Id="rId1" Type="http://schemas.openxmlformats.org/officeDocument/2006/relationships/notesMaster" Target="../notesMasters/notesMaster1.xml"/></Relationships>
</file>

<file path=ppt/notesSlides/_rels/notesSlide3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4.xml"/><Relationship Id="rId1" Type="http://schemas.openxmlformats.org/officeDocument/2006/relationships/notesMaster" Target="../notesMasters/notesMaster1.xml"/></Relationships>
</file>

<file path=ppt/notesSlides/_rels/notesSlide3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6.xml"/><Relationship Id="rId1" Type="http://schemas.openxmlformats.org/officeDocument/2006/relationships/notesMaster" Target="../notesMasters/notesMaster1.xml"/></Relationships>
</file>

<file path=ppt/notesSlides/_rels/notesSlide4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7.xml"/><Relationship Id="rId1" Type="http://schemas.openxmlformats.org/officeDocument/2006/relationships/notesMaster" Target="../notesMasters/notesMaster1.xml"/></Relationships>
</file>

<file path=ppt/notesSlides/_rels/notesSlide4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8.xml"/><Relationship Id="rId1" Type="http://schemas.openxmlformats.org/officeDocument/2006/relationships/notesMaster" Target="../notesMasters/notesMaster1.xml"/></Relationships>
</file>

<file path=ppt/notesSlides/_rels/notesSlide4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9.xml"/><Relationship Id="rId1" Type="http://schemas.openxmlformats.org/officeDocument/2006/relationships/notesMaster" Target="../notesMasters/notesMaster1.xml"/></Relationships>
</file>

<file path=ppt/notesSlides/_rels/notesSlide4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0.xml"/><Relationship Id="rId1" Type="http://schemas.openxmlformats.org/officeDocument/2006/relationships/notesMaster" Target="../notesMasters/notesMaster1.xml"/></Relationships>
</file>

<file path=ppt/notesSlides/_rels/notesSlide4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1.xml"/><Relationship Id="rId1" Type="http://schemas.openxmlformats.org/officeDocument/2006/relationships/notesMaster" Target="../notesMasters/notesMaster1.xml"/></Relationships>
</file>

<file path=ppt/notesSlides/_rels/notesSlide4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3.xml"/><Relationship Id="rId1" Type="http://schemas.openxmlformats.org/officeDocument/2006/relationships/notesMaster" Target="../notesMasters/notesMaster1.xml"/></Relationships>
</file>

<file path=ppt/notesSlides/_rels/notesSlide4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4.xml"/><Relationship Id="rId1" Type="http://schemas.openxmlformats.org/officeDocument/2006/relationships/notesMaster" Target="../notesMasters/notesMaster1.xml"/></Relationships>
</file>

<file path=ppt/notesSlides/_rels/notesSlide4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5.xml"/><Relationship Id="rId1" Type="http://schemas.openxmlformats.org/officeDocument/2006/relationships/notesMaster" Target="../notesMasters/notesMaster1.xml"/></Relationships>
</file>

<file path=ppt/notesSlides/_rels/notesSlide4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6.xml"/><Relationship Id="rId1" Type="http://schemas.openxmlformats.org/officeDocument/2006/relationships/notesMaster" Target="../notesMasters/notesMaster1.xml"/></Relationships>
</file>

<file path=ppt/notesSlides/_rels/notesSlide4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7.xml"/><Relationship Id="rId1" Type="http://schemas.openxmlformats.org/officeDocument/2006/relationships/notesMaster" Target="../notesMasters/notesMaster1.xml"/></Relationships>
</file>

<file path=ppt/notesSlides/_rels/notesSlide4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8.xml"/><Relationship Id="rId1" Type="http://schemas.openxmlformats.org/officeDocument/2006/relationships/notesMaster" Target="../notesMasters/notesMaster1.xml"/></Relationships>
</file>

<file path=ppt/notesSlides/_rels/notesSlide4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9.xml"/><Relationship Id="rId1" Type="http://schemas.openxmlformats.org/officeDocument/2006/relationships/notesMaster" Target="../notesMasters/notesMaster1.xml"/></Relationships>
</file>

<file path=ppt/notesSlides/_rels/notesSlide4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0.xml"/><Relationship Id="rId1" Type="http://schemas.openxmlformats.org/officeDocument/2006/relationships/notesMaster" Target="../notesMasters/notesMaster1.xml"/></Relationships>
</file>

<file path=ppt/notesSlides/_rels/notesSlide4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1.xml"/><Relationship Id="rId1" Type="http://schemas.openxmlformats.org/officeDocument/2006/relationships/notesMaster" Target="../notesMasters/notesMaster1.xml"/></Relationships>
</file>

<file path=ppt/notesSlides/_rels/notesSlide4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2.xml"/><Relationship Id="rId1" Type="http://schemas.openxmlformats.org/officeDocument/2006/relationships/notesMaster" Target="../notesMasters/notesMaster1.xml"/></Relationships>
</file>

<file path=ppt/notesSlides/_rels/notesSlide4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3.xml"/><Relationship Id="rId1" Type="http://schemas.openxmlformats.org/officeDocument/2006/relationships/notesMaster" Target="../notesMasters/notesMaster1.xml"/></Relationships>
</file>

<file path=ppt/notesSlides/_rels/notesSlide4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4.xml"/><Relationship Id="rId1" Type="http://schemas.openxmlformats.org/officeDocument/2006/relationships/notesMaster" Target="../notesMasters/notesMaster1.xml"/></Relationships>
</file>

<file path=ppt/notesSlides/_rels/notesSlide4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5.xml"/><Relationship Id="rId1" Type="http://schemas.openxmlformats.org/officeDocument/2006/relationships/notesMaster" Target="../notesMasters/notesMaster1.xml"/></Relationships>
</file>

<file path=ppt/notesSlides/_rels/notesSlide4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6.xml"/><Relationship Id="rId1" Type="http://schemas.openxmlformats.org/officeDocument/2006/relationships/notesMaster" Target="../notesMasters/notesMaster1.xml"/></Relationships>
</file>

<file path=ppt/notesSlides/_rels/notesSlide4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7.xml"/><Relationship Id="rId1" Type="http://schemas.openxmlformats.org/officeDocument/2006/relationships/notesMaster" Target="../notesMasters/notesMaster1.xml"/></Relationships>
</file>

<file path=ppt/notesSlides/_rels/notesSlide4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8.xml"/><Relationship Id="rId1" Type="http://schemas.openxmlformats.org/officeDocument/2006/relationships/notesMaster" Target="../notesMasters/notesMaster1.xml"/></Relationships>
</file>

<file path=ppt/notesSlides/_rels/notesSlide4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9.xml"/><Relationship Id="rId1" Type="http://schemas.openxmlformats.org/officeDocument/2006/relationships/notesMaster" Target="../notesMasters/notesMaster1.xml"/></Relationships>
</file>

<file path=ppt/notesSlides/_rels/notesSlide4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0.xml"/><Relationship Id="rId1" Type="http://schemas.openxmlformats.org/officeDocument/2006/relationships/notesMaster" Target="../notesMasters/notesMaster1.xml"/></Relationships>
</file>

<file path=ppt/notesSlides/_rels/notesSlide4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1.xml"/><Relationship Id="rId1" Type="http://schemas.openxmlformats.org/officeDocument/2006/relationships/notesMaster" Target="../notesMasters/notesMaster1.xml"/></Relationships>
</file>

<file path=ppt/notesSlides/_rels/notesSlide4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2.xml"/><Relationship Id="rId1" Type="http://schemas.openxmlformats.org/officeDocument/2006/relationships/notesMaster" Target="../notesMasters/notesMaster1.xml"/></Relationships>
</file>

<file path=ppt/notesSlides/_rels/notesSlide4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3.xml"/><Relationship Id="rId1" Type="http://schemas.openxmlformats.org/officeDocument/2006/relationships/notesMaster" Target="../notesMasters/notesMaster1.xml"/></Relationships>
</file>

<file path=ppt/notesSlides/_rels/notesSlide4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4.xml"/><Relationship Id="rId1" Type="http://schemas.openxmlformats.org/officeDocument/2006/relationships/notesMaster" Target="../notesMasters/notesMaster1.xml"/></Relationships>
</file>

<file path=ppt/notesSlides/_rels/notesSlide4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5.xml"/><Relationship Id="rId1" Type="http://schemas.openxmlformats.org/officeDocument/2006/relationships/notesMaster" Target="../notesMasters/notesMaster1.xml"/></Relationships>
</file>

<file path=ppt/notesSlides/_rels/notesSlide4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6.xml"/><Relationship Id="rId1" Type="http://schemas.openxmlformats.org/officeDocument/2006/relationships/notesMaster" Target="../notesMasters/notesMaster1.xml"/></Relationships>
</file>

<file path=ppt/notesSlides/_rels/notesSlide4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7.xml"/><Relationship Id="rId1" Type="http://schemas.openxmlformats.org/officeDocument/2006/relationships/notesMaster" Target="../notesMasters/notesMaster1.xml"/></Relationships>
</file>

<file path=ppt/notesSlides/_rels/notesSlide4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8.xml"/><Relationship Id="rId1" Type="http://schemas.openxmlformats.org/officeDocument/2006/relationships/notesMaster" Target="../notesMasters/notesMaster1.xml"/></Relationships>
</file>

<file path=ppt/notesSlides/_rels/notesSlide4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9.xml"/><Relationship Id="rId1" Type="http://schemas.openxmlformats.org/officeDocument/2006/relationships/notesMaster" Target="../notesMasters/notesMaster1.xml"/></Relationships>
</file>

<file path=ppt/notesSlides/_rels/notesSlide4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0.xml"/><Relationship Id="rId1" Type="http://schemas.openxmlformats.org/officeDocument/2006/relationships/notesMaster" Target="../notesMasters/notesMaster1.xml"/></Relationships>
</file>

<file path=ppt/notesSlides/_rels/notesSlide4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1.xml"/><Relationship Id="rId1" Type="http://schemas.openxmlformats.org/officeDocument/2006/relationships/notesMaster" Target="../notesMasters/notesMaster1.xml"/></Relationships>
</file>

<file path=ppt/notesSlides/_rels/notesSlide4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2.xml"/><Relationship Id="rId1" Type="http://schemas.openxmlformats.org/officeDocument/2006/relationships/notesMaster" Target="../notesMasters/notesMaster1.xml"/></Relationships>
</file>

<file path=ppt/notesSlides/_rels/notesSlide4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3.xml"/><Relationship Id="rId1" Type="http://schemas.openxmlformats.org/officeDocument/2006/relationships/notesMaster" Target="../notesMasters/notesMaster1.xml"/></Relationships>
</file>

<file path=ppt/notesSlides/_rels/notesSlide4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4.xml"/><Relationship Id="rId1" Type="http://schemas.openxmlformats.org/officeDocument/2006/relationships/notesMaster" Target="../notesMasters/notesMaster1.xml"/></Relationships>
</file>

<file path=ppt/notesSlides/_rels/notesSlide4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5.xml"/><Relationship Id="rId1" Type="http://schemas.openxmlformats.org/officeDocument/2006/relationships/notesMaster" Target="../notesMasters/notesMaster1.xml"/></Relationships>
</file>

<file path=ppt/notesSlides/_rels/notesSlide4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6.xml"/><Relationship Id="rId1" Type="http://schemas.openxmlformats.org/officeDocument/2006/relationships/notesMaster" Target="../notesMasters/notesMaster1.xml"/></Relationships>
</file>

<file path=ppt/notesSlides/_rels/notesSlide4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7.xml"/><Relationship Id="rId1" Type="http://schemas.openxmlformats.org/officeDocument/2006/relationships/notesMaster" Target="../notesMasters/notesMaster1.xml"/></Relationships>
</file>

<file path=ppt/notesSlides/_rels/notesSlide4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8.xml"/><Relationship Id="rId1" Type="http://schemas.openxmlformats.org/officeDocument/2006/relationships/notesMaster" Target="../notesMasters/notesMaster1.xml"/></Relationships>
</file>

<file path=ppt/notesSlides/_rels/notesSlide4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0.xml"/><Relationship Id="rId1" Type="http://schemas.openxmlformats.org/officeDocument/2006/relationships/notesMaster" Target="../notesMasters/notesMaster1.xml"/></Relationships>
</file>

<file path=ppt/notesSlides/_rels/notesSlide4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1.xml"/><Relationship Id="rId1" Type="http://schemas.openxmlformats.org/officeDocument/2006/relationships/notesMaster" Target="../notesMasters/notesMaster1.xml"/></Relationships>
</file>

<file path=ppt/notesSlides/_rels/notesSlide4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2.xml"/><Relationship Id="rId1" Type="http://schemas.openxmlformats.org/officeDocument/2006/relationships/notesMaster" Target="../notesMasters/notesMaster1.xml"/></Relationships>
</file>

<file path=ppt/notesSlides/_rels/notesSlide4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3.xml"/><Relationship Id="rId1" Type="http://schemas.openxmlformats.org/officeDocument/2006/relationships/notesMaster" Target="../notesMasters/notesMaster1.xml"/></Relationships>
</file>

<file path=ppt/notesSlides/_rels/notesSlide4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4.xml"/><Relationship Id="rId1" Type="http://schemas.openxmlformats.org/officeDocument/2006/relationships/notesMaster" Target="../notesMasters/notesMaster1.xml"/></Relationships>
</file>

<file path=ppt/notesSlides/_rels/notesSlide4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5.xml"/><Relationship Id="rId1" Type="http://schemas.openxmlformats.org/officeDocument/2006/relationships/notesMaster" Target="../notesMasters/notesMaster1.xml"/></Relationships>
</file>

<file path=ppt/notesSlides/_rels/notesSlide4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6.xml"/><Relationship Id="rId1" Type="http://schemas.openxmlformats.org/officeDocument/2006/relationships/notesMaster" Target="../notesMasters/notesMaster1.xml"/></Relationships>
</file>

<file path=ppt/notesSlides/_rels/notesSlide4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7.xml"/><Relationship Id="rId1" Type="http://schemas.openxmlformats.org/officeDocument/2006/relationships/notesMaster" Target="../notesMasters/notesMaster1.xml"/></Relationships>
</file>

<file path=ppt/notesSlides/_rels/notesSlide4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8.xml"/><Relationship Id="rId1" Type="http://schemas.openxmlformats.org/officeDocument/2006/relationships/notesMaster" Target="../notesMasters/notesMaster1.xml"/></Relationships>
</file>

<file path=ppt/notesSlides/_rels/notesSlide4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9.xml"/><Relationship Id="rId1" Type="http://schemas.openxmlformats.org/officeDocument/2006/relationships/notesMaster" Target="../notesMasters/notesMaster1.xml"/></Relationships>
</file>

<file path=ppt/notesSlides/_rels/notesSlide4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0.xml"/><Relationship Id="rId1" Type="http://schemas.openxmlformats.org/officeDocument/2006/relationships/notesMaster" Target="../notesMasters/notesMaster1.xml"/></Relationships>
</file>

<file path=ppt/notesSlides/_rels/notesSlide4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1.xml"/><Relationship Id="rId1" Type="http://schemas.openxmlformats.org/officeDocument/2006/relationships/notesMaster" Target="../notesMasters/notesMaster1.xml"/></Relationships>
</file>

<file path=ppt/notesSlides/_rels/notesSlide4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2.xml"/><Relationship Id="rId1" Type="http://schemas.openxmlformats.org/officeDocument/2006/relationships/notesMaster" Target="../notesMasters/notesMaster1.xml"/></Relationships>
</file>

<file path=ppt/notesSlides/_rels/notesSlide4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3.xml"/><Relationship Id="rId1" Type="http://schemas.openxmlformats.org/officeDocument/2006/relationships/notesMaster" Target="../notesMasters/notesMaster1.xml"/></Relationships>
</file>

<file path=ppt/notesSlides/_rels/notesSlide4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4.xml"/><Relationship Id="rId1" Type="http://schemas.openxmlformats.org/officeDocument/2006/relationships/notesMaster" Target="../notesMasters/notesMaster1.xml"/></Relationships>
</file>

<file path=ppt/notesSlides/_rels/notesSlide4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5.xml"/><Relationship Id="rId1" Type="http://schemas.openxmlformats.org/officeDocument/2006/relationships/notesMaster" Target="../notesMasters/notesMaster1.xml"/></Relationships>
</file>

<file path=ppt/notesSlides/_rels/notesSlide4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6.xml"/><Relationship Id="rId1" Type="http://schemas.openxmlformats.org/officeDocument/2006/relationships/notesMaster" Target="../notesMasters/notesMaster1.xml"/></Relationships>
</file>

<file path=ppt/notesSlides/_rels/notesSlide4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7.xml"/><Relationship Id="rId1" Type="http://schemas.openxmlformats.org/officeDocument/2006/relationships/notesMaster" Target="../notesMasters/notesMaster1.xml"/></Relationships>
</file>

<file path=ppt/notesSlides/_rels/notesSlide4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8.xml"/><Relationship Id="rId1" Type="http://schemas.openxmlformats.org/officeDocument/2006/relationships/notesMaster" Target="../notesMasters/notesMaster1.xml"/></Relationships>
</file>

<file path=ppt/notesSlides/_rels/notesSlide4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9.xml"/><Relationship Id="rId1" Type="http://schemas.openxmlformats.org/officeDocument/2006/relationships/notesMaster" Target="../notesMasters/notesMaster1.xml"/></Relationships>
</file>

<file path=ppt/notesSlides/_rels/notesSlide4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0.xml"/><Relationship Id="rId1" Type="http://schemas.openxmlformats.org/officeDocument/2006/relationships/notesMaster" Target="../notesMasters/notesMaster1.xml"/></Relationships>
</file>

<file path=ppt/notesSlides/_rels/notesSlide4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1.xml"/><Relationship Id="rId1" Type="http://schemas.openxmlformats.org/officeDocument/2006/relationships/notesMaster" Target="../notesMasters/notesMaster1.xml"/></Relationships>
</file>

<file path=ppt/notesSlides/_rels/notesSlide4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2.xml"/><Relationship Id="rId1" Type="http://schemas.openxmlformats.org/officeDocument/2006/relationships/notesMaster" Target="../notesMasters/notesMaster1.xml"/></Relationships>
</file>

<file path=ppt/notesSlides/_rels/notesSlide4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3.xml"/><Relationship Id="rId1" Type="http://schemas.openxmlformats.org/officeDocument/2006/relationships/notesMaster" Target="../notesMasters/notesMaster1.xml"/></Relationships>
</file>

<file path=ppt/notesSlides/_rels/notesSlide4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4.xml"/><Relationship Id="rId1" Type="http://schemas.openxmlformats.org/officeDocument/2006/relationships/notesMaster" Target="../notesMasters/notesMaster1.xml"/></Relationships>
</file>

<file path=ppt/notesSlides/_rels/notesSlide4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5.xml"/><Relationship Id="rId1" Type="http://schemas.openxmlformats.org/officeDocument/2006/relationships/notesMaster" Target="../notesMasters/notesMaster1.xml"/></Relationships>
</file>

<file path=ppt/notesSlides/_rels/notesSlide4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6.xml"/><Relationship Id="rId1" Type="http://schemas.openxmlformats.org/officeDocument/2006/relationships/notesMaster" Target="../notesMasters/notesMaster1.xml"/></Relationships>
</file>

<file path=ppt/notesSlides/_rels/notesSlide4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7.xml"/><Relationship Id="rId1" Type="http://schemas.openxmlformats.org/officeDocument/2006/relationships/notesMaster" Target="../notesMasters/notesMaster1.xml"/></Relationships>
</file>

<file path=ppt/notesSlides/_rels/notesSlide4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8.xml"/><Relationship Id="rId1" Type="http://schemas.openxmlformats.org/officeDocument/2006/relationships/notesMaster" Target="../notesMasters/notesMaster1.xml"/></Relationships>
</file>

<file path=ppt/notesSlides/_rels/notesSlide4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9.xml"/><Relationship Id="rId1" Type="http://schemas.openxmlformats.org/officeDocument/2006/relationships/notesMaster" Target="../notesMasters/notesMaster1.xml"/></Relationships>
</file>

<file path=ppt/notesSlides/_rels/notesSlide4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0.xml"/><Relationship Id="rId1" Type="http://schemas.openxmlformats.org/officeDocument/2006/relationships/notesMaster" Target="../notesMasters/notesMaster1.xml"/></Relationships>
</file>

<file path=ppt/notesSlides/_rels/notesSlide4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1.xml"/><Relationship Id="rId1" Type="http://schemas.openxmlformats.org/officeDocument/2006/relationships/notesMaster" Target="../notesMasters/notesMaster1.xml"/></Relationships>
</file>

<file path=ppt/notesSlides/_rels/notesSlide4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2.xml"/><Relationship Id="rId1" Type="http://schemas.openxmlformats.org/officeDocument/2006/relationships/notesMaster" Target="../notesMasters/notesMaster1.xml"/></Relationships>
</file>

<file path=ppt/notesSlides/_rels/notesSlide4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3.xml"/><Relationship Id="rId1" Type="http://schemas.openxmlformats.org/officeDocument/2006/relationships/notesMaster" Target="../notesMasters/notesMaster1.xml"/></Relationships>
</file>

<file path=ppt/notesSlides/_rels/notesSlide4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4.xml"/><Relationship Id="rId1" Type="http://schemas.openxmlformats.org/officeDocument/2006/relationships/notesMaster" Target="../notesMasters/notesMaster1.xml"/></Relationships>
</file>

<file path=ppt/notesSlides/_rels/notesSlide4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6.xml"/><Relationship Id="rId1" Type="http://schemas.openxmlformats.org/officeDocument/2006/relationships/notesMaster" Target="../notesMasters/notesMaster1.xml"/></Relationships>
</file>

<file path=ppt/notesSlides/_rels/notesSlide4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7.xml"/><Relationship Id="rId1" Type="http://schemas.openxmlformats.org/officeDocument/2006/relationships/notesMaster" Target="../notesMasters/notesMaster1.xml"/></Relationships>
</file>

<file path=ppt/notesSlides/_rels/notesSlide4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8.xml"/><Relationship Id="rId1" Type="http://schemas.openxmlformats.org/officeDocument/2006/relationships/notesMaster" Target="../notesMasters/notesMaster1.xml"/></Relationships>
</file>

<file path=ppt/notesSlides/_rels/notesSlide4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9.xml"/><Relationship Id="rId1" Type="http://schemas.openxmlformats.org/officeDocument/2006/relationships/notesMaster" Target="../notesMasters/notesMaster1.xml"/></Relationships>
</file>

<file path=ppt/notesSlides/_rels/notesSlide4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0.xml"/><Relationship Id="rId1" Type="http://schemas.openxmlformats.org/officeDocument/2006/relationships/notesMaster" Target="../notesMasters/notesMaster1.xml"/></Relationships>
</file>

<file path=ppt/notesSlides/_rels/notesSlide4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1.xml"/><Relationship Id="rId1" Type="http://schemas.openxmlformats.org/officeDocument/2006/relationships/notesMaster" Target="../notesMasters/notesMaster1.xml"/></Relationships>
</file>

<file path=ppt/notesSlides/_rels/notesSlide4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2.xml"/><Relationship Id="rId1" Type="http://schemas.openxmlformats.org/officeDocument/2006/relationships/notesMaster" Target="../notesMasters/notesMaster1.xml"/></Relationships>
</file>

<file path=ppt/notesSlides/_rels/notesSlide4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3.xml"/><Relationship Id="rId1" Type="http://schemas.openxmlformats.org/officeDocument/2006/relationships/notesMaster" Target="../notesMasters/notesMaster1.xml"/></Relationships>
</file>

<file path=ppt/notesSlides/_rels/notesSlide4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4.xml"/><Relationship Id="rId1" Type="http://schemas.openxmlformats.org/officeDocument/2006/relationships/notesMaster" Target="../notesMasters/notesMaster1.xml"/></Relationships>
</file>

<file path=ppt/notesSlides/_rels/notesSlide4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5.xml"/><Relationship Id="rId1" Type="http://schemas.openxmlformats.org/officeDocument/2006/relationships/notesMaster" Target="../notesMasters/notesMaster1.xml"/></Relationships>
</file>

<file path=ppt/notesSlides/_rels/notesSlide4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6.xml"/><Relationship Id="rId1" Type="http://schemas.openxmlformats.org/officeDocument/2006/relationships/notesMaster" Target="../notesMasters/notesMaster1.xml"/></Relationships>
</file>

<file path=ppt/notesSlides/_rels/notesSlide4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7.xml"/><Relationship Id="rId1" Type="http://schemas.openxmlformats.org/officeDocument/2006/relationships/notesMaster" Target="../notesMasters/notesMaster1.xml"/></Relationships>
</file>

<file path=ppt/notesSlides/_rels/notesSlide4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8.xml"/><Relationship Id="rId1" Type="http://schemas.openxmlformats.org/officeDocument/2006/relationships/notesMaster" Target="../notesMasters/notesMaster1.xml"/></Relationships>
</file>

<file path=ppt/notesSlides/_rels/notesSlide4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9.xml"/><Relationship Id="rId1" Type="http://schemas.openxmlformats.org/officeDocument/2006/relationships/notesMaster" Target="../notesMasters/notesMaster1.xml"/></Relationships>
</file>

<file path=ppt/notesSlides/_rels/notesSlide4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0.xml"/><Relationship Id="rId1" Type="http://schemas.openxmlformats.org/officeDocument/2006/relationships/notesMaster" Target="../notesMasters/notesMaster1.xml"/></Relationships>
</file>

<file path=ppt/notesSlides/_rels/notesSlide4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1.xml"/><Relationship Id="rId1" Type="http://schemas.openxmlformats.org/officeDocument/2006/relationships/notesMaster" Target="../notesMasters/notesMaster1.xml"/></Relationships>
</file>

<file path=ppt/notesSlides/_rels/notesSlide4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2.xml"/><Relationship Id="rId1" Type="http://schemas.openxmlformats.org/officeDocument/2006/relationships/notesMaster" Target="../notesMasters/notesMaster1.xml"/></Relationships>
</file>

<file path=ppt/notesSlides/_rels/notesSlide4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3.xml"/><Relationship Id="rId1" Type="http://schemas.openxmlformats.org/officeDocument/2006/relationships/notesMaster" Target="../notesMasters/notesMaster1.xml"/></Relationships>
</file>

<file path=ppt/notesSlides/_rels/notesSlide4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4.xml"/><Relationship Id="rId1" Type="http://schemas.openxmlformats.org/officeDocument/2006/relationships/notesMaster" Target="../notesMasters/notesMaster1.xml"/></Relationships>
</file>

<file path=ppt/notesSlides/_rels/notesSlide4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5.xml"/><Relationship Id="rId1" Type="http://schemas.openxmlformats.org/officeDocument/2006/relationships/notesMaster" Target="../notesMasters/notesMaster1.xml"/></Relationships>
</file>

<file path=ppt/notesSlides/_rels/notesSlide4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6.xml"/><Relationship Id="rId1" Type="http://schemas.openxmlformats.org/officeDocument/2006/relationships/notesMaster" Target="../notesMasters/notesMaster1.xml"/></Relationships>
</file>

<file path=ppt/notesSlides/_rels/notesSlide4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7.xml"/><Relationship Id="rId1" Type="http://schemas.openxmlformats.org/officeDocument/2006/relationships/notesMaster" Target="../notesMasters/notesMaster1.xml"/></Relationships>
</file>

<file path=ppt/notesSlides/_rels/notesSlide4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8.xml"/><Relationship Id="rId1" Type="http://schemas.openxmlformats.org/officeDocument/2006/relationships/notesMaster" Target="../notesMasters/notesMaster1.xml"/></Relationships>
</file>

<file path=ppt/notesSlides/_rels/notesSlide4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9.xml"/><Relationship Id="rId1" Type="http://schemas.openxmlformats.org/officeDocument/2006/relationships/notesMaster" Target="../notesMasters/notesMaster1.xml"/></Relationships>
</file>

<file path=ppt/notesSlides/_rels/notesSlide5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3251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2177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9618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0532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1434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642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5811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0939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8269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046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4764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9838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4097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0673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8369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1317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81735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8430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4261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8294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19035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3835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5351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95919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38809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74360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327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1511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30750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76143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baseline="0" dirty="0"/>
              <a:t>비즈니스 </a:t>
            </a:r>
            <a:r>
              <a:rPr lang="ko-KR" altLang="en-US" b="0" baseline="0" dirty="0" err="1"/>
              <a:t>로직에서</a:t>
            </a:r>
            <a:r>
              <a:rPr lang="ko-KR" altLang="en-US" b="0" baseline="0" dirty="0"/>
              <a:t> 트랜잭션이나 보안등의 코드를 작성할 때</a:t>
            </a:r>
            <a:endParaRPr lang="en-US" altLang="ko-KR" b="0" baseline="0" dirty="0"/>
          </a:p>
          <a:p>
            <a:r>
              <a:rPr lang="ko-KR" altLang="en-US" b="0" baseline="0" dirty="0" err="1"/>
              <a:t>로직의</a:t>
            </a:r>
            <a:r>
              <a:rPr lang="ko-KR" altLang="en-US" b="0" baseline="0" dirty="0"/>
              <a:t> 개수가 늘어나는 만큼 트랜잭션이나 보안의 코드도 함께 늘어난다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중복되는 코드가 늘어날수록 유지보수의 불편함이 커진다</a:t>
            </a:r>
            <a:r>
              <a:rPr lang="en-US" altLang="ko-KR" b="0" baseline="0" dirty="0"/>
              <a:t>.</a:t>
            </a:r>
          </a:p>
          <a:p>
            <a:r>
              <a:rPr lang="ko-KR" altLang="en-US" b="0" baseline="0" dirty="0"/>
              <a:t>특히 </a:t>
            </a:r>
            <a:r>
              <a:rPr lang="ko-KR" altLang="en-US" b="0" baseline="0" dirty="0" err="1"/>
              <a:t>로직상에서</a:t>
            </a:r>
            <a:r>
              <a:rPr lang="ko-KR" altLang="en-US" b="0" baseline="0" dirty="0"/>
              <a:t> 중요한 트랜잭션이나 보안등의 부분은 하나라도 잘못 반영될 경우에</a:t>
            </a:r>
            <a:endParaRPr lang="en-US" altLang="ko-KR" b="0" baseline="0" dirty="0"/>
          </a:p>
          <a:p>
            <a:r>
              <a:rPr lang="ko-KR" altLang="en-US" b="0" baseline="0" dirty="0"/>
              <a:t>큰 시스템 장애가 나타날 수 있으므로 매우 </a:t>
            </a:r>
            <a:r>
              <a:rPr lang="ko-KR" altLang="en-US" b="0" baseline="0" dirty="0" err="1"/>
              <a:t>주의해야한다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때문에</a:t>
            </a:r>
            <a:r>
              <a:rPr lang="en-US" altLang="ko-KR" b="0" baseline="0" dirty="0"/>
              <a:t>, </a:t>
            </a:r>
            <a:r>
              <a:rPr lang="ko-KR" altLang="en-US" b="0" baseline="0" dirty="0"/>
              <a:t>중요한 공통 기능 코드들은 중복을 줄이는 것이 매우 중요하다</a:t>
            </a:r>
            <a:r>
              <a:rPr lang="en-US" altLang="ko-KR" b="0" baseline="0" dirty="0"/>
              <a:t>.</a:t>
            </a:r>
          </a:p>
          <a:p>
            <a:endParaRPr lang="en-US" altLang="ko-KR" b="0" baseline="0" dirty="0"/>
          </a:p>
          <a:p>
            <a:r>
              <a:rPr lang="ko-KR" altLang="en-US" b="0" baseline="0" dirty="0"/>
              <a:t>공통 기능 코드는 하나씩만 만들어두고 필요한 부분에만 자동으로 삽입되어 원래 있었던 코드처럼 작동시켜주는 것이</a:t>
            </a:r>
            <a:endParaRPr lang="en-US" altLang="ko-KR" b="0" baseline="0" dirty="0"/>
          </a:p>
          <a:p>
            <a:r>
              <a:rPr lang="en-US" altLang="ko-KR" b="0" baseline="0" dirty="0"/>
              <a:t>AOP</a:t>
            </a:r>
            <a:r>
              <a:rPr lang="ko-KR" altLang="en-US" b="0" baseline="0" dirty="0"/>
              <a:t>이다</a:t>
            </a:r>
            <a:r>
              <a:rPr lang="en-US" altLang="ko-KR" b="0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77323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51722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04546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15263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63179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26174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89198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3605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74611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69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53746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45132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2257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29272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11722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35927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23235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4749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25236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8741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92326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0238403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96144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509838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32374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63079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20820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046667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10920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84381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52415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073270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41607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405340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73886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99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857198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100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10837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102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447798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104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018983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105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15127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107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1077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108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492414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05092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619102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636874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383560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969661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220409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01778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002036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530586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821977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889678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911479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123777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826409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15953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305697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351885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030465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526527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924865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662562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091796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98037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523940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590901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327171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315005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248558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432702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708791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965877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045772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79080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279763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631231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158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908695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159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729495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160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824793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162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628565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164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85051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704149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167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765717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169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579950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832395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385825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896398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054783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466723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569310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940743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179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776531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664351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41895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83091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1379354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701344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0611084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122860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7498086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189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0212405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686155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4267620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498229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928148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994065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1057784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545407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33334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773808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199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4269955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3094739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642128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456339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880458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6904179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3827690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0259950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6804380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619233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209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5224204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7823874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4554315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77097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058372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0535124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6175725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7009080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1858860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1976508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527677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1944995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2376568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4455692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8761733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2779016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31732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253230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62142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585391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326805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1068217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0526234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2094630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468357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7384293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7876919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5169748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2262197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0101560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6097792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2295312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1025843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5827815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8634532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3575303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828765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7067446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3060689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136448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623759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3620250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6397926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286773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0156944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400260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259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7309633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9672117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9400590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7797620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2995618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93908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2125709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7457437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5088176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269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4387802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6986624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8362616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8935540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389974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220338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2531027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9073413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5090682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279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747532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9174726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7811206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4608783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164616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121245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3631932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2646396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2403260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508327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289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6335684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4186306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9298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2869583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5797374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2486667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358839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3511355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299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9279484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0744734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3851617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963237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6417947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4604740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7341357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2941697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5249202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9323737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309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2834516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5008934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2821013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9830748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692357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8684820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799603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5754290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2525563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2314074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3168529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4700696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095332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5944725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9289539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5917834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2179474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7926503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2138460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9005052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9498678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7246088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9488145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1005656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334772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8563994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3161703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3251330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8417853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9345938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435360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453262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875662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1155738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8065387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4388238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901406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4755426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9000430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151307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6427426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7137194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4796056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7526390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965004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359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722984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6762825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50974684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117966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8639574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9454717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7735755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897572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3474316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368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960346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1994717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8605262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2778154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031527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863008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9147693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0701724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574187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0076262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379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0668843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9009722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563798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4707563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0759193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8451146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1791846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0900084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2134465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0348030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389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5006020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5606962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086763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4320534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87797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738894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275529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8540575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7939072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399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3974822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145343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818278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6281954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9485479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4384044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396074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7333433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0324077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409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725137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815342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7765615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8937894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9553246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3221642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651866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9681944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6715408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66635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24510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86732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6955274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437457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9105538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7377072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8750009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0535996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3163333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0018052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4756504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4409494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9607822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425747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1213817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4395308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9554015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1080518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5518189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174456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932745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0967794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1893509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72751083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103312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609528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836846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6807165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1136664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3964003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0986374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3275066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476030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89032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2273997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504722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1774227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9185899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459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79469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0700547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3594513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7009969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5799288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7837733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9410930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2947926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469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244352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3016844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763515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407833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0155519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8450289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1210803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6454036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0122617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479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0144980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8172644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5567642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5530060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9443410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0710639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8770147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561098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7907383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489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3264977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6136444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8228356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3295127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7658133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3849012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3265323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0434214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6442376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8093598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499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5973792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9964689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6108244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2674847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4076060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200669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7400175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8320735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87066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4422626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509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7516566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900923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5541863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5550297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92148576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0583351"/>
      </p:ext>
    </p:extLst>
  </p:cSld>
  <p:clrMapOvr>
    <a:masterClrMapping/>
  </p:clrMapOvr>
</p:notes>
</file>

<file path=ppt/notesSlides/notesSlide4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3873431"/>
      </p:ext>
    </p:extLst>
  </p:cSld>
  <p:clrMapOvr>
    <a:masterClrMapping/>
  </p:clrMapOvr>
</p:notes>
</file>

<file path=ppt/notesSlides/notesSlide4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9985630"/>
      </p:ext>
    </p:extLst>
  </p:cSld>
  <p:clrMapOvr>
    <a:masterClrMapping/>
  </p:clrMapOvr>
</p:notes>
</file>

<file path=ppt/notesSlides/notesSlide4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2456797"/>
      </p:ext>
    </p:extLst>
  </p:cSld>
  <p:clrMapOvr>
    <a:masterClrMapping/>
  </p:clrMapOvr>
</p:notes>
</file>

<file path=ppt/notesSlides/notesSlide4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9583539"/>
      </p:ext>
    </p:extLst>
  </p:cSld>
  <p:clrMapOvr>
    <a:masterClrMapping/>
  </p:clrMapOvr>
</p:notes>
</file>

<file path=ppt/notesSlides/notesSlide4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5261329"/>
      </p:ext>
    </p:extLst>
  </p:cSld>
  <p:clrMapOvr>
    <a:masterClrMapping/>
  </p:clrMapOvr>
</p:notes>
</file>

<file path=ppt/notesSlides/notesSlide4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6413222"/>
      </p:ext>
    </p:extLst>
  </p:cSld>
  <p:clrMapOvr>
    <a:masterClrMapping/>
  </p:clrMapOvr>
</p:notes>
</file>

<file path=ppt/notesSlides/notesSlide4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2964065"/>
      </p:ext>
    </p:extLst>
  </p:cSld>
  <p:clrMapOvr>
    <a:masterClrMapping/>
  </p:clrMapOvr>
</p:notes>
</file>

<file path=ppt/notesSlides/notesSlide4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0844050"/>
      </p:ext>
    </p:extLst>
  </p:cSld>
  <p:clrMapOvr>
    <a:masterClrMapping/>
  </p:clrMapOvr>
</p:notes>
</file>

<file path=ppt/notesSlides/notesSlide4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5996600"/>
      </p:ext>
    </p:extLst>
  </p:cSld>
  <p:clrMapOvr>
    <a:masterClrMapping/>
  </p:clrMapOvr>
</p:notes>
</file>

<file path=ppt/notesSlides/notesSlide4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1858214"/>
      </p:ext>
    </p:extLst>
  </p:cSld>
  <p:clrMapOvr>
    <a:masterClrMapping/>
  </p:clrMapOvr>
</p:notes>
</file>

<file path=ppt/notesSlides/notesSlide4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3569652"/>
      </p:ext>
    </p:extLst>
  </p:cSld>
  <p:clrMapOvr>
    <a:masterClrMapping/>
  </p:clrMapOvr>
</p:notes>
</file>

<file path=ppt/notesSlides/notesSlide4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2124084"/>
      </p:ext>
    </p:extLst>
  </p:cSld>
  <p:clrMapOvr>
    <a:masterClrMapping/>
  </p:clrMapOvr>
</p:notes>
</file>

<file path=ppt/notesSlides/notesSlide4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7467386"/>
      </p:ext>
    </p:extLst>
  </p:cSld>
  <p:clrMapOvr>
    <a:masterClrMapping/>
  </p:clrMapOvr>
</p:notes>
</file>

<file path=ppt/notesSlides/notesSlide4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6932505"/>
      </p:ext>
    </p:extLst>
  </p:cSld>
  <p:clrMapOvr>
    <a:masterClrMapping/>
  </p:clrMapOvr>
</p:notes>
</file>

<file path=ppt/notesSlides/notesSlide4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465539"/>
      </p:ext>
    </p:extLst>
  </p:cSld>
  <p:clrMapOvr>
    <a:masterClrMapping/>
  </p:clrMapOvr>
</p:notes>
</file>

<file path=ppt/notesSlides/notesSlide4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8931110"/>
      </p:ext>
    </p:extLst>
  </p:cSld>
  <p:clrMapOvr>
    <a:masterClrMapping/>
  </p:clrMapOvr>
</p:notes>
</file>

<file path=ppt/notesSlides/notesSlide4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2950008"/>
      </p:ext>
    </p:extLst>
  </p:cSld>
  <p:clrMapOvr>
    <a:masterClrMapping/>
  </p:clrMapOvr>
</p:notes>
</file>

<file path=ppt/notesSlides/notesSlide4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5653215"/>
      </p:ext>
    </p:extLst>
  </p:cSld>
  <p:clrMapOvr>
    <a:masterClrMapping/>
  </p:clrMapOvr>
</p:notes>
</file>

<file path=ppt/notesSlides/notesSlide4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3997944"/>
      </p:ext>
    </p:extLst>
  </p:cSld>
  <p:clrMapOvr>
    <a:masterClrMapping/>
  </p:clrMapOvr>
</p:notes>
</file>

<file path=ppt/notesSlides/notesSlide4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3145461"/>
      </p:ext>
    </p:extLst>
  </p:cSld>
  <p:clrMapOvr>
    <a:masterClrMapping/>
  </p:clrMapOvr>
</p:notes>
</file>

<file path=ppt/notesSlides/notesSlide4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5987412"/>
      </p:ext>
    </p:extLst>
  </p:cSld>
  <p:clrMapOvr>
    <a:masterClrMapping/>
  </p:clrMapOvr>
</p:notes>
</file>

<file path=ppt/notesSlides/notesSlide4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0161777"/>
      </p:ext>
    </p:extLst>
  </p:cSld>
  <p:clrMapOvr>
    <a:masterClrMapping/>
  </p:clrMapOvr>
</p:notes>
</file>

<file path=ppt/notesSlides/notesSlide4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5340259"/>
      </p:ext>
    </p:extLst>
  </p:cSld>
  <p:clrMapOvr>
    <a:masterClrMapping/>
  </p:clrMapOvr>
</p:notes>
</file>

<file path=ppt/notesSlides/notesSlide4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0947971"/>
      </p:ext>
    </p:extLst>
  </p:cSld>
  <p:clrMapOvr>
    <a:masterClrMapping/>
  </p:clrMapOvr>
</p:notes>
</file>

<file path=ppt/notesSlides/notesSlide4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910565"/>
      </p:ext>
    </p:extLst>
  </p:cSld>
  <p:clrMapOvr>
    <a:masterClrMapping/>
  </p:clrMapOvr>
</p:notes>
</file>

<file path=ppt/notesSlides/notesSlide4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0201430"/>
      </p:ext>
    </p:extLst>
  </p:cSld>
  <p:clrMapOvr>
    <a:masterClrMapping/>
  </p:clrMapOvr>
</p:notes>
</file>

<file path=ppt/notesSlides/notesSlide4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3727148"/>
      </p:ext>
    </p:extLst>
  </p:cSld>
  <p:clrMapOvr>
    <a:masterClrMapping/>
  </p:clrMapOvr>
</p:notes>
</file>

<file path=ppt/notesSlides/notesSlide4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1413974"/>
      </p:ext>
    </p:extLst>
  </p:cSld>
  <p:clrMapOvr>
    <a:masterClrMapping/>
  </p:clrMapOvr>
</p:notes>
</file>

<file path=ppt/notesSlides/notesSlide4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5935569"/>
      </p:ext>
    </p:extLst>
  </p:cSld>
  <p:clrMapOvr>
    <a:masterClrMapping/>
  </p:clrMapOvr>
</p:notes>
</file>

<file path=ppt/notesSlides/notesSlide4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8747762"/>
      </p:ext>
    </p:extLst>
  </p:cSld>
  <p:clrMapOvr>
    <a:masterClrMapping/>
  </p:clrMapOvr>
</p:notes>
</file>

<file path=ppt/notesSlides/notesSlide4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9328936"/>
      </p:ext>
    </p:extLst>
  </p:cSld>
  <p:clrMapOvr>
    <a:masterClrMapping/>
  </p:clrMapOvr>
</p:notes>
</file>

<file path=ppt/notesSlides/notesSlide4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1112357"/>
      </p:ext>
    </p:extLst>
  </p:cSld>
  <p:clrMapOvr>
    <a:masterClrMapping/>
  </p:clrMapOvr>
</p:notes>
</file>

<file path=ppt/notesSlides/notesSlide4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3843173"/>
      </p:ext>
    </p:extLst>
  </p:cSld>
  <p:clrMapOvr>
    <a:masterClrMapping/>
  </p:clrMapOvr>
</p:notes>
</file>

<file path=ppt/notesSlides/notesSlide4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4978025"/>
      </p:ext>
    </p:extLst>
  </p:cSld>
  <p:clrMapOvr>
    <a:masterClrMapping/>
  </p:clrMapOvr>
</p:notes>
</file>

<file path=ppt/notesSlides/notesSlide4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6363179"/>
      </p:ext>
    </p:extLst>
  </p:cSld>
  <p:clrMapOvr>
    <a:masterClrMapping/>
  </p:clrMapOvr>
</p:notes>
</file>

<file path=ppt/notesSlides/notesSlide4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4533911"/>
      </p:ext>
    </p:extLst>
  </p:cSld>
  <p:clrMapOvr>
    <a:masterClrMapping/>
  </p:clrMapOvr>
</p:notes>
</file>

<file path=ppt/notesSlides/notesSlide4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5480448"/>
      </p:ext>
    </p:extLst>
  </p:cSld>
  <p:clrMapOvr>
    <a:masterClrMapping/>
  </p:clrMapOvr>
</p:notes>
</file>

<file path=ppt/notesSlides/notesSlide4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7262974"/>
      </p:ext>
    </p:extLst>
  </p:cSld>
  <p:clrMapOvr>
    <a:masterClrMapping/>
  </p:clrMapOvr>
</p:notes>
</file>

<file path=ppt/notesSlides/notesSlide4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2959965"/>
      </p:ext>
    </p:extLst>
  </p:cSld>
  <p:clrMapOvr>
    <a:masterClrMapping/>
  </p:clrMapOvr>
</p:notes>
</file>

<file path=ppt/notesSlides/notesSlide4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8022435"/>
      </p:ext>
    </p:extLst>
  </p:cSld>
  <p:clrMapOvr>
    <a:masterClrMapping/>
  </p:clrMapOvr>
</p:notes>
</file>

<file path=ppt/notesSlides/notesSlide4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0076991"/>
      </p:ext>
    </p:extLst>
  </p:cSld>
  <p:clrMapOvr>
    <a:masterClrMapping/>
  </p:clrMapOvr>
</p:notes>
</file>

<file path=ppt/notesSlides/notesSlide4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8216804"/>
      </p:ext>
    </p:extLst>
  </p:cSld>
  <p:clrMapOvr>
    <a:masterClrMapping/>
  </p:clrMapOvr>
</p:notes>
</file>

<file path=ppt/notesSlides/notesSlide4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559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297988"/>
      </p:ext>
    </p:extLst>
  </p:cSld>
  <p:clrMapOvr>
    <a:masterClrMapping/>
  </p:clrMapOvr>
</p:notes>
</file>

<file path=ppt/notesSlides/notesSlide4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582387"/>
      </p:ext>
    </p:extLst>
  </p:cSld>
  <p:clrMapOvr>
    <a:masterClrMapping/>
  </p:clrMapOvr>
</p:notes>
</file>

<file path=ppt/notesSlides/notesSlide4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7991809"/>
      </p:ext>
    </p:extLst>
  </p:cSld>
  <p:clrMapOvr>
    <a:masterClrMapping/>
  </p:clrMapOvr>
</p:notes>
</file>

<file path=ppt/notesSlides/notesSlide4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5420925"/>
      </p:ext>
    </p:extLst>
  </p:cSld>
  <p:clrMapOvr>
    <a:masterClrMapping/>
  </p:clrMapOvr>
</p:notes>
</file>

<file path=ppt/notesSlides/notesSlide4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5127588"/>
      </p:ext>
    </p:extLst>
  </p:cSld>
  <p:clrMapOvr>
    <a:masterClrMapping/>
  </p:clrMapOvr>
</p:notes>
</file>

<file path=ppt/notesSlides/notesSlide4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016443"/>
      </p:ext>
    </p:extLst>
  </p:cSld>
  <p:clrMapOvr>
    <a:masterClrMapping/>
  </p:clrMapOvr>
</p:notes>
</file>

<file path=ppt/notesSlides/notesSlide4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3136011"/>
      </p:ext>
    </p:extLst>
  </p:cSld>
  <p:clrMapOvr>
    <a:masterClrMapping/>
  </p:clrMapOvr>
</p:notes>
</file>

<file path=ppt/notesSlides/notesSlide4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3977713"/>
      </p:ext>
    </p:extLst>
  </p:cSld>
  <p:clrMapOvr>
    <a:masterClrMapping/>
  </p:clrMapOvr>
</p:notes>
</file>

<file path=ppt/notesSlides/notesSlide4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169291"/>
      </p:ext>
    </p:extLst>
  </p:cSld>
  <p:clrMapOvr>
    <a:masterClrMapping/>
  </p:clrMapOvr>
</p:notes>
</file>

<file path=ppt/notesSlides/notesSlide4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606661"/>
      </p:ext>
    </p:extLst>
  </p:cSld>
  <p:clrMapOvr>
    <a:masterClrMapping/>
  </p:clrMapOvr>
</p:notes>
</file>

<file path=ppt/notesSlides/notesSlide4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569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2665360"/>
      </p:ext>
    </p:extLst>
  </p:cSld>
  <p:clrMapOvr>
    <a:masterClrMapping/>
  </p:clrMapOvr>
</p:notes>
</file>

<file path=ppt/notesSlides/notesSlide4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8313705"/>
      </p:ext>
    </p:extLst>
  </p:cSld>
  <p:clrMapOvr>
    <a:masterClrMapping/>
  </p:clrMapOvr>
</p:notes>
</file>

<file path=ppt/notesSlides/notesSlide4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4928112"/>
      </p:ext>
    </p:extLst>
  </p:cSld>
  <p:clrMapOvr>
    <a:masterClrMapping/>
  </p:clrMapOvr>
</p:notes>
</file>

<file path=ppt/notesSlides/notesSlide4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356868"/>
      </p:ext>
    </p:extLst>
  </p:cSld>
  <p:clrMapOvr>
    <a:masterClrMapping/>
  </p:clrMapOvr>
</p:notes>
</file>

<file path=ppt/notesSlides/notesSlide4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4678986"/>
      </p:ext>
    </p:extLst>
  </p:cSld>
  <p:clrMapOvr>
    <a:masterClrMapping/>
  </p:clrMapOvr>
</p:notes>
</file>

<file path=ppt/notesSlides/notesSlide4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0885509"/>
      </p:ext>
    </p:extLst>
  </p:cSld>
  <p:clrMapOvr>
    <a:masterClrMapping/>
  </p:clrMapOvr>
</p:notes>
</file>

<file path=ppt/notesSlides/notesSlide4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0302533"/>
      </p:ext>
    </p:extLst>
  </p:cSld>
  <p:clrMapOvr>
    <a:masterClrMapping/>
  </p:clrMapOvr>
</p:notes>
</file>

<file path=ppt/notesSlides/notesSlide4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6035894"/>
      </p:ext>
    </p:extLst>
  </p:cSld>
  <p:clrMapOvr>
    <a:masterClrMapping/>
  </p:clrMapOvr>
</p:notes>
</file>

<file path=ppt/notesSlides/notesSlide4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5699882"/>
      </p:ext>
    </p:extLst>
  </p:cSld>
  <p:clrMapOvr>
    <a:masterClrMapping/>
  </p:clrMapOvr>
</p:notes>
</file>

<file path=ppt/notesSlides/notesSlide4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2218504"/>
      </p:ext>
    </p:extLst>
  </p:cSld>
  <p:clrMapOvr>
    <a:masterClrMapping/>
  </p:clrMapOvr>
</p:notes>
</file>

<file path=ppt/notesSlides/notesSlide4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579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1514530"/>
      </p:ext>
    </p:extLst>
  </p:cSld>
  <p:clrMapOvr>
    <a:masterClrMapping/>
  </p:clrMapOvr>
</p:notes>
</file>

<file path=ppt/notesSlides/notesSlide5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580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8306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35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A06F3B3-F8E6-1FA4-465E-B152A3E3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93F961-05B8-48DF-B628-A54B3B6FA5E0}"/>
              </a:ext>
            </a:extLst>
          </p:cNvPr>
          <p:cNvSpPr/>
          <p:nvPr userDrawn="1"/>
        </p:nvSpPr>
        <p:spPr>
          <a:xfrm>
            <a:off x="73891" y="986281"/>
            <a:ext cx="9023932" cy="62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93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50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91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62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26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194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83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7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5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34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28312"/>
            <a:ext cx="7886700" cy="549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D7398-607C-407A-8D67-83D151584F5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37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tmp"/><Relationship Id="rId3" Type="http://schemas.openxmlformats.org/officeDocument/2006/relationships/image" Target="../media/image36.tmp"/><Relationship Id="rId7" Type="http://schemas.openxmlformats.org/officeDocument/2006/relationships/image" Target="../media/image40.tmp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tmp"/><Relationship Id="rId5" Type="http://schemas.openxmlformats.org/officeDocument/2006/relationships/image" Target="../media/image38.tmp"/><Relationship Id="rId10" Type="http://schemas.openxmlformats.org/officeDocument/2006/relationships/image" Target="../media/image43.tmp"/><Relationship Id="rId4" Type="http://schemas.openxmlformats.org/officeDocument/2006/relationships/image" Target="../media/image37.tmp"/><Relationship Id="rId9" Type="http://schemas.openxmlformats.org/officeDocument/2006/relationships/image" Target="../media/image42.tmp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board/view?id=1" TargetMode="Externa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board/modify/1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board/modify/1" TargetMode="Externa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2.xml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2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2.xml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2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3.xml"/><Relationship Id="rId1" Type="http://schemas.openxmlformats.org/officeDocument/2006/relationships/slideLayout" Target="../slideLayouts/slideLayout2.xml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84.xml"/><Relationship Id="rId1" Type="http://schemas.openxmlformats.org/officeDocument/2006/relationships/slideLayout" Target="../slideLayouts/slideLayout2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5.xml"/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6.xml"/><Relationship Id="rId1" Type="http://schemas.openxmlformats.org/officeDocument/2006/relationships/slideLayout" Target="../slideLayouts/slideLayout2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7.xml"/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8.xml"/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89.xml"/><Relationship Id="rId1" Type="http://schemas.openxmlformats.org/officeDocument/2006/relationships/slideLayout" Target="../slideLayouts/slideLayout2.xml"/></Relationships>
</file>

<file path=ppt/slides/_rels/slide3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0.xml"/><Relationship Id="rId1" Type="http://schemas.openxmlformats.org/officeDocument/2006/relationships/slideLayout" Target="../slideLayouts/slideLayout2.xml"/></Relationships>
</file>

<file path=ppt/slides/_rels/slide3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1.xml"/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2.xml"/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3.xml"/><Relationship Id="rId1" Type="http://schemas.openxmlformats.org/officeDocument/2006/relationships/slideLayout" Target="../slideLayouts/slideLayout2.xml"/></Relationships>
</file>

<file path=ppt/slides/_rels/slide3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4.xml"/><Relationship Id="rId1" Type="http://schemas.openxmlformats.org/officeDocument/2006/relationships/slideLayout" Target="../slideLayouts/slideLayout2.xml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2.xml"/></Relationships>
</file>

<file path=ppt/slides/_rels/slide3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6.xml"/><Relationship Id="rId1" Type="http://schemas.openxmlformats.org/officeDocument/2006/relationships/slideLayout" Target="../slideLayouts/slideLayout2.xml"/></Relationships>
</file>

<file path=ppt/slides/_rels/slide3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2.xml"/></Relationships>
</file>

<file path=ppt/slides/_rels/slide3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2.xml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00.xml"/><Relationship Id="rId1" Type="http://schemas.openxmlformats.org/officeDocument/2006/relationships/slideLayout" Target="../slideLayouts/slideLayout2.xml"/></Relationships>
</file>

<file path=ppt/slides/_rels/slide3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1.xml"/><Relationship Id="rId1" Type="http://schemas.openxmlformats.org/officeDocument/2006/relationships/slideLayout" Target="../slideLayouts/slideLayout2.xml"/></Relationships>
</file>

<file path=ppt/slides/_rels/slide3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2.xml"/><Relationship Id="rId1" Type="http://schemas.openxmlformats.org/officeDocument/2006/relationships/slideLayout" Target="../slideLayouts/slideLayout2.xml"/></Relationships>
</file>

<file path=ppt/slides/_rels/slide3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3.xml"/><Relationship Id="rId1" Type="http://schemas.openxmlformats.org/officeDocument/2006/relationships/slideLayout" Target="../slideLayouts/slideLayout2.xml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04.xml"/><Relationship Id="rId1" Type="http://schemas.openxmlformats.org/officeDocument/2006/relationships/slideLayout" Target="../slideLayouts/slideLayout2.xml"/></Relationships>
</file>

<file path=ppt/slides/_rels/slide3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5.xml"/><Relationship Id="rId1" Type="http://schemas.openxmlformats.org/officeDocument/2006/relationships/slideLayout" Target="../slideLayouts/slideLayout2.xml"/></Relationships>
</file>

<file path=ppt/slides/_rels/slide3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6.xml"/><Relationship Id="rId1" Type="http://schemas.openxmlformats.org/officeDocument/2006/relationships/slideLayout" Target="../slideLayouts/slideLayout2.xml"/></Relationships>
</file>

<file path=ppt/slides/_rels/slide3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7.xml"/><Relationship Id="rId1" Type="http://schemas.openxmlformats.org/officeDocument/2006/relationships/slideLayout" Target="../slideLayouts/slideLayout2.xml"/></Relationships>
</file>

<file path=ppt/slides/_rels/slide3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8.xml"/><Relationship Id="rId1" Type="http://schemas.openxmlformats.org/officeDocument/2006/relationships/slideLayout" Target="../slideLayouts/slideLayout2.xml"/></Relationships>
</file>

<file path=ppt/slides/_rels/slide3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9.xml"/><Relationship Id="rId1" Type="http://schemas.openxmlformats.org/officeDocument/2006/relationships/slideLayout" Target="../slideLayouts/slideLayout2.xml"/></Relationships>
</file>

<file path=ppt/slides/_rels/slide3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0.xml"/><Relationship Id="rId1" Type="http://schemas.openxmlformats.org/officeDocument/2006/relationships/slideLayout" Target="../slideLayouts/slideLayout2.xml"/></Relationships>
</file>

<file path=ppt/slides/_rels/slide3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1.xml"/><Relationship Id="rId1" Type="http://schemas.openxmlformats.org/officeDocument/2006/relationships/slideLayout" Target="../slideLayouts/slideLayout2.xml"/></Relationships>
</file>

<file path=ppt/slides/_rels/slide3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2.xml"/><Relationship Id="rId1" Type="http://schemas.openxmlformats.org/officeDocument/2006/relationships/slideLayout" Target="../slideLayouts/slideLayout2.xml"/></Relationships>
</file>

<file path=ppt/slides/_rels/slide3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3.xml"/><Relationship Id="rId1" Type="http://schemas.openxmlformats.org/officeDocument/2006/relationships/slideLayout" Target="../slideLayouts/slideLayout2.xml"/></Relationships>
</file>

<file path=ppt/slides/_rels/slide3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4.xml"/><Relationship Id="rId1" Type="http://schemas.openxmlformats.org/officeDocument/2006/relationships/slideLayout" Target="../slideLayouts/slideLayout2.xml"/></Relationships>
</file>

<file path=ppt/slides/_rels/slide3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5.xml"/><Relationship Id="rId1" Type="http://schemas.openxmlformats.org/officeDocument/2006/relationships/slideLayout" Target="../slideLayouts/slideLayout2.xml"/></Relationships>
</file>

<file path=ppt/slides/_rels/slide3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6.xml"/><Relationship Id="rId1" Type="http://schemas.openxmlformats.org/officeDocument/2006/relationships/slideLayout" Target="../slideLayouts/slideLayout2.xml"/></Relationships>
</file>

<file path=ppt/slides/_rels/slide3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7.xml"/><Relationship Id="rId1" Type="http://schemas.openxmlformats.org/officeDocument/2006/relationships/slideLayout" Target="../slideLayouts/slideLayout2.xml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18.xml"/><Relationship Id="rId1" Type="http://schemas.openxmlformats.org/officeDocument/2006/relationships/slideLayout" Target="../slideLayouts/slideLayout2.xml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19.xml"/><Relationship Id="rId1" Type="http://schemas.openxmlformats.org/officeDocument/2006/relationships/slideLayout" Target="../slideLayouts/slideLayout2.xml"/></Relationships>
</file>

<file path=ppt/slides/_rels/slide3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0.xml"/><Relationship Id="rId1" Type="http://schemas.openxmlformats.org/officeDocument/2006/relationships/slideLayout" Target="../slideLayouts/slideLayout2.xml"/></Relationships>
</file>

<file path=ppt/slides/_rels/slide3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1.xml"/><Relationship Id="rId1" Type="http://schemas.openxmlformats.org/officeDocument/2006/relationships/slideLayout" Target="../slideLayouts/slideLayout2.xml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22.xml"/><Relationship Id="rId1" Type="http://schemas.openxmlformats.org/officeDocument/2006/relationships/slideLayout" Target="../slideLayouts/slideLayout2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23.xml"/><Relationship Id="rId1" Type="http://schemas.openxmlformats.org/officeDocument/2006/relationships/slideLayout" Target="../slideLayouts/slideLayout2.xml"/></Relationships>
</file>

<file path=ppt/slides/_rels/slide3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4.xml"/><Relationship Id="rId1" Type="http://schemas.openxmlformats.org/officeDocument/2006/relationships/slideLayout" Target="../slideLayouts/slideLayout2.xml"/></Relationships>
</file>

<file path=ppt/slides/_rels/slide3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5.xml"/><Relationship Id="rId1" Type="http://schemas.openxmlformats.org/officeDocument/2006/relationships/slideLayout" Target="../slideLayouts/slideLayout2.xml"/></Relationships>
</file>

<file path=ppt/slides/_rels/slide3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6.xml"/><Relationship Id="rId1" Type="http://schemas.openxmlformats.org/officeDocument/2006/relationships/slideLayout" Target="../slideLayouts/slideLayout2.xml"/></Relationships>
</file>

<file path=ppt/slides/_rels/slide3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7.xml"/><Relationship Id="rId1" Type="http://schemas.openxmlformats.org/officeDocument/2006/relationships/slideLayout" Target="../slideLayouts/slideLayout2.xml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28.xml"/><Relationship Id="rId1" Type="http://schemas.openxmlformats.org/officeDocument/2006/relationships/slideLayout" Target="../slideLayouts/slideLayout2.xml"/></Relationships>
</file>

<file path=ppt/slides/_rels/slide4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9.xml"/><Relationship Id="rId1" Type="http://schemas.openxmlformats.org/officeDocument/2006/relationships/slideLayout" Target="../slideLayouts/slideLayout2.xml"/></Relationships>
</file>

<file path=ppt/slides/_rels/slide4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0.xml"/><Relationship Id="rId1" Type="http://schemas.openxmlformats.org/officeDocument/2006/relationships/slideLayout" Target="../slideLayouts/slideLayout2.xml"/></Relationships>
</file>

<file path=ppt/slides/_rels/slide4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1.xml"/><Relationship Id="rId1" Type="http://schemas.openxmlformats.org/officeDocument/2006/relationships/slideLayout" Target="../slideLayouts/slideLayout2.xml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32.xml"/><Relationship Id="rId1" Type="http://schemas.openxmlformats.org/officeDocument/2006/relationships/slideLayout" Target="../slideLayouts/slideLayout2.xml"/></Relationships>
</file>

<file path=ppt/slides/_rels/slide4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3.xml"/><Relationship Id="rId1" Type="http://schemas.openxmlformats.org/officeDocument/2006/relationships/slideLayout" Target="../slideLayouts/slideLayout2.xml"/></Relationships>
</file>

<file path=ppt/slides/_rels/slide4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4.xml"/><Relationship Id="rId1" Type="http://schemas.openxmlformats.org/officeDocument/2006/relationships/slideLayout" Target="../slideLayouts/slideLayout2.xml"/></Relationships>
</file>

<file path=ppt/slides/_rels/slide4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5.xml"/><Relationship Id="rId1" Type="http://schemas.openxmlformats.org/officeDocument/2006/relationships/slideLayout" Target="../slideLayouts/slideLayout2.xml"/></Relationships>
</file>

<file path=ppt/slides/_rels/slide4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6.xml"/><Relationship Id="rId1" Type="http://schemas.openxmlformats.org/officeDocument/2006/relationships/slideLayout" Target="../slideLayouts/slideLayout2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37.xml"/><Relationship Id="rId1" Type="http://schemas.openxmlformats.org/officeDocument/2006/relationships/slideLayout" Target="../slideLayouts/slideLayout2.xml"/></Relationships>
</file>

<file path=ppt/slides/_rels/slide4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8.xml"/><Relationship Id="rId1" Type="http://schemas.openxmlformats.org/officeDocument/2006/relationships/slideLayout" Target="../slideLayouts/slideLayout2.xml"/></Relationships>
</file>

<file path=ppt/slides/_rels/slide4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9.xml"/><Relationship Id="rId1" Type="http://schemas.openxmlformats.org/officeDocument/2006/relationships/slideLayout" Target="../slideLayouts/slideLayout2.xml"/></Relationships>
</file>

<file path=ppt/slides/_rels/slide4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0.xml"/><Relationship Id="rId1" Type="http://schemas.openxmlformats.org/officeDocument/2006/relationships/slideLayout" Target="../slideLayouts/slideLayout2.xml"/></Relationships>
</file>

<file path=ppt/slides/_rels/slide4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1.xml"/><Relationship Id="rId1" Type="http://schemas.openxmlformats.org/officeDocument/2006/relationships/slideLayout" Target="../slideLayouts/slideLayout2.xml"/></Relationships>
</file>

<file path=ppt/slides/_rels/slide4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2.xml"/><Relationship Id="rId1" Type="http://schemas.openxmlformats.org/officeDocument/2006/relationships/slideLayout" Target="../slideLayouts/slideLayout2.xml"/></Relationships>
</file>

<file path=ppt/slides/_rels/slide4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3.xml"/><Relationship Id="rId1" Type="http://schemas.openxmlformats.org/officeDocument/2006/relationships/slideLayout" Target="../slideLayouts/slideLayout2.xml"/></Relationships>
</file>

<file path=ppt/slides/_rels/slide4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4.xml"/><Relationship Id="rId1" Type="http://schemas.openxmlformats.org/officeDocument/2006/relationships/slideLayout" Target="../slideLayouts/slideLayout2.xml"/></Relationships>
</file>

<file path=ppt/slides/_rels/slide4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5.xml"/><Relationship Id="rId1" Type="http://schemas.openxmlformats.org/officeDocument/2006/relationships/slideLayout" Target="../slideLayouts/slideLayout2.xml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46.xml"/><Relationship Id="rId1" Type="http://schemas.openxmlformats.org/officeDocument/2006/relationships/slideLayout" Target="../slideLayouts/slideLayout2.xml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47.xml"/><Relationship Id="rId1" Type="http://schemas.openxmlformats.org/officeDocument/2006/relationships/slideLayout" Target="../slideLayouts/slideLayout2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8.xml"/><Relationship Id="rId1" Type="http://schemas.openxmlformats.org/officeDocument/2006/relationships/slideLayout" Target="../slideLayouts/slideLayout2.xml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hyperlink" Target="https://logback.qos.ch/manual/" TargetMode="External"/><Relationship Id="rId2" Type="http://schemas.openxmlformats.org/officeDocument/2006/relationships/notesSlide" Target="../notesSlides/notesSlide3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tmp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50.xml"/><Relationship Id="rId1" Type="http://schemas.openxmlformats.org/officeDocument/2006/relationships/slideLayout" Target="../slideLayouts/slideLayout2.xml"/></Relationships>
</file>

<file path=ppt/slides/_rels/slide4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1.xml"/><Relationship Id="rId1" Type="http://schemas.openxmlformats.org/officeDocument/2006/relationships/slideLayout" Target="../slideLayouts/slideLayout2.xml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52.xml"/><Relationship Id="rId1" Type="http://schemas.openxmlformats.org/officeDocument/2006/relationships/slideLayout" Target="../slideLayouts/slideLayout2.xml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tmp"/><Relationship Id="rId2" Type="http://schemas.openxmlformats.org/officeDocument/2006/relationships/notesSlide" Target="../notesSlides/notesSlide353.xml"/><Relationship Id="rId1" Type="http://schemas.openxmlformats.org/officeDocument/2006/relationships/slideLayout" Target="../slideLayouts/slideLayout2.xml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tmp"/><Relationship Id="rId2" Type="http://schemas.openxmlformats.org/officeDocument/2006/relationships/notesSlide" Target="../notesSlides/notesSlide3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tmp"/><Relationship Id="rId4" Type="http://schemas.openxmlformats.org/officeDocument/2006/relationships/image" Target="../media/image95.tmp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55.xml"/><Relationship Id="rId1" Type="http://schemas.openxmlformats.org/officeDocument/2006/relationships/slideLayout" Target="../slideLayouts/slideLayout2.xml"/></Relationships>
</file>

<file path=ppt/slides/_rels/slide4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6.xml"/><Relationship Id="rId1" Type="http://schemas.openxmlformats.org/officeDocument/2006/relationships/slideLayout" Target="../slideLayouts/slideLayout2.xml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57.xml"/><Relationship Id="rId1" Type="http://schemas.openxmlformats.org/officeDocument/2006/relationships/slideLayout" Target="../slideLayouts/slideLayout2.xml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58.xml"/><Relationship Id="rId1" Type="http://schemas.openxmlformats.org/officeDocument/2006/relationships/slideLayout" Target="../slideLayouts/slideLayout2.xml"/></Relationships>
</file>

<file path=ppt/slides/_rels/slide4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9.xml"/><Relationship Id="rId1" Type="http://schemas.openxmlformats.org/officeDocument/2006/relationships/slideLayout" Target="../slideLayouts/slideLayout2.xml"/></Relationships>
</file>

<file path=ppt/slides/_rels/slide4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0.xml"/><Relationship Id="rId1" Type="http://schemas.openxmlformats.org/officeDocument/2006/relationships/slideLayout" Target="../slideLayouts/slideLayout2.xml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61.xml"/><Relationship Id="rId1" Type="http://schemas.openxmlformats.org/officeDocument/2006/relationships/slideLayout" Target="../slideLayouts/slideLayout2.xml"/></Relationships>
</file>

<file path=ppt/slides/_rels/slide4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2.xml"/><Relationship Id="rId1" Type="http://schemas.openxmlformats.org/officeDocument/2006/relationships/slideLayout" Target="../slideLayouts/slideLayout2.xml"/></Relationships>
</file>

<file path=ppt/slides/_rels/slide4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3.xml"/><Relationship Id="rId1" Type="http://schemas.openxmlformats.org/officeDocument/2006/relationships/slideLayout" Target="../slideLayouts/slideLayout2.xml"/></Relationships>
</file>

<file path=ppt/slides/_rels/slide4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4.xml"/><Relationship Id="rId1" Type="http://schemas.openxmlformats.org/officeDocument/2006/relationships/slideLayout" Target="../slideLayouts/slideLayout2.xml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65.xml"/><Relationship Id="rId1" Type="http://schemas.openxmlformats.org/officeDocument/2006/relationships/slideLayout" Target="../slideLayouts/slideLayout2.xml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66.xml"/><Relationship Id="rId1" Type="http://schemas.openxmlformats.org/officeDocument/2006/relationships/slideLayout" Target="../slideLayouts/slideLayout2.xml"/></Relationships>
</file>

<file path=ppt/slides/_rels/slide4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7.xml"/><Relationship Id="rId1" Type="http://schemas.openxmlformats.org/officeDocument/2006/relationships/slideLayout" Target="../slideLayouts/slideLayout2.xml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68.xml"/><Relationship Id="rId1" Type="http://schemas.openxmlformats.org/officeDocument/2006/relationships/slideLayout" Target="../slideLayouts/slideLayout2.xml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69.xml"/><Relationship Id="rId1" Type="http://schemas.openxmlformats.org/officeDocument/2006/relationships/slideLayout" Target="../slideLayouts/slideLayout2.xml"/></Relationships>
</file>

<file path=ppt/slides/_rels/slide4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0.xml"/><Relationship Id="rId1" Type="http://schemas.openxmlformats.org/officeDocument/2006/relationships/slideLayout" Target="../slideLayouts/slideLayout2.xml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71.xml"/><Relationship Id="rId1" Type="http://schemas.openxmlformats.org/officeDocument/2006/relationships/slideLayout" Target="../slideLayouts/slideLayout2.xml"/></Relationships>
</file>

<file path=ppt/slides/_rels/slide4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2.xml"/><Relationship Id="rId1" Type="http://schemas.openxmlformats.org/officeDocument/2006/relationships/slideLayout" Target="../slideLayouts/slideLayout2.xml"/></Relationships>
</file>

<file path=ppt/slides/_rels/slide4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3.xml"/><Relationship Id="rId1" Type="http://schemas.openxmlformats.org/officeDocument/2006/relationships/slideLayout" Target="../slideLayouts/slideLayout2.xml"/></Relationships>
</file>

<file path=ppt/slides/_rels/slide4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4.xml"/><Relationship Id="rId1" Type="http://schemas.openxmlformats.org/officeDocument/2006/relationships/slideLayout" Target="../slideLayouts/slideLayout2.xml"/></Relationships>
</file>

<file path=ppt/slides/_rels/slide4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5.xml"/><Relationship Id="rId1" Type="http://schemas.openxmlformats.org/officeDocument/2006/relationships/slideLayout" Target="../slideLayouts/slideLayout2.xml"/></Relationships>
</file>

<file path=ppt/slides/_rels/slide4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6.xml"/><Relationship Id="rId1" Type="http://schemas.openxmlformats.org/officeDocument/2006/relationships/slideLayout" Target="../slideLayouts/slideLayout2.xml"/></Relationships>
</file>

<file path=ppt/slides/_rels/slide4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7.xml"/><Relationship Id="rId1" Type="http://schemas.openxmlformats.org/officeDocument/2006/relationships/slideLayout" Target="../slideLayouts/slideLayout2.xml"/></Relationships>
</file>

<file path=ppt/slides/_rels/slide4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8.xml"/><Relationship Id="rId1" Type="http://schemas.openxmlformats.org/officeDocument/2006/relationships/slideLayout" Target="../slideLayouts/slideLayout2.xml"/></Relationships>
</file>

<file path=ppt/slides/_rels/slide4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9.xml"/><Relationship Id="rId1" Type="http://schemas.openxmlformats.org/officeDocument/2006/relationships/slideLayout" Target="../slideLayouts/slideLayout2.xml"/></Relationships>
</file>

<file path=ppt/slides/_rels/slide4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0.xml"/><Relationship Id="rId1" Type="http://schemas.openxmlformats.org/officeDocument/2006/relationships/slideLayout" Target="../slideLayouts/slideLayout2.xml"/></Relationships>
</file>

<file path=ppt/slides/_rels/slide4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1.xml"/><Relationship Id="rId1" Type="http://schemas.openxmlformats.org/officeDocument/2006/relationships/slideLayout" Target="../slideLayouts/slideLayout2.xml"/></Relationships>
</file>

<file path=ppt/slides/_rels/slide4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2.xml"/><Relationship Id="rId1" Type="http://schemas.openxmlformats.org/officeDocument/2006/relationships/slideLayout" Target="../slideLayouts/slideLayout2.xml"/></Relationships>
</file>

<file path=ppt/slides/_rels/slide4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3.xml"/><Relationship Id="rId1" Type="http://schemas.openxmlformats.org/officeDocument/2006/relationships/slideLayout" Target="../slideLayouts/slideLayout2.xml"/></Relationships>
</file>

<file path=ppt/slides/_rels/slide4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4.xml"/><Relationship Id="rId1" Type="http://schemas.openxmlformats.org/officeDocument/2006/relationships/slideLayout" Target="../slideLayouts/slideLayout2.xml"/></Relationships>
</file>

<file path=ppt/slides/_rels/slide4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5.xml"/><Relationship Id="rId1" Type="http://schemas.openxmlformats.org/officeDocument/2006/relationships/slideLayout" Target="../slideLayouts/slideLayout2.xml"/></Relationships>
</file>

<file path=ppt/slides/_rels/slide4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6.xml"/><Relationship Id="rId1" Type="http://schemas.openxmlformats.org/officeDocument/2006/relationships/slideLayout" Target="../slideLayouts/slideLayout2.xml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87.xml"/><Relationship Id="rId1" Type="http://schemas.openxmlformats.org/officeDocument/2006/relationships/slideLayout" Target="../slideLayouts/slideLayout2.xml"/></Relationships>
</file>

<file path=ppt/slides/_rels/slide4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8.xml"/><Relationship Id="rId1" Type="http://schemas.openxmlformats.org/officeDocument/2006/relationships/slideLayout" Target="../slideLayouts/slideLayout2.xml"/></Relationships>
</file>

<file path=ppt/slides/_rels/slide4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9.xml"/><Relationship Id="rId1" Type="http://schemas.openxmlformats.org/officeDocument/2006/relationships/slideLayout" Target="../slideLayouts/slideLayout2.xml"/></Relationships>
</file>

<file path=ppt/slides/_rels/slide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0.xml"/><Relationship Id="rId1" Type="http://schemas.openxmlformats.org/officeDocument/2006/relationships/slideLayout" Target="../slideLayouts/slideLayout2.xml"/></Relationships>
</file>

<file path=ppt/slides/_rels/slide4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1.xml"/><Relationship Id="rId1" Type="http://schemas.openxmlformats.org/officeDocument/2006/relationships/slideLayout" Target="../slideLayouts/slideLayout2.xml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92.xml"/><Relationship Id="rId1" Type="http://schemas.openxmlformats.org/officeDocument/2006/relationships/slideLayout" Target="../slideLayouts/slideLayout2.xml"/></Relationships>
</file>

<file path=ppt/slides/_rels/slide4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3.xml"/><Relationship Id="rId1" Type="http://schemas.openxmlformats.org/officeDocument/2006/relationships/slideLayout" Target="../slideLayouts/slideLayout2.xml"/></Relationships>
</file>

<file path=ppt/slides/_rels/slide4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4.xml"/><Relationship Id="rId1" Type="http://schemas.openxmlformats.org/officeDocument/2006/relationships/slideLayout" Target="../slideLayouts/slideLayout2.xml"/></Relationships>
</file>

<file path=ppt/slides/_rels/slide4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5.xml"/><Relationship Id="rId1" Type="http://schemas.openxmlformats.org/officeDocument/2006/relationships/slideLayout" Target="../slideLayouts/slideLayout2.xml"/></Relationships>
</file>

<file path=ppt/slides/_rels/slide4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6.xml"/><Relationship Id="rId1" Type="http://schemas.openxmlformats.org/officeDocument/2006/relationships/slideLayout" Target="../slideLayouts/slideLayout2.xml"/></Relationships>
</file>

<file path=ppt/slides/_rels/slide4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7.xml"/><Relationship Id="rId1" Type="http://schemas.openxmlformats.org/officeDocument/2006/relationships/slideLayout" Target="../slideLayouts/slideLayout2.xml"/></Relationships>
</file>

<file path=ppt/slides/_rels/slide4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8.xml"/><Relationship Id="rId1" Type="http://schemas.openxmlformats.org/officeDocument/2006/relationships/slideLayout" Target="../slideLayouts/slideLayout2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99.xml"/><Relationship Id="rId1" Type="http://schemas.openxmlformats.org/officeDocument/2006/relationships/slideLayout" Target="../slideLayouts/slideLayout2.xml"/></Relationships>
</file>

<file path=ppt/slides/_rels/slide4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0.xml"/><Relationship Id="rId1" Type="http://schemas.openxmlformats.org/officeDocument/2006/relationships/slideLayout" Target="../slideLayouts/slideLayout2.xml"/></Relationships>
</file>

<file path=ppt/slides/_rels/slide4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1.xml"/><Relationship Id="rId1" Type="http://schemas.openxmlformats.org/officeDocument/2006/relationships/slideLayout" Target="../slideLayouts/slideLayout2.xml"/></Relationships>
</file>

<file path=ppt/slides/_rels/slide4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2.xml"/><Relationship Id="rId1" Type="http://schemas.openxmlformats.org/officeDocument/2006/relationships/slideLayout" Target="../slideLayouts/slideLayout2.xml"/></Relationships>
</file>

<file path=ppt/slides/_rels/slide4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3.xml"/><Relationship Id="rId1" Type="http://schemas.openxmlformats.org/officeDocument/2006/relationships/slideLayout" Target="../slideLayouts/slideLayout2.xml"/></Relationships>
</file>

<file path=ppt/slides/_rels/slide4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4.xml"/><Relationship Id="rId1" Type="http://schemas.openxmlformats.org/officeDocument/2006/relationships/slideLayout" Target="../slideLayouts/slideLayout2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405.xml"/><Relationship Id="rId1" Type="http://schemas.openxmlformats.org/officeDocument/2006/relationships/slideLayout" Target="../slideLayouts/slideLayout2.xml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06.xml"/><Relationship Id="rId1" Type="http://schemas.openxmlformats.org/officeDocument/2006/relationships/slideLayout" Target="../slideLayouts/slideLayout2.xml"/></Relationships>
</file>

<file path=ppt/slides/_rels/slide4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7.xml"/><Relationship Id="rId1" Type="http://schemas.openxmlformats.org/officeDocument/2006/relationships/slideLayout" Target="../slideLayouts/slideLayout2.xml"/></Relationships>
</file>

<file path=ppt/slides/_rels/slide4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8.xml"/><Relationship Id="rId1" Type="http://schemas.openxmlformats.org/officeDocument/2006/relationships/slideLayout" Target="../slideLayouts/slideLayout2.xml"/></Relationships>
</file>

<file path=ppt/slides/_rels/slide4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9.xml"/><Relationship Id="rId1" Type="http://schemas.openxmlformats.org/officeDocument/2006/relationships/slideLayout" Target="../slideLayouts/slideLayout2.xml"/></Relationships>
</file>

<file path=ppt/slides/_rels/slide4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0.xml"/><Relationship Id="rId1" Type="http://schemas.openxmlformats.org/officeDocument/2006/relationships/slideLayout" Target="../slideLayouts/slideLayout2.xml"/></Relationships>
</file>

<file path=ppt/slides/_rels/slide4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1.xml"/><Relationship Id="rId1" Type="http://schemas.openxmlformats.org/officeDocument/2006/relationships/slideLayout" Target="../slideLayouts/slideLayout2.xml"/></Relationships>
</file>

<file path=ppt/slides/_rels/slide4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2.xml"/><Relationship Id="rId1" Type="http://schemas.openxmlformats.org/officeDocument/2006/relationships/slideLayout" Target="../slideLayouts/slideLayout2.xml"/></Relationships>
</file>

<file path=ppt/slides/_rels/slide4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3.xml"/><Relationship Id="rId1" Type="http://schemas.openxmlformats.org/officeDocument/2006/relationships/slideLayout" Target="../slideLayouts/slideLayout2.xml"/></Relationships>
</file>

<file path=ppt/slides/_rels/slide4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4.xml"/><Relationship Id="rId1" Type="http://schemas.openxmlformats.org/officeDocument/2006/relationships/slideLayout" Target="../slideLayouts/slideLayout2.xml"/></Relationships>
</file>

<file path=ppt/slides/_rels/slide4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5.xml"/><Relationship Id="rId1" Type="http://schemas.openxmlformats.org/officeDocument/2006/relationships/slideLayout" Target="../slideLayouts/slideLayout2.xml"/></Relationships>
</file>

<file path=ppt/slides/_rels/slide4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6.xml"/><Relationship Id="rId1" Type="http://schemas.openxmlformats.org/officeDocument/2006/relationships/slideLayout" Target="../slideLayouts/slideLayout2.xml"/></Relationships>
</file>

<file path=ppt/slides/_rels/slide4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7.xml"/><Relationship Id="rId1" Type="http://schemas.openxmlformats.org/officeDocument/2006/relationships/slideLayout" Target="../slideLayouts/slideLayout2.xml"/></Relationships>
</file>

<file path=ppt/slides/_rels/slide4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8.xml"/><Relationship Id="rId1" Type="http://schemas.openxmlformats.org/officeDocument/2006/relationships/slideLayout" Target="../slideLayouts/slideLayout2.xml"/></Relationships>
</file>

<file path=ppt/slides/_rels/slide4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9.xml"/><Relationship Id="rId1" Type="http://schemas.openxmlformats.org/officeDocument/2006/relationships/slideLayout" Target="../slideLayouts/slideLayout2.xml"/></Relationships>
</file>

<file path=ppt/slides/_rels/slide4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0.xml"/><Relationship Id="rId1" Type="http://schemas.openxmlformats.org/officeDocument/2006/relationships/slideLayout" Target="../slideLayouts/slideLayout2.xml"/></Relationships>
</file>

<file path=ppt/slides/_rels/slide4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1.xml"/><Relationship Id="rId1" Type="http://schemas.openxmlformats.org/officeDocument/2006/relationships/slideLayout" Target="../slideLayouts/slideLayout2.xml"/></Relationships>
</file>

<file path=ppt/slides/_rels/slide5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2.xml"/><Relationship Id="rId1" Type="http://schemas.openxmlformats.org/officeDocument/2006/relationships/slideLayout" Target="../slideLayouts/slideLayout2.xml"/></Relationships>
</file>

<file path=ppt/slides/_rels/slide5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3.xml"/><Relationship Id="rId1" Type="http://schemas.openxmlformats.org/officeDocument/2006/relationships/slideLayout" Target="../slideLayouts/slideLayout2.xml"/></Relationships>
</file>

<file path=ppt/slides/_rels/slide5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4.xml"/><Relationship Id="rId1" Type="http://schemas.openxmlformats.org/officeDocument/2006/relationships/slideLayout" Target="../slideLayouts/slideLayout2.xml"/></Relationships>
</file>

<file path=ppt/slides/_rels/slide5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5.xml"/><Relationship Id="rId1" Type="http://schemas.openxmlformats.org/officeDocument/2006/relationships/slideLayout" Target="../slideLayouts/slideLayout2.xml"/></Relationships>
</file>

<file path=ppt/slides/_rels/slide5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6.xml"/><Relationship Id="rId1" Type="http://schemas.openxmlformats.org/officeDocument/2006/relationships/slideLayout" Target="../slideLayouts/slideLayout2.xml"/></Relationships>
</file>

<file path=ppt/slides/_rels/slide5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7.xml"/><Relationship Id="rId1" Type="http://schemas.openxmlformats.org/officeDocument/2006/relationships/slideLayout" Target="../slideLayouts/slideLayout2.xml"/></Relationships>
</file>

<file path=ppt/slides/_rels/slide5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8.xml"/><Relationship Id="rId1" Type="http://schemas.openxmlformats.org/officeDocument/2006/relationships/slideLayout" Target="../slideLayouts/slideLayout2.xml"/></Relationships>
</file>

<file path=ppt/slides/_rels/slide5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9.xml"/><Relationship Id="rId1" Type="http://schemas.openxmlformats.org/officeDocument/2006/relationships/slideLayout" Target="../slideLayouts/slideLayout2.xml"/></Relationships>
</file>

<file path=ppt/slides/_rels/slide5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0.xml"/><Relationship Id="rId1" Type="http://schemas.openxmlformats.org/officeDocument/2006/relationships/slideLayout" Target="../slideLayouts/slideLayout2.xml"/></Relationships>
</file>

<file path=ppt/slides/_rels/slide5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1.xml"/><Relationship Id="rId1" Type="http://schemas.openxmlformats.org/officeDocument/2006/relationships/slideLayout" Target="../slideLayouts/slideLayout2.xml"/></Relationships>
</file>

<file path=ppt/slides/_rels/slide5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2.xml"/><Relationship Id="rId1" Type="http://schemas.openxmlformats.org/officeDocument/2006/relationships/slideLayout" Target="../slideLayouts/slideLayout2.xml"/></Relationships>
</file>

<file path=ppt/slides/_rels/slide5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3.xml"/><Relationship Id="rId1" Type="http://schemas.openxmlformats.org/officeDocument/2006/relationships/slideLayout" Target="../slideLayouts/slideLayout2.xml"/></Relationships>
</file>

<file path=ppt/slides/_rels/slide5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4.xml"/><Relationship Id="rId1" Type="http://schemas.openxmlformats.org/officeDocument/2006/relationships/slideLayout" Target="../slideLayouts/slideLayout2.xml"/></Relationships>
</file>

<file path=ppt/slides/_rels/slide5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5.xml"/><Relationship Id="rId1" Type="http://schemas.openxmlformats.org/officeDocument/2006/relationships/slideLayout" Target="../slideLayouts/slideLayout2.xml"/></Relationships>
</file>

<file path=ppt/slides/_rels/slide5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6.xml"/><Relationship Id="rId1" Type="http://schemas.openxmlformats.org/officeDocument/2006/relationships/slideLayout" Target="../slideLayouts/slideLayout2.xml"/></Relationships>
</file>

<file path=ppt/slides/_rels/slide5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7.xml"/><Relationship Id="rId1" Type="http://schemas.openxmlformats.org/officeDocument/2006/relationships/slideLayout" Target="../slideLayouts/slideLayout2.xml"/></Relationships>
</file>

<file path=ppt/slides/_rels/slide5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8.xml"/><Relationship Id="rId1" Type="http://schemas.openxmlformats.org/officeDocument/2006/relationships/slideLayout" Target="../slideLayouts/slideLayout2.xml"/></Relationships>
</file>

<file path=ppt/slides/_rels/slide5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9.xml"/><Relationship Id="rId1" Type="http://schemas.openxmlformats.org/officeDocument/2006/relationships/slideLayout" Target="../slideLayouts/slideLayout2.xml"/></Relationships>
</file>

<file path=ppt/slides/_rels/slide5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0.xml"/><Relationship Id="rId1" Type="http://schemas.openxmlformats.org/officeDocument/2006/relationships/slideLayout" Target="../slideLayouts/slideLayout2.xml"/></Relationships>
</file>

<file path=ppt/slides/_rels/slide5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41.xml"/><Relationship Id="rId1" Type="http://schemas.openxmlformats.org/officeDocument/2006/relationships/slideLayout" Target="../slideLayouts/slideLayout2.xml"/></Relationships>
</file>

<file path=ppt/slides/_rels/slide5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2.xml"/><Relationship Id="rId1" Type="http://schemas.openxmlformats.org/officeDocument/2006/relationships/slideLayout" Target="../slideLayouts/slideLayout2.xml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43.xml"/><Relationship Id="rId1" Type="http://schemas.openxmlformats.org/officeDocument/2006/relationships/slideLayout" Target="../slideLayouts/slideLayout2.xml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44.xml"/><Relationship Id="rId1" Type="http://schemas.openxmlformats.org/officeDocument/2006/relationships/slideLayout" Target="../slideLayouts/slideLayout2.xml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45.xml"/><Relationship Id="rId1" Type="http://schemas.openxmlformats.org/officeDocument/2006/relationships/slideLayout" Target="../slideLayouts/slideLayout2.xml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46.xml"/><Relationship Id="rId1" Type="http://schemas.openxmlformats.org/officeDocument/2006/relationships/slideLayout" Target="../slideLayouts/slideLayout2.xml"/></Relationships>
</file>

<file path=ppt/slides/_rels/slide5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7.xml"/><Relationship Id="rId1" Type="http://schemas.openxmlformats.org/officeDocument/2006/relationships/slideLayout" Target="../slideLayouts/slideLayout2.xml"/></Relationships>
</file>

<file path=ppt/slides/_rels/slide5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8.xml"/><Relationship Id="rId1" Type="http://schemas.openxmlformats.org/officeDocument/2006/relationships/slideLayout" Target="../slideLayouts/slideLayout2.xml"/></Relationships>
</file>

<file path=ppt/slides/_rels/slide5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9.xml"/><Relationship Id="rId1" Type="http://schemas.openxmlformats.org/officeDocument/2006/relationships/slideLayout" Target="../slideLayouts/slideLayout2.xml"/></Relationships>
</file>

<file path=ppt/slides/_rels/slide5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0.xml"/><Relationship Id="rId1" Type="http://schemas.openxmlformats.org/officeDocument/2006/relationships/slideLayout" Target="../slideLayouts/slideLayout2.xml"/></Relationships>
</file>

<file path=ppt/slides/_rels/slide5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1.xml"/><Relationship Id="rId1" Type="http://schemas.openxmlformats.org/officeDocument/2006/relationships/slideLayout" Target="../slideLayouts/slideLayout2.xml"/></Relationships>
</file>

<file path=ppt/slides/_rels/slide5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2.xml"/><Relationship Id="rId1" Type="http://schemas.openxmlformats.org/officeDocument/2006/relationships/slideLayout" Target="../slideLayouts/slideLayout2.xml"/></Relationships>
</file>

<file path=ppt/slides/_rels/slide5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3.xml"/><Relationship Id="rId1" Type="http://schemas.openxmlformats.org/officeDocument/2006/relationships/slideLayout" Target="../slideLayouts/slideLayout2.xml"/></Relationships>
</file>

<file path=ppt/slides/_rels/slide5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4.xml"/><Relationship Id="rId1" Type="http://schemas.openxmlformats.org/officeDocument/2006/relationships/slideLayout" Target="../slideLayouts/slideLayout2.xml"/></Relationships>
</file>

<file path=ppt/slides/_rels/slide5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5.xml"/><Relationship Id="rId1" Type="http://schemas.openxmlformats.org/officeDocument/2006/relationships/slideLayout" Target="../slideLayouts/slideLayout2.xml"/></Relationships>
</file>

<file path=ppt/slides/_rels/slide5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6.xml"/><Relationship Id="rId1" Type="http://schemas.openxmlformats.org/officeDocument/2006/relationships/slideLayout" Target="../slideLayouts/slideLayout2.xml"/></Relationships>
</file>

<file path=ppt/slides/_rels/slide5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7.xml"/><Relationship Id="rId1" Type="http://schemas.openxmlformats.org/officeDocument/2006/relationships/slideLayout" Target="../slideLayouts/slideLayout2.xml"/></Relationships>
</file>

<file path=ppt/slides/_rels/slide5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8.xml"/><Relationship Id="rId1" Type="http://schemas.openxmlformats.org/officeDocument/2006/relationships/slideLayout" Target="../slideLayouts/slideLayout2.xml"/></Relationships>
</file>

<file path=ppt/slides/_rels/slide5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9.xml"/><Relationship Id="rId1" Type="http://schemas.openxmlformats.org/officeDocument/2006/relationships/slideLayout" Target="../slideLayouts/slideLayout2.xml"/></Relationships>
</file>

<file path=ppt/slides/_rels/slide5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0.xml"/><Relationship Id="rId1" Type="http://schemas.openxmlformats.org/officeDocument/2006/relationships/slideLayout" Target="../slideLayouts/slideLayout2.xml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461.xml"/><Relationship Id="rId1" Type="http://schemas.openxmlformats.org/officeDocument/2006/relationships/slideLayout" Target="../slideLayouts/slideLayout2.xml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62.xml"/><Relationship Id="rId1" Type="http://schemas.openxmlformats.org/officeDocument/2006/relationships/slideLayout" Target="../slideLayouts/slideLayout2.xml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463.xml"/><Relationship Id="rId1" Type="http://schemas.openxmlformats.org/officeDocument/2006/relationships/slideLayout" Target="../slideLayouts/slideLayout2.xml"/></Relationships>
</file>

<file path=ppt/slides/_rels/slide5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4.xml"/><Relationship Id="rId1" Type="http://schemas.openxmlformats.org/officeDocument/2006/relationships/slideLayout" Target="../slideLayouts/slideLayout2.xml"/></Relationships>
</file>

<file path=ppt/slides/_rels/slide5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5.xml"/><Relationship Id="rId1" Type="http://schemas.openxmlformats.org/officeDocument/2006/relationships/slideLayout" Target="../slideLayouts/slideLayout2.xml"/></Relationships>
</file>

<file path=ppt/slides/_rels/slide5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6.xml"/><Relationship Id="rId1" Type="http://schemas.openxmlformats.org/officeDocument/2006/relationships/slideLayout" Target="../slideLayouts/slideLayout2.xml"/></Relationships>
</file>

<file path=ppt/slides/_rels/slide5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7.xml"/><Relationship Id="rId1" Type="http://schemas.openxmlformats.org/officeDocument/2006/relationships/slideLayout" Target="../slideLayouts/slideLayout2.xml"/></Relationships>
</file>

<file path=ppt/slides/_rels/slide5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8.xml"/><Relationship Id="rId1" Type="http://schemas.openxmlformats.org/officeDocument/2006/relationships/slideLayout" Target="../slideLayouts/slideLayout2.xml"/></Relationships>
</file>

<file path=ppt/slides/_rels/slide5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9.xml"/><Relationship Id="rId1" Type="http://schemas.openxmlformats.org/officeDocument/2006/relationships/slideLayout" Target="../slideLayouts/slideLayout2.xml"/></Relationships>
</file>

<file path=ppt/slides/_rels/slide5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0.xml"/><Relationship Id="rId1" Type="http://schemas.openxmlformats.org/officeDocument/2006/relationships/slideLayout" Target="../slideLayouts/slideLayout2.xml"/></Relationships>
</file>

<file path=ppt/slides/_rels/slide5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1.xml"/><Relationship Id="rId1" Type="http://schemas.openxmlformats.org/officeDocument/2006/relationships/slideLayout" Target="../slideLayouts/slideLayout2.xml"/></Relationships>
</file>

<file path=ppt/slides/_rels/slide5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2.xml"/><Relationship Id="rId1" Type="http://schemas.openxmlformats.org/officeDocument/2006/relationships/slideLayout" Target="../slideLayouts/slideLayout2.xml"/></Relationships>
</file>

<file path=ppt/slides/_rels/slide5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3.xml"/><Relationship Id="rId1" Type="http://schemas.openxmlformats.org/officeDocument/2006/relationships/slideLayout" Target="../slideLayouts/slideLayout2.xml"/></Relationships>
</file>

<file path=ppt/slides/_rels/slide5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4.xml"/><Relationship Id="rId1" Type="http://schemas.openxmlformats.org/officeDocument/2006/relationships/slideLayout" Target="../slideLayouts/slideLayout2.xml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75.xml"/><Relationship Id="rId1" Type="http://schemas.openxmlformats.org/officeDocument/2006/relationships/slideLayout" Target="../slideLayouts/slideLayout2.xml"/></Relationships>
</file>

<file path=ppt/slides/_rels/slide5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6.xml"/><Relationship Id="rId1" Type="http://schemas.openxmlformats.org/officeDocument/2006/relationships/slideLayout" Target="../slideLayouts/slideLayout2.xml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77.xml"/><Relationship Id="rId1" Type="http://schemas.openxmlformats.org/officeDocument/2006/relationships/slideLayout" Target="../slideLayouts/slideLayout2.xml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478.xml"/><Relationship Id="rId1" Type="http://schemas.openxmlformats.org/officeDocument/2006/relationships/slideLayout" Target="../slideLayouts/slideLayout2.xml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79.xml"/><Relationship Id="rId1" Type="http://schemas.openxmlformats.org/officeDocument/2006/relationships/slideLayout" Target="../slideLayouts/slideLayout2.xml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480.xml"/><Relationship Id="rId1" Type="http://schemas.openxmlformats.org/officeDocument/2006/relationships/slideLayout" Target="../slideLayouts/slideLayout2.xml"/></Relationships>
</file>

<file path=ppt/slides/_rels/slide5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1.xml"/><Relationship Id="rId1" Type="http://schemas.openxmlformats.org/officeDocument/2006/relationships/slideLayout" Target="../slideLayouts/slideLayout2.xml"/></Relationships>
</file>

<file path=ppt/slides/_rels/slide5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2.xml"/><Relationship Id="rId1" Type="http://schemas.openxmlformats.org/officeDocument/2006/relationships/slideLayout" Target="../slideLayouts/slideLayout2.xml"/></Relationships>
</file>

<file path=ppt/slides/_rels/slide5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3.xml"/><Relationship Id="rId1" Type="http://schemas.openxmlformats.org/officeDocument/2006/relationships/slideLayout" Target="../slideLayouts/slideLayout2.xml"/></Relationships>
</file>

<file path=ppt/slides/_rels/slide5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4.xml"/><Relationship Id="rId1" Type="http://schemas.openxmlformats.org/officeDocument/2006/relationships/slideLayout" Target="../slideLayouts/slideLayout2.xml"/></Relationships>
</file>

<file path=ppt/slides/_rels/slide5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5.xml"/><Relationship Id="rId1" Type="http://schemas.openxmlformats.org/officeDocument/2006/relationships/slideLayout" Target="../slideLayouts/slideLayout2.xml"/></Relationships>
</file>

<file path=ppt/slides/_rels/slide5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6.xml"/><Relationship Id="rId1" Type="http://schemas.openxmlformats.org/officeDocument/2006/relationships/slideLayout" Target="../slideLayouts/slideLayout2.xml"/></Relationships>
</file>

<file path=ppt/slides/_rels/slide5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7.xml"/><Relationship Id="rId1" Type="http://schemas.openxmlformats.org/officeDocument/2006/relationships/slideLayout" Target="../slideLayouts/slideLayout2.xml"/></Relationships>
</file>

<file path=ppt/slides/_rels/slide5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8.xml"/><Relationship Id="rId1" Type="http://schemas.openxmlformats.org/officeDocument/2006/relationships/slideLayout" Target="../slideLayouts/slideLayout2.xml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89.xml"/><Relationship Id="rId1" Type="http://schemas.openxmlformats.org/officeDocument/2006/relationships/slideLayout" Target="../slideLayouts/slideLayout2.xml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490.xml"/><Relationship Id="rId1" Type="http://schemas.openxmlformats.org/officeDocument/2006/relationships/slideLayout" Target="../slideLayouts/slideLayout2.xml"/></Relationships>
</file>

<file path=ppt/slides/_rels/slide5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1.xml"/><Relationship Id="rId1" Type="http://schemas.openxmlformats.org/officeDocument/2006/relationships/slideLayout" Target="../slideLayouts/slideLayout2.xml"/></Relationships>
</file>

<file path=ppt/slides/_rels/slide5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2.xml"/><Relationship Id="rId1" Type="http://schemas.openxmlformats.org/officeDocument/2006/relationships/slideLayout" Target="../slideLayouts/slideLayout2.xml"/></Relationships>
</file>

<file path=ppt/slides/_rels/slide5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3.xml"/><Relationship Id="rId1" Type="http://schemas.openxmlformats.org/officeDocument/2006/relationships/slideLayout" Target="../slideLayouts/slideLayout2.xml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494.xml"/><Relationship Id="rId1" Type="http://schemas.openxmlformats.org/officeDocument/2006/relationships/slideLayout" Target="../slideLayouts/slideLayout2.xml"/></Relationships>
</file>

<file path=ppt/slides/_rels/slide5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5.xml"/><Relationship Id="rId1" Type="http://schemas.openxmlformats.org/officeDocument/2006/relationships/slideLayout" Target="../slideLayouts/slideLayout2.xml"/></Relationships>
</file>

<file path=ppt/slides/_rels/slide5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6.xml"/><Relationship Id="rId1" Type="http://schemas.openxmlformats.org/officeDocument/2006/relationships/slideLayout" Target="../slideLayouts/slideLayout2.xml"/></Relationships>
</file>

<file path=ppt/slides/_rels/slide5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7.xml"/><Relationship Id="rId1" Type="http://schemas.openxmlformats.org/officeDocument/2006/relationships/slideLayout" Target="../slideLayouts/slideLayout2.xml"/></Relationships>
</file>

<file path=ppt/slides/_rels/slide5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8.xml"/><Relationship Id="rId1" Type="http://schemas.openxmlformats.org/officeDocument/2006/relationships/slideLayout" Target="../slideLayouts/slideLayout2.xml"/></Relationships>
</file>

<file path=ppt/slides/_rels/slide5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9.xml"/><Relationship Id="rId1" Type="http://schemas.openxmlformats.org/officeDocument/2006/relationships/slideLayout" Target="../slideLayouts/slideLayout2.xml"/></Relationships>
</file>

<file path=ppt/slides/_rels/slide5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0.xml"/><Relationship Id="rId1" Type="http://schemas.openxmlformats.org/officeDocument/2006/relationships/slideLayout" Target="../slideLayouts/slideLayout2.xml"/></Relationships>
</file>

<file path=ppt/slides/_rels/slide5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Spring Boot</a:t>
            </a:r>
            <a:endParaRPr lang="ko-KR" altLang="en-US" dirty="0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722562"/>
          </a:xfrm>
        </p:spPr>
        <p:txBody>
          <a:bodyPr>
            <a:normAutofit lnSpcReduction="10000"/>
          </a:bodyPr>
          <a:lstStyle/>
          <a:p>
            <a:r>
              <a:rPr lang="en-US" altLang="ko-KR" sz="3000" dirty="0">
                <a:latin typeface="+mj-ea"/>
                <a:ea typeface="+mj-ea"/>
              </a:rPr>
              <a:t>Enterprise Web Application Framework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장민창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>
                <a:latin typeface="+mj-ea"/>
                <a:ea typeface="+mj-ea"/>
              </a:rPr>
              <a:t>codemakers.kr@gmail.com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18AE2C-570F-EB53-8774-C9D65086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4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pPr algn="l"/>
            <a:r>
              <a:rPr lang="en-US" altLang="ko-KR" dirty="0">
                <a:latin typeface="+mj-ea"/>
              </a:rPr>
              <a:t>Spring Boot </a:t>
            </a:r>
            <a:r>
              <a:rPr lang="ko-KR" altLang="en-US" dirty="0">
                <a:latin typeface="+mj-ea"/>
              </a:rPr>
              <a:t>환경 구성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602038"/>
            <a:ext cx="7620001" cy="3255962"/>
          </a:xfrm>
        </p:spPr>
        <p:txBody>
          <a:bodyPr>
            <a:normAutofit/>
          </a:bodyPr>
          <a:lstStyle/>
          <a:p>
            <a:pPr marL="514350" indent="-514350" algn="r">
              <a:buAutoNum type="arabicPeriod"/>
            </a:pPr>
            <a:r>
              <a:rPr lang="en-US" altLang="ko-KR" sz="2000" dirty="0">
                <a:latin typeface="+mj-ea"/>
                <a:ea typeface="+mj-ea"/>
              </a:rPr>
              <a:t>Spring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Tool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Suite </a:t>
            </a:r>
            <a:r>
              <a:rPr lang="ko-KR" altLang="en-US" sz="2000" dirty="0">
                <a:latin typeface="+mj-ea"/>
                <a:ea typeface="+mj-ea"/>
              </a:rPr>
              <a:t>설치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18CF88-74D1-AD94-A0E0-4A6CD4DE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041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1. Spring Tool Suite </a:t>
            </a:r>
            <a:r>
              <a:rPr lang="ko-KR" altLang="en-US" sz="4000" b="1" dirty="0">
                <a:latin typeface="+mj-ea"/>
              </a:rPr>
              <a:t>설치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45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100000"/>
              <a:defRPr sz="1600"/>
            </a:pPr>
            <a:r>
              <a:rPr lang="en-US" altLang="ko-KR" dirty="0"/>
              <a:t>https://spring.io</a:t>
            </a:r>
            <a:endParaRPr lang="ko-KR" altLang="en-US" sz="1500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9FB5F1-D58B-C42D-7420-BDDB1B421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68592"/>
            <a:ext cx="8229600" cy="349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4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en-US" altLang="ko-KR" dirty="0"/>
              <a:t>Projects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DEVELOPMENTS</a:t>
            </a:r>
            <a:r>
              <a:rPr lang="ko-KR" altLang="en-US" dirty="0"/>
              <a:t> </a:t>
            </a:r>
            <a:r>
              <a:rPr lang="en-US" altLang="ko-KR" dirty="0"/>
              <a:t>TOOL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Tools 4</a:t>
            </a:r>
          </a:p>
          <a:p>
            <a:pPr lvl="1"/>
            <a:r>
              <a:rPr lang="en-US" altLang="ko-KR" dirty="0"/>
              <a:t>OS</a:t>
            </a:r>
            <a:r>
              <a:rPr lang="ko-KR" altLang="en-US" dirty="0"/>
              <a:t>에 알맞은 버전 다운로드</a:t>
            </a:r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B857EF-C189-243C-6923-5F9FA4B0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85437"/>
            <a:ext cx="6606201" cy="419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7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설치하기</a:t>
            </a:r>
            <a:endParaRPr lang="en-US" altLang="ko-KR" dirty="0"/>
          </a:p>
          <a:p>
            <a:pPr lvl="1"/>
            <a:r>
              <a:rPr lang="en-US" altLang="ko-KR" dirty="0"/>
              <a:t>1. C:\Devs </a:t>
            </a:r>
            <a:r>
              <a:rPr lang="ko-KR" altLang="en-US" dirty="0"/>
              <a:t>에 파일 옮기기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탐색기 주소에서 </a:t>
            </a:r>
            <a:r>
              <a:rPr lang="en-US" altLang="ko-KR" dirty="0"/>
              <a:t>“</a:t>
            </a:r>
            <a:r>
              <a:rPr lang="en-US" altLang="ko-KR" dirty="0" err="1"/>
              <a:t>cmd</a:t>
            </a:r>
            <a:r>
              <a:rPr lang="en-US" altLang="ko-KR" dirty="0"/>
              <a:t>” </a:t>
            </a:r>
            <a:r>
              <a:rPr lang="ko-KR" altLang="en-US" dirty="0"/>
              <a:t>입력 후</a:t>
            </a:r>
            <a:r>
              <a:rPr lang="en-US" altLang="ko-KR" dirty="0"/>
              <a:t> </a:t>
            </a:r>
            <a:r>
              <a:rPr lang="ko-KR" altLang="en-US" dirty="0" err="1"/>
              <a:t>엔터</a:t>
            </a:r>
            <a:endParaRPr lang="ko-KR" altLang="en-US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F2B4A9-0AC8-92BB-8369-4C4B40947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09800"/>
            <a:ext cx="4515480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설치하기</a:t>
            </a:r>
            <a:endParaRPr lang="en-US" altLang="ko-KR" dirty="0"/>
          </a:p>
          <a:p>
            <a:pPr lvl="1"/>
            <a:r>
              <a:rPr lang="en-US" altLang="ko-KR" dirty="0"/>
              <a:t>3. java --version </a:t>
            </a:r>
            <a:r>
              <a:rPr lang="ko-KR" altLang="en-US" dirty="0"/>
              <a:t>입력 후 </a:t>
            </a:r>
            <a:r>
              <a:rPr lang="ko-KR" altLang="en-US" dirty="0" err="1"/>
              <a:t>엔터</a:t>
            </a:r>
            <a:endParaRPr lang="en-US" altLang="ko-KR" dirty="0"/>
          </a:p>
          <a:p>
            <a:pPr lvl="2"/>
            <a:r>
              <a:rPr lang="en-US" altLang="ko-KR" dirty="0"/>
              <a:t>'java'</a:t>
            </a:r>
            <a:r>
              <a:rPr lang="ko-KR" altLang="en-US" dirty="0"/>
              <a:t>은</a:t>
            </a:r>
            <a:r>
              <a:rPr lang="en-US" altLang="ko-KR" dirty="0"/>
              <a:t>(</a:t>
            </a:r>
            <a:r>
              <a:rPr lang="ko-KR" altLang="en-US" dirty="0"/>
              <a:t>는</a:t>
            </a:r>
            <a:r>
              <a:rPr lang="en-US" altLang="ko-KR" dirty="0"/>
              <a:t>) </a:t>
            </a:r>
            <a:r>
              <a:rPr lang="ko-KR" altLang="en-US" dirty="0"/>
              <a:t>내부 또는 외부 명령</a:t>
            </a:r>
            <a:r>
              <a:rPr lang="en-US" altLang="ko-KR" dirty="0"/>
              <a:t>, </a:t>
            </a:r>
            <a:r>
              <a:rPr lang="ko-KR" altLang="en-US" dirty="0"/>
              <a:t>실행할 수 있는 프로그램</a:t>
            </a:r>
            <a:r>
              <a:rPr lang="en-US" altLang="ko-KR" dirty="0"/>
              <a:t>, </a:t>
            </a:r>
            <a:r>
              <a:rPr lang="ko-KR" altLang="en-US" dirty="0"/>
              <a:t>또는 배치 파일이 아닙니다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3-1. </a:t>
            </a:r>
            <a:r>
              <a:rPr lang="ko-KR" altLang="en-US" dirty="0"/>
              <a:t>위 처럼 나올 경우</a:t>
            </a:r>
            <a:r>
              <a:rPr lang="en-US" altLang="ko-KR" dirty="0"/>
              <a:t>, Java </a:t>
            </a:r>
            <a:r>
              <a:rPr lang="ko-KR" altLang="en-US" dirty="0"/>
              <a:t>설치 및 </a:t>
            </a:r>
            <a:r>
              <a:rPr lang="en-US" altLang="ko-KR" dirty="0"/>
              <a:t>JAVA_HOME</a:t>
            </a:r>
            <a:r>
              <a:rPr lang="ko-KR" altLang="en-US" dirty="0"/>
              <a:t> 환경변수 설정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3-2. </a:t>
            </a:r>
            <a:r>
              <a:rPr lang="ko-KR" altLang="en-US" dirty="0"/>
              <a:t>설정을 마쳤다면 </a:t>
            </a:r>
            <a:r>
              <a:rPr lang="en-US" altLang="ko-KR" dirty="0"/>
              <a:t>2 </a:t>
            </a:r>
            <a:r>
              <a:rPr lang="ko-KR" altLang="en-US" dirty="0"/>
              <a:t>단계부터</a:t>
            </a:r>
            <a:r>
              <a:rPr lang="en-US" altLang="ko-KR" dirty="0"/>
              <a:t> </a:t>
            </a:r>
            <a:r>
              <a:rPr lang="ko-KR" altLang="en-US" dirty="0"/>
              <a:t>재시작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896430D-DF7D-D6DA-7210-10A21BEE3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743200"/>
            <a:ext cx="4688269" cy="193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1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설치하기</a:t>
            </a:r>
            <a:endParaRPr lang="en-US" altLang="ko-KR" dirty="0"/>
          </a:p>
          <a:p>
            <a:pPr lvl="1"/>
            <a:r>
              <a:rPr lang="en-US" altLang="ko-KR" dirty="0"/>
              <a:t>4. Spring</a:t>
            </a:r>
            <a:r>
              <a:rPr lang="ko-KR" altLang="en-US" dirty="0"/>
              <a:t> </a:t>
            </a:r>
            <a:r>
              <a:rPr lang="en-US" altLang="ko-KR" dirty="0"/>
              <a:t>Tool Suite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2"/>
            <a:r>
              <a:rPr lang="ko-KR" altLang="en-US" dirty="0"/>
              <a:t>아래 명령어 입력 후 </a:t>
            </a:r>
            <a:r>
              <a:rPr lang="ko-KR" altLang="en-US" dirty="0" err="1"/>
              <a:t>엔터</a:t>
            </a:r>
            <a:endParaRPr lang="en-US" altLang="ko-KR" dirty="0"/>
          </a:p>
          <a:p>
            <a:pPr lvl="2"/>
            <a:r>
              <a:rPr lang="en-US" altLang="ko-KR" dirty="0"/>
              <a:t>java -jar ./spring-tool-suite-4-4.19.0.RELEASE-e4.28.0-win32.win32.x86_64.self-extracting.jar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설치가 진행되고 있다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EC7FAA-B6B5-0F3D-0CD6-62CC417A0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47" y="2590800"/>
            <a:ext cx="6786653" cy="18680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7B770FB-346E-B5C6-4912-CA1EDF512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647" y="5035414"/>
            <a:ext cx="6786653" cy="186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설치하기</a:t>
            </a:r>
            <a:endParaRPr lang="en-US" altLang="ko-KR" dirty="0"/>
          </a:p>
          <a:p>
            <a:pPr lvl="1"/>
            <a:r>
              <a:rPr lang="en-US" altLang="ko-KR" dirty="0"/>
              <a:t>5. </a:t>
            </a:r>
            <a:r>
              <a:rPr lang="ko-KR" altLang="en-US" dirty="0"/>
              <a:t>실행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SpringToolSuite4.exe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B28290-5559-038F-5935-E65BF3E88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86000"/>
            <a:ext cx="1838582" cy="38867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1ACF7EE-DD4A-2267-80F2-A363D74F0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318122"/>
            <a:ext cx="4591627" cy="222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6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설정하기</a:t>
            </a:r>
            <a:endParaRPr lang="en-US" altLang="ko-KR" dirty="0"/>
          </a:p>
          <a:p>
            <a:pPr lvl="1"/>
            <a:r>
              <a:rPr lang="ko-KR" altLang="en-US" dirty="0"/>
              <a:t>워크스페이스 변경하기</a:t>
            </a:r>
            <a:endParaRPr lang="en-US" altLang="ko-KR" dirty="0"/>
          </a:p>
          <a:p>
            <a:pPr lvl="2"/>
            <a:r>
              <a:rPr lang="en-US" altLang="ko-KR" dirty="0"/>
              <a:t>C:\Devs\Workspace </a:t>
            </a:r>
            <a:r>
              <a:rPr lang="ko-KR" altLang="en-US" dirty="0"/>
              <a:t>로 변경 후 </a:t>
            </a:r>
            <a:r>
              <a:rPr lang="en-US" altLang="ko-KR" dirty="0"/>
              <a:t>Launch</a:t>
            </a:r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17037B-C5EF-3B98-B966-A3C140460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09800"/>
            <a:ext cx="599206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79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en-US" altLang="ko-KR" dirty="0"/>
              <a:t>STS</a:t>
            </a:r>
            <a:r>
              <a:rPr lang="ko-KR" altLang="en-US" dirty="0"/>
              <a:t> </a:t>
            </a:r>
            <a:r>
              <a:rPr lang="en-US" altLang="ko-KR" dirty="0"/>
              <a:t>Java Path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/>
              <a:t>1. Window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Preferences &gt; Java &gt; Installed JREs &gt; Add… </a:t>
            </a:r>
            <a:r>
              <a:rPr lang="ko-KR" altLang="en-US" dirty="0"/>
              <a:t>클릭</a:t>
            </a:r>
            <a:endParaRPr lang="en-US" altLang="ko-KR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B88498-66AB-EAFD-9D72-9AB6FF56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3091"/>
            <a:ext cx="5255963" cy="421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9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en-US" altLang="ko-KR" dirty="0"/>
              <a:t>STS</a:t>
            </a:r>
            <a:r>
              <a:rPr lang="ko-KR" altLang="en-US" dirty="0"/>
              <a:t> </a:t>
            </a:r>
            <a:r>
              <a:rPr lang="en-US" altLang="ko-KR" dirty="0"/>
              <a:t>Java Path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/>
              <a:t>2. Standard VM </a:t>
            </a:r>
            <a:r>
              <a:rPr lang="ko-KR" altLang="en-US" dirty="0"/>
              <a:t>선택 후 </a:t>
            </a:r>
            <a:r>
              <a:rPr lang="en-US" altLang="ko-KR" dirty="0"/>
              <a:t>Next &gt; </a:t>
            </a:r>
            <a:r>
              <a:rPr lang="ko-KR" altLang="en-US" dirty="0"/>
              <a:t>클릭</a:t>
            </a:r>
            <a:endParaRPr lang="en-US" altLang="ko-KR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E4876D-81F0-872D-353D-91A034322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486795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7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en-US" altLang="ko-KR" dirty="0"/>
              <a:t>STS</a:t>
            </a:r>
            <a:r>
              <a:rPr lang="ko-KR" altLang="en-US" dirty="0"/>
              <a:t> </a:t>
            </a:r>
            <a:r>
              <a:rPr lang="en-US" altLang="ko-KR" dirty="0"/>
              <a:t>Java Path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/>
              <a:t>3. Directory… </a:t>
            </a:r>
            <a:r>
              <a:rPr lang="ko-KR" altLang="en-US" dirty="0"/>
              <a:t>클릭</a:t>
            </a:r>
            <a:endParaRPr lang="en-US" altLang="ko-KR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42FFF5-26BF-0E48-B44A-DE30A9843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4867954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3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en-US" altLang="ko-KR" dirty="0"/>
              <a:t>STS</a:t>
            </a:r>
            <a:r>
              <a:rPr lang="ko-KR" altLang="en-US" dirty="0"/>
              <a:t> </a:t>
            </a:r>
            <a:r>
              <a:rPr lang="en-US" altLang="ko-KR" dirty="0"/>
              <a:t>Java Path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/>
              <a:t>4. Java</a:t>
            </a:r>
            <a:r>
              <a:rPr lang="ko-KR" altLang="en-US" dirty="0"/>
              <a:t>가 설치된 경로 찾아서 선택 </a:t>
            </a:r>
            <a:r>
              <a:rPr lang="en-US" altLang="ko-KR" dirty="0"/>
              <a:t>&gt; Finish </a:t>
            </a:r>
            <a:r>
              <a:rPr lang="ko-KR" altLang="en-US" dirty="0"/>
              <a:t>클릭</a:t>
            </a:r>
            <a:r>
              <a:rPr lang="en-US" altLang="ko-KR" dirty="0"/>
              <a:t>	</a:t>
            </a:r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1EE4F9-93A6-7F02-54B2-4117C10BB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4999"/>
            <a:ext cx="4867954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09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D4CABC-D945-4A4C-BD56-75A73E26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en-US" altLang="ko-KR" dirty="0"/>
              <a:t>STS</a:t>
            </a:r>
            <a:r>
              <a:rPr lang="ko-KR" altLang="en-US" dirty="0"/>
              <a:t> </a:t>
            </a:r>
            <a:r>
              <a:rPr lang="en-US" altLang="ko-KR" dirty="0"/>
              <a:t>Java Path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/>
              <a:t>5. </a:t>
            </a:r>
            <a:r>
              <a:rPr lang="ko-KR" altLang="en-US" dirty="0"/>
              <a:t>등록한 </a:t>
            </a:r>
            <a:r>
              <a:rPr lang="en-US" altLang="ko-KR" dirty="0" err="1"/>
              <a:t>jdk</a:t>
            </a:r>
            <a:r>
              <a:rPr lang="en-US" altLang="ko-KR" dirty="0"/>
              <a:t> </a:t>
            </a:r>
            <a:r>
              <a:rPr lang="ko-KR" altLang="en-US" dirty="0"/>
              <a:t>버전을 체크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6. </a:t>
            </a:r>
            <a:r>
              <a:rPr lang="ko-KR" altLang="en-US" dirty="0"/>
              <a:t>기존의 </a:t>
            </a:r>
            <a:r>
              <a:rPr lang="en-US" altLang="ko-KR" dirty="0" err="1"/>
              <a:t>jre</a:t>
            </a:r>
            <a:r>
              <a:rPr lang="ko-KR" altLang="en-US" dirty="0"/>
              <a:t>는 선택 후 </a:t>
            </a:r>
            <a:r>
              <a:rPr lang="en-US" altLang="ko-KR" dirty="0"/>
              <a:t>remove &gt; Apply and Close </a:t>
            </a:r>
            <a:r>
              <a:rPr lang="ko-KR" altLang="en-US" dirty="0"/>
              <a:t>클릭</a:t>
            </a:r>
            <a:endParaRPr lang="en-US" altLang="ko-KR" dirty="0"/>
          </a:p>
        </p:txBody>
      </p:sp>
      <p:sp>
        <p:nvSpPr>
          <p:cNvPr id="577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578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Tool Suite </a:t>
            </a:r>
            <a:r>
              <a:rPr lang="ko-KR" altLang="en-US" dirty="0"/>
              <a:t>설치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199F22-BF74-07DA-10AB-2866DD9DC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2162176"/>
            <a:ext cx="5638799" cy="452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1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676400"/>
            <a:ext cx="8737600" cy="1092200"/>
          </a:xfrm>
        </p:spPr>
        <p:txBody>
          <a:bodyPr/>
          <a:lstStyle/>
          <a:p>
            <a:pPr algn="l"/>
            <a:r>
              <a:rPr lang="en-US" altLang="ko-KR" dirty="0">
                <a:latin typeface="+mj-ea"/>
              </a:rPr>
              <a:t>Spring Framework</a:t>
            </a:r>
            <a:endParaRPr lang="ko-KR" altLang="en-US" dirty="0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899" y="2860675"/>
            <a:ext cx="4381502" cy="3719637"/>
          </a:xfrm>
        </p:spPr>
        <p:txBody>
          <a:bodyPr>
            <a:normAutofit/>
          </a:bodyPr>
          <a:lstStyle/>
          <a:p>
            <a:pPr marL="514350" indent="-514350" algn="r">
              <a:buAutoNum type="arabicPeriod"/>
            </a:pPr>
            <a:r>
              <a:rPr lang="en-US" altLang="ko-KR" sz="2000" dirty="0">
                <a:latin typeface="+mj-ea"/>
                <a:ea typeface="+mj-ea"/>
              </a:rPr>
              <a:t>Spring Framework </a:t>
            </a:r>
            <a:r>
              <a:rPr lang="ko-KR" altLang="en-US" sz="2000" dirty="0">
                <a:latin typeface="+mj-ea"/>
                <a:ea typeface="+mj-ea"/>
              </a:rPr>
              <a:t>개요</a:t>
            </a:r>
            <a:endParaRPr lang="en-US" altLang="ko-KR" sz="2000" dirty="0">
              <a:latin typeface="+mj-ea"/>
              <a:ea typeface="+mj-ea"/>
            </a:endParaRPr>
          </a:p>
          <a:p>
            <a:pPr marL="457200" indent="-457200" algn="r">
              <a:buAutoNum type="arabicPeriod"/>
            </a:pPr>
            <a:r>
              <a:rPr lang="en-US" altLang="ko-KR" sz="2000" dirty="0">
                <a:latin typeface="+mj-ea"/>
                <a:ea typeface="+mj-ea"/>
              </a:rPr>
              <a:t>Spring Project </a:t>
            </a:r>
            <a:r>
              <a:rPr lang="ko-KR" altLang="en-US" sz="2000" dirty="0">
                <a:latin typeface="+mj-ea"/>
                <a:ea typeface="+mj-ea"/>
              </a:rPr>
              <a:t>생성</a:t>
            </a:r>
            <a:endParaRPr lang="en-US" altLang="ko-KR" sz="2000" dirty="0">
              <a:latin typeface="+mj-ea"/>
              <a:ea typeface="+mj-ea"/>
            </a:endParaRPr>
          </a:p>
          <a:p>
            <a:pPr marL="457200" indent="-457200" algn="r">
              <a:buAutoNum type="arabicPeriod"/>
            </a:pPr>
            <a:r>
              <a:rPr lang="en-US" altLang="ko-KR" sz="2000" dirty="0">
                <a:latin typeface="+mj-ea"/>
                <a:ea typeface="+mj-ea"/>
              </a:rPr>
              <a:t>Hello Spring Boot Controller</a:t>
            </a:r>
          </a:p>
          <a:p>
            <a:pPr marL="457200" indent="-457200" algn="r">
              <a:buAutoNum type="arabicPeriod"/>
            </a:pPr>
            <a:r>
              <a:rPr lang="en-US" altLang="ko-KR" sz="2000" dirty="0">
                <a:latin typeface="+mj-ea"/>
                <a:ea typeface="+mj-ea"/>
              </a:rPr>
              <a:t>JSP</a:t>
            </a:r>
            <a:r>
              <a:rPr lang="ko-KR" altLang="en-US" sz="2000" dirty="0">
                <a:latin typeface="+mj-ea"/>
                <a:ea typeface="+mj-ea"/>
              </a:rPr>
              <a:t>로 응답하기</a:t>
            </a:r>
            <a:endParaRPr lang="en-US" altLang="ko-KR" sz="2000" dirty="0">
              <a:latin typeface="+mj-ea"/>
              <a:ea typeface="+mj-ea"/>
            </a:endParaRPr>
          </a:p>
          <a:p>
            <a:pPr marL="457200" indent="-457200" algn="r">
              <a:buAutoNum type="arabicPeriod"/>
            </a:pPr>
            <a:r>
              <a:rPr lang="en-US" altLang="ko-KR" sz="2000" dirty="0">
                <a:latin typeface="+mj-ea"/>
                <a:ea typeface="+mj-ea"/>
              </a:rPr>
              <a:t>JSP</a:t>
            </a:r>
            <a:r>
              <a:rPr lang="ko-KR" altLang="en-US" sz="2000" dirty="0">
                <a:latin typeface="+mj-ea"/>
                <a:ea typeface="+mj-ea"/>
              </a:rPr>
              <a:t>에 데이터 보내기</a:t>
            </a:r>
            <a:endParaRPr lang="en-US" altLang="ko-KR" sz="2000" dirty="0">
              <a:latin typeface="+mj-ea"/>
              <a:ea typeface="+mj-ea"/>
            </a:endParaRPr>
          </a:p>
          <a:p>
            <a:pPr marL="457200" indent="-457200" algn="r">
              <a:buAutoNum type="arabicPeriod"/>
            </a:pPr>
            <a:r>
              <a:rPr lang="en-US" altLang="ko-KR" sz="2000" dirty="0">
                <a:latin typeface="+mj-ea"/>
                <a:ea typeface="+mj-ea"/>
              </a:rPr>
              <a:t>Spring MVC Pattern</a:t>
            </a:r>
          </a:p>
          <a:p>
            <a:pPr marL="457200" indent="-457200" algn="r">
              <a:buAutoNum type="arabicPeriod"/>
            </a:pPr>
            <a:r>
              <a:rPr lang="ko-KR" altLang="en-US" sz="2000" dirty="0">
                <a:latin typeface="+mj-ea"/>
                <a:ea typeface="+mj-ea"/>
              </a:rPr>
              <a:t>게시판 만들어보기</a:t>
            </a:r>
            <a:endParaRPr lang="en-US" altLang="ko-KR" sz="2000" dirty="0">
              <a:latin typeface="+mj-ea"/>
              <a:ea typeface="+mj-ea"/>
            </a:endParaRPr>
          </a:p>
          <a:p>
            <a:pPr marL="457200" indent="-457200" algn="r">
              <a:buAutoNum type="arabicPeriod"/>
            </a:pPr>
            <a:r>
              <a:rPr lang="ko-KR" altLang="en-US" sz="2000" dirty="0">
                <a:latin typeface="+mj-ea"/>
                <a:ea typeface="+mj-ea"/>
              </a:rPr>
              <a:t>파일 업로드</a:t>
            </a:r>
            <a:r>
              <a:rPr lang="en-US" altLang="ko-KR" sz="2000" dirty="0">
                <a:latin typeface="+mj-ea"/>
                <a:ea typeface="+mj-ea"/>
              </a:rPr>
              <a:t>/</a:t>
            </a:r>
            <a:r>
              <a:rPr lang="ko-KR" altLang="en-US" sz="2000" dirty="0">
                <a:latin typeface="+mj-ea"/>
                <a:ea typeface="+mj-ea"/>
              </a:rPr>
              <a:t>다운로드</a:t>
            </a:r>
            <a:endParaRPr lang="en-US" altLang="ko-KR" sz="2000" dirty="0">
              <a:latin typeface="+mj-ea"/>
              <a:ea typeface="+mj-ea"/>
            </a:endParaRPr>
          </a:p>
          <a:p>
            <a:pPr marL="457200" indent="-457200" algn="r">
              <a:buFont typeface="Arial" panose="020B0604020202020204" pitchFamily="34" charset="0"/>
              <a:buAutoNum type="arabicPeriod"/>
            </a:pPr>
            <a:r>
              <a:rPr lang="ko-KR" altLang="en-US" sz="2000" b="0" dirty="0">
                <a:latin typeface="+mj-ea"/>
                <a:ea typeface="+mj-ea"/>
              </a:rPr>
              <a:t>파라미터 유효성 검사</a:t>
            </a:r>
            <a:endParaRPr lang="en-US" altLang="ko-KR" sz="2000" b="0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2705956"/>
            <a:ext cx="9023932" cy="6264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18CF88-74D1-AD94-A0E0-4A6CD4DE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7F639C65-6C98-98B2-2036-3E57754E920F}"/>
              </a:ext>
            </a:extLst>
          </p:cNvPr>
          <p:cNvSpPr txBox="1">
            <a:spLocks/>
          </p:cNvSpPr>
          <p:nvPr/>
        </p:nvSpPr>
        <p:spPr>
          <a:xfrm>
            <a:off x="5029200" y="2860675"/>
            <a:ext cx="3810001" cy="3719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ko-KR" altLang="en-US" sz="2000" b="0" dirty="0">
                <a:latin typeface="+mj-ea"/>
                <a:ea typeface="+mj-ea"/>
              </a:rPr>
              <a:t>회원제 게시판으로 개선</a:t>
            </a:r>
            <a:endParaRPr lang="en-US" altLang="ko-KR" sz="2000" b="0" dirty="0">
              <a:latin typeface="+mj-ea"/>
              <a:ea typeface="+mj-ea"/>
            </a:endParaRPr>
          </a:p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ko-KR" altLang="en-US" sz="2000" b="0" dirty="0">
                <a:latin typeface="+mj-ea"/>
                <a:ea typeface="+mj-ea"/>
              </a:rPr>
              <a:t>엑셀다운로드 하기</a:t>
            </a:r>
            <a:endParaRPr lang="en-US" altLang="ko-KR" sz="2000" b="0" dirty="0">
              <a:latin typeface="+mj-ea"/>
              <a:ea typeface="+mj-ea"/>
            </a:endParaRPr>
          </a:p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en-US" altLang="ko-KR" sz="2000" b="0" dirty="0">
                <a:latin typeface="+mj-ea"/>
                <a:ea typeface="+mj-ea"/>
              </a:rPr>
              <a:t>Logging</a:t>
            </a:r>
          </a:p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en-US" altLang="ko-KR" sz="2000" b="0" dirty="0">
                <a:latin typeface="+mj-ea"/>
                <a:ea typeface="+mj-ea"/>
              </a:rPr>
              <a:t>Application </a:t>
            </a:r>
            <a:r>
              <a:rPr lang="ko-KR" altLang="en-US" sz="2000" b="0" dirty="0">
                <a:latin typeface="+mj-ea"/>
                <a:ea typeface="+mj-ea"/>
              </a:rPr>
              <a:t>공통 예외 처리</a:t>
            </a:r>
            <a:endParaRPr lang="en-US" altLang="ko-KR" sz="2000" b="0" dirty="0">
              <a:latin typeface="+mj-ea"/>
              <a:ea typeface="+mj-ea"/>
            </a:endParaRPr>
          </a:p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en-US" altLang="ko-KR" sz="2000" b="0" dirty="0">
                <a:latin typeface="+mj-ea"/>
                <a:ea typeface="+mj-ea"/>
              </a:rPr>
              <a:t>AOP / Transaction</a:t>
            </a:r>
          </a:p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ko-KR" altLang="en-US" sz="2000" b="0" dirty="0">
                <a:latin typeface="+mj-ea"/>
                <a:ea typeface="+mj-ea"/>
              </a:rPr>
              <a:t>댓글</a:t>
            </a:r>
            <a:r>
              <a:rPr lang="en-US" altLang="ko-KR" sz="2000" b="0" dirty="0">
                <a:latin typeface="+mj-ea"/>
                <a:ea typeface="+mj-ea"/>
              </a:rPr>
              <a:t> </a:t>
            </a:r>
            <a:r>
              <a:rPr lang="ko-KR" altLang="en-US" sz="2000" b="0" dirty="0">
                <a:latin typeface="+mj-ea"/>
                <a:ea typeface="+mj-ea"/>
              </a:rPr>
              <a:t>구현하기</a:t>
            </a:r>
            <a:endParaRPr lang="en-US" altLang="ko-KR" sz="2000" b="0" dirty="0">
              <a:latin typeface="+mj-ea"/>
              <a:ea typeface="+mj-ea"/>
            </a:endParaRPr>
          </a:p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en-US" altLang="ko-KR" sz="2000" b="0" dirty="0">
                <a:latin typeface="+mj-ea"/>
                <a:ea typeface="+mj-ea"/>
              </a:rPr>
              <a:t>Pagination </a:t>
            </a:r>
            <a:r>
              <a:rPr lang="ko-KR" altLang="en-US" sz="2000" b="0" dirty="0">
                <a:latin typeface="+mj-ea"/>
                <a:ea typeface="+mj-ea"/>
              </a:rPr>
              <a:t>구현하기</a:t>
            </a:r>
            <a:endParaRPr lang="en-US" altLang="ko-KR" sz="2000" b="0" dirty="0">
              <a:latin typeface="+mj-ea"/>
              <a:ea typeface="+mj-ea"/>
            </a:endParaRPr>
          </a:p>
          <a:p>
            <a:pPr marL="457200" indent="-457200" algn="r" fontAlgn="auto">
              <a:spcAft>
                <a:spcPts val="0"/>
              </a:spcAft>
              <a:buFont typeface="Arial" panose="020B0604020202020204" pitchFamily="34" charset="0"/>
              <a:buAutoNum type="arabicPeriod" startAt="10"/>
            </a:pPr>
            <a:r>
              <a:rPr lang="ko-KR" altLang="en-US" sz="2000" b="0" dirty="0">
                <a:latin typeface="+mj-ea"/>
                <a:ea typeface="+mj-ea"/>
              </a:rPr>
              <a:t>단위</a:t>
            </a:r>
            <a:r>
              <a:rPr lang="en-US" altLang="ko-KR" sz="2000" b="0" dirty="0">
                <a:latin typeface="+mj-ea"/>
                <a:ea typeface="+mj-ea"/>
              </a:rPr>
              <a:t> </a:t>
            </a:r>
            <a:r>
              <a:rPr lang="ko-KR" altLang="en-US" sz="2000" b="0" dirty="0">
                <a:latin typeface="+mj-ea"/>
                <a:ea typeface="+mj-ea"/>
              </a:rPr>
              <a:t>테스트 작성하기</a:t>
            </a:r>
            <a:endParaRPr lang="en-US" altLang="ko-KR" sz="20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1047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1. Spring Framework </a:t>
            </a:r>
            <a:r>
              <a:rPr lang="ko-KR" altLang="en-US" sz="4000" b="1" dirty="0">
                <a:latin typeface="+mj-ea"/>
              </a:rPr>
              <a:t>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781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내용 개체 틀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1800" dirty="0" err="1"/>
              <a:t>스프링</a:t>
            </a:r>
            <a:r>
              <a:rPr sz="1800" dirty="0"/>
              <a:t> </a:t>
            </a:r>
            <a:r>
              <a:rPr sz="1800" dirty="0" err="1"/>
              <a:t>프레임워크란</a:t>
            </a:r>
            <a:r>
              <a:rPr sz="1800" dirty="0"/>
              <a:t>?</a:t>
            </a:r>
            <a:endParaRPr lang="en-US" sz="1800" dirty="0"/>
          </a:p>
          <a:p>
            <a:pPr lvl="1"/>
            <a:r>
              <a:rPr lang="ko-KR" altLang="en-US" dirty="0"/>
              <a:t>엔터프라이즈 개발을 편하게 해주는 오픈소스 </a:t>
            </a:r>
            <a:r>
              <a:rPr lang="ko-KR" altLang="en-US" b="1" dirty="0">
                <a:solidFill>
                  <a:srgbClr val="FF0000"/>
                </a:solidFill>
              </a:rPr>
              <a:t>경량급 애플리케이션 프레임워크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ko-KR" altLang="en-US" dirty="0"/>
              <a:t>애플리케이션 프레임워크</a:t>
            </a:r>
            <a:endParaRPr lang="en-US" altLang="ko-KR" dirty="0"/>
          </a:p>
          <a:p>
            <a:pPr lvl="2"/>
            <a:r>
              <a:rPr lang="ko-KR" altLang="en-US" dirty="0"/>
              <a:t>특정 계층이나 기술</a:t>
            </a:r>
            <a:r>
              <a:rPr lang="en-US" altLang="ko-KR" dirty="0"/>
              <a:t>, </a:t>
            </a:r>
            <a:r>
              <a:rPr lang="ko-KR" altLang="en-US" dirty="0"/>
              <a:t>업무 분야에 국한되지 않고 </a:t>
            </a:r>
            <a:endParaRPr lang="en-US" altLang="ko-KR" dirty="0"/>
          </a:p>
          <a:p>
            <a:pPr lvl="2"/>
            <a:r>
              <a:rPr lang="ko-KR" altLang="en-US" dirty="0"/>
              <a:t>애플리케이션의 전 영역을 포괄하는 범용적인 프레임워크</a:t>
            </a:r>
            <a:endParaRPr lang="en-US" altLang="ko-KR" dirty="0"/>
          </a:p>
          <a:p>
            <a:pPr lvl="1"/>
            <a:endParaRPr lang="en-US" dirty="0"/>
          </a:p>
          <a:p>
            <a:pPr lvl="1"/>
            <a:r>
              <a:rPr lang="ko-KR" altLang="en-US" dirty="0"/>
              <a:t>경량급 프레임워크</a:t>
            </a:r>
            <a:endParaRPr lang="en-US" altLang="ko-KR" dirty="0"/>
          </a:p>
          <a:p>
            <a:pPr lvl="2"/>
            <a:r>
              <a:rPr lang="en-US" altLang="ko-KR" dirty="0"/>
              <a:t>Spring</a:t>
            </a:r>
            <a:r>
              <a:rPr lang="ko-KR" altLang="en-US" dirty="0"/>
              <a:t>이 제공하는 다양한 기능들을 </a:t>
            </a:r>
            <a:r>
              <a:rPr lang="en-US" altLang="ko-KR" dirty="0"/>
              <a:t>Module</a:t>
            </a:r>
            <a:r>
              <a:rPr lang="ko-KR" altLang="en-US" dirty="0"/>
              <a:t>로 쪼개어 놓음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필요한 </a:t>
            </a:r>
            <a:r>
              <a:rPr lang="en-US" altLang="ko-KR" dirty="0"/>
              <a:t>Module</a:t>
            </a:r>
            <a:r>
              <a:rPr lang="ko-KR" altLang="en-US" dirty="0"/>
              <a:t>만 </a:t>
            </a:r>
            <a:r>
              <a:rPr lang="en-US" altLang="ko-KR" dirty="0"/>
              <a:t>Load</a:t>
            </a:r>
            <a:r>
              <a:rPr lang="ko-KR" altLang="en-US" dirty="0"/>
              <a:t>해 개발할 수 있으므로</a:t>
            </a:r>
            <a:endParaRPr lang="en-US" altLang="ko-KR" dirty="0"/>
          </a:p>
          <a:p>
            <a:pPr lvl="2"/>
            <a:r>
              <a:rPr lang="ko-KR" altLang="en-US" dirty="0"/>
              <a:t>단순한 웹 컨테이너에서도 엔터프라이즈의 고급기술을 대부분 사용 가능</a:t>
            </a:r>
            <a:r>
              <a:rPr lang="en-US" altLang="ko-KR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ko-KR" altLang="en-US" dirty="0"/>
              <a:t>엔터프라이즈 개발 용이</a:t>
            </a:r>
            <a:endParaRPr lang="en-US" altLang="ko-KR" dirty="0"/>
          </a:p>
          <a:p>
            <a:pPr lvl="2"/>
            <a:r>
              <a:rPr lang="ko-KR" altLang="en-US" dirty="0"/>
              <a:t>개발자는 설정에 관여하지 않고 </a:t>
            </a:r>
            <a:r>
              <a:rPr lang="en-US" altLang="ko-KR" dirty="0"/>
              <a:t>Biz Logic </a:t>
            </a:r>
            <a:r>
              <a:rPr lang="ko-KR" altLang="en-US" dirty="0"/>
              <a:t>개발에 전념할 수 있도록 해준다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설정은 </a:t>
            </a:r>
            <a:r>
              <a:rPr lang="en-US" altLang="ko-KR" dirty="0"/>
              <a:t>Spring Framework</a:t>
            </a:r>
            <a:r>
              <a:rPr lang="ko-KR" altLang="en-US" dirty="0"/>
              <a:t>에서 대부분 처리</a:t>
            </a:r>
            <a:r>
              <a:rPr lang="en-US" altLang="ko-KR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ko-KR" altLang="en-US" dirty="0"/>
              <a:t>오픈소스</a:t>
            </a:r>
            <a:endParaRPr lang="en-US" altLang="ko-KR" dirty="0"/>
          </a:p>
          <a:p>
            <a:pPr lvl="2"/>
            <a:r>
              <a:rPr lang="en-US" dirty="0"/>
              <a:t>Open Source</a:t>
            </a:r>
            <a:r>
              <a:rPr lang="ko-KR" altLang="en-US" dirty="0"/>
              <a:t>의 장점</a:t>
            </a:r>
            <a:r>
              <a:rPr lang="en-US" altLang="ko-KR" dirty="0"/>
              <a:t>(</a:t>
            </a:r>
            <a:r>
              <a:rPr lang="ko-KR" altLang="en-US" dirty="0"/>
              <a:t>빠른 지원</a:t>
            </a:r>
            <a:r>
              <a:rPr lang="en-US" altLang="ko-KR" dirty="0"/>
              <a:t>, </a:t>
            </a:r>
            <a:r>
              <a:rPr lang="ko-KR" altLang="en-US" dirty="0"/>
              <a:t>빠른 </a:t>
            </a:r>
            <a:r>
              <a:rPr lang="ko-KR" altLang="en-US" dirty="0" err="1"/>
              <a:t>버그픽스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을 충분히 취하면서</a:t>
            </a:r>
            <a:endParaRPr lang="en-US" altLang="ko-KR" dirty="0"/>
          </a:p>
          <a:p>
            <a:pPr lvl="2"/>
            <a:r>
              <a:rPr lang="ko-KR" altLang="en-US" dirty="0"/>
              <a:t>단점</a:t>
            </a:r>
            <a:r>
              <a:rPr lang="en-US" altLang="ko-KR" dirty="0"/>
              <a:t>(</a:t>
            </a:r>
            <a:r>
              <a:rPr lang="ko-KR" altLang="en-US" dirty="0"/>
              <a:t>보안상 취약점</a:t>
            </a:r>
            <a:r>
              <a:rPr lang="en-US" altLang="ko-KR" dirty="0"/>
              <a:t>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한계를 잘 극복함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583" name="텍스트 개체 틀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584" name="제목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Spring Framework </a:t>
            </a:r>
            <a:r>
              <a:rPr lang="ko-KR" altLang="en-US" dirty="0"/>
              <a:t>개요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2429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내용 개체 틀 2"/>
          <p:cNvSpPr txBox="1"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en-US" altLang="ko-KR" dirty="0"/>
              <a:t>1. Bean Container</a:t>
            </a:r>
          </a:p>
          <a:p>
            <a:pPr lvl="1"/>
            <a:r>
              <a:rPr lang="en-US" altLang="ko-KR"/>
              <a:t>Spring</a:t>
            </a:r>
            <a:r>
              <a:rPr lang="ko-KR" altLang="en-US"/>
              <a:t>이 객체의 </a:t>
            </a:r>
            <a:r>
              <a:rPr lang="en-US" altLang="ko-KR"/>
              <a:t>Life-cycle</a:t>
            </a:r>
            <a:r>
              <a:rPr lang="ko-KR" altLang="en-US"/>
              <a:t>을 직접 관리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Application</a:t>
            </a:r>
            <a:r>
              <a:rPr lang="ko-KR" altLang="en-US"/>
              <a:t>에 필요한 클래스들을</a:t>
            </a:r>
            <a:r>
              <a:rPr lang="en-US" altLang="ko-KR"/>
              <a:t> Spring</a:t>
            </a:r>
            <a:r>
              <a:rPr lang="ko-KR" altLang="en-US"/>
              <a:t>이 인스턴스로 생성하여 컨테이너에 보관한다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인스턴스가 </a:t>
            </a:r>
            <a:r>
              <a:rPr lang="ko-KR" altLang="en-US" dirty="0"/>
              <a:t>필요할 때마다 컨테이너에서 참조한다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2. Dependency Injection(DI)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1"/>
            <a:r>
              <a:rPr lang="ko-KR" altLang="en-US" dirty="0"/>
              <a:t>설정 파일이나 </a:t>
            </a:r>
            <a:r>
              <a:rPr lang="en-US" altLang="ko-KR" dirty="0"/>
              <a:t>Annotation</a:t>
            </a:r>
            <a:r>
              <a:rPr lang="ko-KR" altLang="en-US" dirty="0"/>
              <a:t>을 통해 객체 간의 의존관계를 설정할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의존 객체는 </a:t>
            </a:r>
            <a:r>
              <a:rPr lang="en-US" altLang="ko-KR" dirty="0"/>
              <a:t>Bean Container</a:t>
            </a:r>
            <a:r>
              <a:rPr lang="ko-KR" altLang="en-US" dirty="0"/>
              <a:t>에서 참조한다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3. Aspect Oriented Programming(AOP)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1"/>
            <a:r>
              <a:rPr lang="en-US" altLang="ko-KR" dirty="0"/>
              <a:t>Application </a:t>
            </a:r>
            <a:r>
              <a:rPr lang="ko-KR" altLang="en-US" dirty="0"/>
              <a:t>전반에 필요로 하는 공통 기능들을 핵심 모듈에서 분리함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실행 시점에 따라 공통 모듈이 실행될 수 있도록 지원 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공통기능 예</a:t>
            </a:r>
            <a:r>
              <a:rPr lang="en-US" altLang="ko-KR" dirty="0"/>
              <a:t>&gt; </a:t>
            </a:r>
            <a:r>
              <a:rPr lang="ko-KR" altLang="en-US" dirty="0"/>
              <a:t>트랜잭션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  <a:r>
              <a:rPr lang="en-US" altLang="ko-KR" dirty="0"/>
              <a:t>, </a:t>
            </a:r>
            <a:r>
              <a:rPr lang="ko-KR" altLang="en-US" dirty="0"/>
              <a:t>로깅</a:t>
            </a:r>
            <a:r>
              <a:rPr lang="en-US" altLang="ko-KR" dirty="0"/>
              <a:t>, </a:t>
            </a:r>
            <a:r>
              <a:rPr lang="ko-KR" altLang="en-US" dirty="0"/>
              <a:t>보안 등</a:t>
            </a:r>
            <a:endParaRPr lang="en-US" altLang="ko-KR" dirty="0"/>
          </a:p>
          <a:p>
            <a:pPr lvl="2"/>
            <a:r>
              <a:rPr lang="ko-KR" altLang="en-US" dirty="0"/>
              <a:t>실행 시점 예</a:t>
            </a:r>
            <a:r>
              <a:rPr lang="en-US" altLang="ko-KR" dirty="0"/>
              <a:t>&gt; </a:t>
            </a:r>
            <a:r>
              <a:rPr lang="ko-KR" altLang="en-US" dirty="0"/>
              <a:t>모듈 실행 전</a:t>
            </a:r>
            <a:r>
              <a:rPr lang="en-US" altLang="ko-KR" dirty="0"/>
              <a:t>, </a:t>
            </a:r>
            <a:r>
              <a:rPr lang="ko-KR" altLang="en-US" dirty="0"/>
              <a:t>실행 후</a:t>
            </a:r>
            <a:r>
              <a:rPr lang="en-US" altLang="ko-KR" dirty="0"/>
              <a:t>, Exception </a:t>
            </a:r>
            <a:r>
              <a:rPr lang="ko-KR" altLang="en-US" dirty="0"/>
              <a:t>발생 시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Plain Old Java Object (POJO)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1"/>
            <a:r>
              <a:rPr lang="en-US" altLang="ko-KR" dirty="0"/>
              <a:t>Spring</a:t>
            </a:r>
            <a:r>
              <a:rPr lang="ko-KR" altLang="en-US" dirty="0"/>
              <a:t>은 순수 </a:t>
            </a:r>
            <a:r>
              <a:rPr lang="en-US" altLang="ko-KR" dirty="0"/>
              <a:t>Java </a:t>
            </a:r>
            <a:r>
              <a:rPr lang="ko-KR" altLang="en-US" dirty="0"/>
              <a:t>객체를 지원한다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프레임워크를 사용하기 위한 특별한 클래스나 인터페이스를 상속받지 않아도 된다</a:t>
            </a:r>
            <a:r>
              <a:rPr lang="en-US" altLang="ko-KR" dirty="0"/>
              <a:t>.</a:t>
            </a:r>
          </a:p>
        </p:txBody>
      </p:sp>
      <p:sp>
        <p:nvSpPr>
          <p:cNvPr id="631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19</a:t>
            </a:fld>
            <a:endParaRPr lang="en-US" altLang="ko-KR"/>
          </a:p>
        </p:txBody>
      </p:sp>
      <p:sp>
        <p:nvSpPr>
          <p:cNvPr id="632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Framework </a:t>
            </a:r>
            <a:r>
              <a:rPr lang="ko-KR" altLang="en-US" dirty="0"/>
              <a:t>개요 </a:t>
            </a:r>
            <a:r>
              <a:rPr lang="en-US" altLang="ko-KR" dirty="0"/>
              <a:t>- </a:t>
            </a:r>
            <a:r>
              <a:rPr lang="ko-KR" altLang="en-US" dirty="0"/>
              <a:t>특징</a:t>
            </a:r>
          </a:p>
        </p:txBody>
      </p:sp>
    </p:spTree>
    <p:extLst>
      <p:ext uri="{BB962C8B-B14F-4D97-AF65-F5344CB8AC3E}">
        <p14:creationId xmlns:p14="http://schemas.microsoft.com/office/powerpoint/2010/main" val="293890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내용 개체 틀 2"/>
          <p:cNvSpPr txBox="1"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트랜잭션 처리를 위한 일관된 방법을 지원</a:t>
            </a:r>
            <a:endParaRPr lang="en-US" altLang="ko-KR" dirty="0"/>
          </a:p>
          <a:p>
            <a:pPr lvl="1"/>
            <a:r>
              <a:rPr lang="ko-KR" altLang="en-US" dirty="0"/>
              <a:t>트랜잭션에 대한 처리는 </a:t>
            </a:r>
            <a:r>
              <a:rPr lang="en-US" altLang="ko-KR" dirty="0"/>
              <a:t>Spring</a:t>
            </a:r>
            <a:r>
              <a:rPr lang="ko-KR" altLang="en-US" dirty="0"/>
              <a:t>이 직접 관리해 개발자가 관여할 필요가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개발자는 트랜잭션 처리의 기준만 제공한다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  <a:p>
            <a:r>
              <a:rPr lang="en-US" altLang="ko-KR" dirty="0"/>
              <a:t>6. Persistence(</a:t>
            </a:r>
            <a:r>
              <a:rPr lang="ko-KR" altLang="en-US" dirty="0"/>
              <a:t>영속성</a:t>
            </a:r>
            <a:r>
              <a:rPr lang="en-US" altLang="ko-KR" dirty="0"/>
              <a:t>)</a:t>
            </a:r>
            <a:r>
              <a:rPr lang="ko-KR" altLang="en-US" dirty="0"/>
              <a:t>와 관련된 다양한 </a:t>
            </a:r>
            <a:r>
              <a:rPr lang="en-US" altLang="ko-KR" dirty="0"/>
              <a:t>API </a:t>
            </a:r>
            <a:r>
              <a:rPr lang="ko-KR" altLang="en-US" dirty="0"/>
              <a:t>지원</a:t>
            </a:r>
          </a:p>
          <a:p>
            <a:pPr lvl="1"/>
            <a:r>
              <a:rPr lang="en-US" altLang="ko-KR" dirty="0" err="1"/>
              <a:t>MyBatis</a:t>
            </a:r>
            <a:r>
              <a:rPr lang="en-US" altLang="ko-KR" dirty="0"/>
              <a:t>, Hibernate </a:t>
            </a:r>
            <a:r>
              <a:rPr lang="ko-KR" altLang="en-US" dirty="0"/>
              <a:t>등 데이터베이스 처리를 위한 </a:t>
            </a:r>
            <a:r>
              <a:rPr lang="en-US" altLang="ko-KR" dirty="0"/>
              <a:t>ORM(Object Relational Mapping) </a:t>
            </a:r>
            <a:br>
              <a:rPr lang="en-US" altLang="ko-KR" dirty="0"/>
            </a:br>
            <a:r>
              <a:rPr lang="ko-KR" altLang="en-US" dirty="0" err="1"/>
              <a:t>프레임워크들과의</a:t>
            </a:r>
            <a:r>
              <a:rPr lang="ko-KR" altLang="en-US" dirty="0"/>
              <a:t> 연동 지원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dirty="0"/>
              <a:t>7. Library Dependency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1"/>
            <a:r>
              <a:rPr lang="en-US" altLang="ko-KR" dirty="0"/>
              <a:t>Spring</a:t>
            </a:r>
            <a:r>
              <a:rPr lang="ko-KR" altLang="en-US" dirty="0"/>
              <a:t>은</a:t>
            </a:r>
            <a:r>
              <a:rPr lang="en-US" altLang="ko-KR" dirty="0"/>
              <a:t> Maven, Gradle </a:t>
            </a:r>
            <a:r>
              <a:rPr lang="ko-KR" altLang="en-US" dirty="0"/>
              <a:t>등의 빌드 툴을 이용해 필요한 </a:t>
            </a:r>
            <a:r>
              <a:rPr lang="en-US" altLang="ko-KR" dirty="0"/>
              <a:t>Library</a:t>
            </a:r>
            <a:r>
              <a:rPr lang="ko-KR" altLang="en-US" dirty="0"/>
              <a:t>를 자동 관리한다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8. </a:t>
            </a:r>
            <a:r>
              <a:rPr lang="ko-KR" altLang="en-US" dirty="0"/>
              <a:t>관습에</a:t>
            </a:r>
            <a:r>
              <a:rPr lang="en-US" altLang="ko-KR" dirty="0"/>
              <a:t> </a:t>
            </a:r>
            <a:r>
              <a:rPr lang="ko-KR" altLang="en-US" dirty="0"/>
              <a:t>따른 설정 지원</a:t>
            </a:r>
            <a:r>
              <a:rPr lang="en-US" altLang="ko-KR"/>
              <a:t>. </a:t>
            </a:r>
          </a:p>
          <a:p>
            <a:pPr lvl="1"/>
            <a:r>
              <a:rPr lang="en-US" altLang="ko-KR"/>
              <a:t>Spring</a:t>
            </a:r>
            <a:r>
              <a:rPr lang="ko-KR" altLang="en-US"/>
              <a:t>에서 개발자가 일일이 설정해야 했던 반복되는 내용들을 자동 설정한다</a:t>
            </a:r>
            <a:r>
              <a:rPr lang="en-US" altLang="ko-KR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9. Dependency </a:t>
            </a:r>
            <a:r>
              <a:rPr lang="ko-KR" altLang="en-US" dirty="0"/>
              <a:t>버전 충돌 </a:t>
            </a:r>
            <a:r>
              <a:rPr lang="ko-KR" altLang="en-US"/>
              <a:t>문제 감소</a:t>
            </a:r>
            <a:endParaRPr lang="en-US" altLang="ko-KR" dirty="0"/>
          </a:p>
          <a:p>
            <a:pPr lvl="1"/>
            <a:r>
              <a:rPr lang="en-US" altLang="ko-KR" dirty="0"/>
              <a:t>Spring</a:t>
            </a:r>
            <a:r>
              <a:rPr lang="ko-KR" altLang="en-US" dirty="0"/>
              <a:t>에서 </a:t>
            </a:r>
            <a:r>
              <a:rPr lang="en-US" altLang="ko-KR" dirty="0"/>
              <a:t>Library Dependency </a:t>
            </a:r>
            <a:r>
              <a:rPr lang="ko-KR" altLang="en-US" dirty="0"/>
              <a:t>적용 시 </a:t>
            </a:r>
            <a:r>
              <a:rPr lang="en-US" altLang="ko-KR" dirty="0"/>
              <a:t>Version</a:t>
            </a:r>
            <a:r>
              <a:rPr lang="ko-KR" altLang="en-US" dirty="0"/>
              <a:t>에 따라 충돌</a:t>
            </a:r>
            <a:r>
              <a:rPr lang="en-US" altLang="ko-KR" dirty="0"/>
              <a:t>/</a:t>
            </a:r>
            <a:r>
              <a:rPr lang="ko-KR" altLang="en-US" dirty="0"/>
              <a:t>오작동 되던 문제를 해결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Spring Boot </a:t>
            </a:r>
            <a:r>
              <a:rPr lang="ko-KR" altLang="en-US" dirty="0"/>
              <a:t>버전과 알맞은 </a:t>
            </a:r>
            <a:r>
              <a:rPr lang="en-US" altLang="ko-KR" dirty="0"/>
              <a:t>Library </a:t>
            </a:r>
            <a:r>
              <a:rPr lang="ko-KR" altLang="en-US" dirty="0"/>
              <a:t>버전을 찾아 적용해준다</a:t>
            </a:r>
            <a:r>
              <a:rPr lang="en-US" altLang="ko-KR" dirty="0"/>
              <a:t>.</a:t>
            </a:r>
          </a:p>
        </p:txBody>
      </p:sp>
      <p:sp>
        <p:nvSpPr>
          <p:cNvPr id="631" name="텍스트 개체 틀 6"/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632" name="제목 1"/>
          <p:cNvSpPr txBox="1"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Framework </a:t>
            </a:r>
            <a:r>
              <a:rPr lang="ko-KR" altLang="en-US" dirty="0"/>
              <a:t>개요 </a:t>
            </a:r>
            <a:r>
              <a:rPr lang="en-US" altLang="ko-KR" dirty="0"/>
              <a:t>- </a:t>
            </a:r>
            <a:r>
              <a:rPr lang="ko-KR" altLang="en-US" dirty="0"/>
              <a:t>특징</a:t>
            </a:r>
          </a:p>
        </p:txBody>
      </p:sp>
    </p:spTree>
    <p:extLst>
      <p:ext uri="{BB962C8B-B14F-4D97-AF65-F5344CB8AC3E}">
        <p14:creationId xmlns:p14="http://schemas.microsoft.com/office/powerpoint/2010/main" val="3803370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2115BD-FF0E-453E-5C0A-4D28FBCDF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Spring DI/IoC</a:t>
            </a:r>
          </a:p>
          <a:p>
            <a:pPr lvl="1"/>
            <a:r>
              <a:rPr lang="en-US" altLang="ko-KR" dirty="0"/>
              <a:t>JAVA </a:t>
            </a:r>
            <a:r>
              <a:rPr lang="ko-KR" altLang="en-US" dirty="0"/>
              <a:t>의 </a:t>
            </a:r>
            <a:r>
              <a:rPr lang="en-US" altLang="ko-KR" dirty="0"/>
              <a:t>Class </a:t>
            </a:r>
            <a:r>
              <a:rPr lang="ko-KR" altLang="en-US" dirty="0"/>
              <a:t>상속 </a:t>
            </a:r>
            <a:r>
              <a:rPr lang="en-US" altLang="ko-KR" dirty="0"/>
              <a:t>/ Interface </a:t>
            </a:r>
            <a:r>
              <a:rPr lang="ko-KR" altLang="en-US" dirty="0"/>
              <a:t>를 이용한 추상화를 기반으로 하는 개발 방법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Spring</a:t>
            </a:r>
            <a:r>
              <a:rPr lang="ko-KR" altLang="en-US" dirty="0"/>
              <a:t>은 아래 </a:t>
            </a:r>
            <a:r>
              <a:rPr lang="en-US" altLang="ko-KR" dirty="0"/>
              <a:t>DI/IoC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강력하게 지원하는 프레임워크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IoC : Inversion of Control</a:t>
            </a:r>
          </a:p>
          <a:p>
            <a:pPr lvl="2"/>
            <a:r>
              <a:rPr lang="ko-KR" altLang="en-US" dirty="0"/>
              <a:t>프로그램을 제어하는 패턴 중 하나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DI </a:t>
            </a:r>
            <a:r>
              <a:rPr lang="ko-KR" altLang="en-US" dirty="0"/>
              <a:t>는 </a:t>
            </a:r>
            <a:r>
              <a:rPr lang="en-US" altLang="ko-KR" dirty="0"/>
              <a:t>IoC</a:t>
            </a:r>
            <a:r>
              <a:rPr lang="ko-KR" altLang="en-US" dirty="0"/>
              <a:t>패턴의 구현체 중 하나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DI</a:t>
            </a:r>
            <a:r>
              <a:rPr lang="ko-KR" altLang="en-US" dirty="0"/>
              <a:t>에 따라 프로그램의 흐름이 완전히 변경됨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DI : Dependency Injection</a:t>
            </a:r>
          </a:p>
          <a:p>
            <a:pPr lvl="2"/>
            <a:r>
              <a:rPr lang="ko-KR" altLang="en-US" dirty="0"/>
              <a:t>프로그램에 필요한 객체들을 </a:t>
            </a:r>
            <a:r>
              <a:rPr lang="en-US" altLang="ko-KR" dirty="0"/>
              <a:t>Bean Container </a:t>
            </a:r>
            <a:r>
              <a:rPr lang="ko-KR" altLang="en-US" dirty="0"/>
              <a:t>에 두고 필요할 때 마다 사용함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스프링은 </a:t>
            </a:r>
            <a:r>
              <a:rPr lang="en-US" altLang="ko-KR" dirty="0"/>
              <a:t>DI</a:t>
            </a:r>
            <a:r>
              <a:rPr lang="ko-KR" altLang="en-US" dirty="0"/>
              <a:t>를 기준으로 많은 프레임워크 모듈 들이 만들어짐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Spring </a:t>
            </a:r>
            <a:r>
              <a:rPr lang="ko-KR" altLang="en-US" dirty="0"/>
              <a:t>은 </a:t>
            </a:r>
            <a:r>
              <a:rPr lang="en-US" altLang="ko-KR" dirty="0"/>
              <a:t>DI Framework </a:t>
            </a:r>
            <a:r>
              <a:rPr lang="ko-KR" altLang="en-US" dirty="0"/>
              <a:t>혹은 </a:t>
            </a:r>
            <a:r>
              <a:rPr lang="en-US" altLang="ko-KR" dirty="0"/>
              <a:t>IoC Framework </a:t>
            </a:r>
            <a:r>
              <a:rPr lang="ko-KR" altLang="en-US" dirty="0"/>
              <a:t>라고 부름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A4620DB7-2270-0176-938E-721F37E40D6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1. Spring Framework </a:t>
            </a:r>
            <a:r>
              <a:rPr lang="ko-KR" altLang="en-US" dirty="0"/>
              <a:t>개요 </a:t>
            </a:r>
            <a:r>
              <a:rPr lang="en-US" altLang="ko-KR" dirty="0"/>
              <a:t>– IoC/DI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9091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Spring Framework </a:t>
            </a:r>
            <a:r>
              <a:rPr lang="ko-KR" altLang="en-US" dirty="0"/>
              <a:t>개요 </a:t>
            </a:r>
            <a:r>
              <a:rPr lang="en-US" altLang="ko-KR" dirty="0"/>
              <a:t>- Maven</a:t>
            </a:r>
            <a:endParaRPr lang="ko-KR" altLang="en-US" dirty="0"/>
          </a:p>
        </p:txBody>
      </p:sp>
      <p:sp>
        <p:nvSpPr>
          <p:cNvPr id="39" name="타원 38"/>
          <p:cNvSpPr/>
          <p:nvPr/>
        </p:nvSpPr>
        <p:spPr>
          <a:xfrm>
            <a:off x="5763089" y="4241747"/>
            <a:ext cx="1447800" cy="14478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/>
              <a:t>Spring Application</a:t>
            </a:r>
            <a:endParaRPr lang="ko-KR" altLang="en-US" sz="1600" dirty="0"/>
          </a:p>
        </p:txBody>
      </p:sp>
      <p:sp>
        <p:nvSpPr>
          <p:cNvPr id="40" name="타원 39"/>
          <p:cNvSpPr/>
          <p:nvPr/>
        </p:nvSpPr>
        <p:spPr>
          <a:xfrm>
            <a:off x="4591514" y="4435881"/>
            <a:ext cx="788318" cy="78831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dbcp.jar</a:t>
            </a:r>
            <a:endParaRPr lang="ko-KR" altLang="en-US" sz="1000" dirty="0"/>
          </a:p>
        </p:txBody>
      </p:sp>
      <p:sp>
        <p:nvSpPr>
          <p:cNvPr id="41" name="타원 40"/>
          <p:cNvSpPr/>
          <p:nvPr/>
        </p:nvSpPr>
        <p:spPr>
          <a:xfrm>
            <a:off x="5277314" y="3357063"/>
            <a:ext cx="788318" cy="78831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Log4j.jar</a:t>
            </a:r>
            <a:endParaRPr lang="ko-KR" altLang="en-US" sz="1000" dirty="0"/>
          </a:p>
        </p:txBody>
      </p:sp>
      <p:sp>
        <p:nvSpPr>
          <p:cNvPr id="43" name="타원 42"/>
          <p:cNvSpPr/>
          <p:nvPr/>
        </p:nvSpPr>
        <p:spPr>
          <a:xfrm>
            <a:off x="5154866" y="5537147"/>
            <a:ext cx="788318" cy="78831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Mybatis.jar</a:t>
            </a:r>
            <a:endParaRPr lang="ko-KR" altLang="en-US" sz="1000" dirty="0"/>
          </a:p>
        </p:txBody>
      </p:sp>
      <p:sp>
        <p:nvSpPr>
          <p:cNvPr id="44" name="타원 43"/>
          <p:cNvSpPr/>
          <p:nvPr/>
        </p:nvSpPr>
        <p:spPr>
          <a:xfrm>
            <a:off x="6816730" y="3353429"/>
            <a:ext cx="788318" cy="78831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Aspectj.jar</a:t>
            </a:r>
            <a:endParaRPr lang="ko-KR" altLang="en-US" sz="1000" dirty="0"/>
          </a:p>
        </p:txBody>
      </p:sp>
      <p:sp>
        <p:nvSpPr>
          <p:cNvPr id="46" name="타원 45"/>
          <p:cNvSpPr/>
          <p:nvPr/>
        </p:nvSpPr>
        <p:spPr>
          <a:xfrm>
            <a:off x="7487114" y="4435881"/>
            <a:ext cx="788318" cy="78831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…jar</a:t>
            </a:r>
            <a:endParaRPr lang="ko-KR" altLang="en-US" sz="1000" dirty="0"/>
          </a:p>
        </p:txBody>
      </p:sp>
      <p:sp>
        <p:nvSpPr>
          <p:cNvPr id="47" name="타원 46"/>
          <p:cNvSpPr/>
          <p:nvPr/>
        </p:nvSpPr>
        <p:spPr>
          <a:xfrm>
            <a:off x="7029914" y="5537147"/>
            <a:ext cx="788318" cy="78831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…jar</a:t>
            </a:r>
            <a:endParaRPr lang="ko-KR" altLang="en-US" sz="1000" dirty="0"/>
          </a:p>
        </p:txBody>
      </p:sp>
      <p:cxnSp>
        <p:nvCxnSpPr>
          <p:cNvPr id="48" name="직선 화살표 연결선 47"/>
          <p:cNvCxnSpPr>
            <a:stCxn id="41" idx="5"/>
          </p:cNvCxnSpPr>
          <p:nvPr/>
        </p:nvCxnSpPr>
        <p:spPr>
          <a:xfrm>
            <a:off x="5950186" y="4029935"/>
            <a:ext cx="241528" cy="288012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H="1">
            <a:off x="6816730" y="4141747"/>
            <a:ext cx="213184" cy="17620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6" idx="2"/>
          </p:cNvCxnSpPr>
          <p:nvPr/>
        </p:nvCxnSpPr>
        <p:spPr>
          <a:xfrm flipH="1">
            <a:off x="7210889" y="4830040"/>
            <a:ext cx="276225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47" idx="1"/>
            <a:endCxn id="39" idx="5"/>
          </p:cNvCxnSpPr>
          <p:nvPr/>
        </p:nvCxnSpPr>
        <p:spPr>
          <a:xfrm flipH="1" flipV="1">
            <a:off x="6998864" y="5477522"/>
            <a:ext cx="146496" cy="17507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43" idx="7"/>
            <a:endCxn id="39" idx="3"/>
          </p:cNvCxnSpPr>
          <p:nvPr/>
        </p:nvCxnSpPr>
        <p:spPr>
          <a:xfrm flipV="1">
            <a:off x="5827738" y="5477522"/>
            <a:ext cx="147376" cy="17507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40" idx="6"/>
          </p:cNvCxnSpPr>
          <p:nvPr/>
        </p:nvCxnSpPr>
        <p:spPr>
          <a:xfrm>
            <a:off x="5379832" y="4830040"/>
            <a:ext cx="383257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2115BD-FF0E-453E-5C0A-4D28FBCDF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 </a:t>
            </a:r>
            <a:r>
              <a:rPr lang="ko-KR" altLang="en-US" dirty="0"/>
              <a:t>을 사용하기 위해 </a:t>
            </a:r>
            <a:r>
              <a:rPr lang="en-US" altLang="ko-KR" dirty="0"/>
              <a:t>Maven Build </a:t>
            </a:r>
            <a:r>
              <a:rPr lang="ko-KR" altLang="en-US" dirty="0"/>
              <a:t>가 필요함</a:t>
            </a:r>
            <a:r>
              <a:rPr lang="en-US" altLang="ko-KR" dirty="0"/>
              <a:t>.</a:t>
            </a:r>
          </a:p>
          <a:p>
            <a:pPr lvl="1"/>
            <a:endParaRPr lang="en-US" altLang="ko-KR" sz="1800" dirty="0"/>
          </a:p>
          <a:p>
            <a:r>
              <a:rPr lang="en-US" altLang="ko-KR" sz="1800" dirty="0"/>
              <a:t>Maven</a:t>
            </a:r>
          </a:p>
          <a:p>
            <a:pPr lvl="1"/>
            <a:r>
              <a:rPr lang="en-US" altLang="ko-KR" sz="1600" dirty="0"/>
              <a:t>Spring </a:t>
            </a:r>
            <a:r>
              <a:rPr lang="ko-KR" altLang="en-US" sz="1600" dirty="0"/>
              <a:t>의 의존 라이브러리를 간편하게 추가할 수 있도록 의존성 주입을 제공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그 외 오픈 소스 라이브러리도 </a:t>
            </a:r>
            <a:r>
              <a:rPr lang="en-US" altLang="ko-KR" sz="1600" dirty="0"/>
              <a:t>Maven Repository </a:t>
            </a:r>
            <a:r>
              <a:rPr lang="ko-KR" altLang="en-US" sz="1600" dirty="0"/>
              <a:t>에 업로드 함으로써 </a:t>
            </a:r>
            <a:br>
              <a:rPr lang="en-US" altLang="ko-KR" sz="1600" dirty="0"/>
            </a:br>
            <a:r>
              <a:rPr lang="ko-KR" altLang="en-US" sz="1600" dirty="0"/>
              <a:t>대부분의 라이브러리를 자동으로 추가 가능함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프로젝트의 구조를 자동으로 구성함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Build </a:t>
            </a:r>
            <a:r>
              <a:rPr lang="ko-KR" altLang="en-US" sz="1600" dirty="0"/>
              <a:t>를 통해 배포를 위한 파일을 생성함</a:t>
            </a:r>
            <a:r>
              <a:rPr lang="en-US" altLang="ko-KR" sz="1600" dirty="0"/>
              <a:t>.</a:t>
            </a:r>
            <a:endParaRPr lang="ko-KR" altLang="en-US" dirty="0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AC2A2D32-1D04-1C9E-2BD8-F5BB4469A7A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767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2. Spring Project </a:t>
            </a:r>
            <a:r>
              <a:rPr lang="ko-KR" altLang="en-US" sz="4000" b="1" dirty="0">
                <a:latin typeface="+mj-ea"/>
              </a:rPr>
              <a:t>생성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478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B9A639-E134-16B6-9F67-E99402E26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DB </a:t>
            </a:r>
            <a:r>
              <a:rPr lang="ko-KR" altLang="en-US" dirty="0"/>
              <a:t>계정 생성</a:t>
            </a:r>
            <a:endParaRPr lang="en-US" altLang="ko-KR" dirty="0"/>
          </a:p>
          <a:p>
            <a:endParaRPr lang="ko-KR" altLang="en-US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Spring Project </a:t>
            </a:r>
            <a:r>
              <a:rPr lang="ko-KR" altLang="en-US" dirty="0"/>
              <a:t>생성</a:t>
            </a:r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A83BC83-557D-FA35-799C-61E906CE232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24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E05FC-AC2F-D6E2-CF39-08674AB4CDDD}"/>
              </a:ext>
            </a:extLst>
          </p:cNvPr>
          <p:cNvSpPr txBox="1"/>
          <p:nvPr/>
        </p:nvSpPr>
        <p:spPr>
          <a:xfrm>
            <a:off x="381000" y="1609382"/>
            <a:ext cx="10287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ALTER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"_ORACLE_SCRIPT"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USER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SPRING_BOOT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IDENTIFIED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1234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ALTER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USER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SPRING_BOOT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TABLESPACE users QUOTA UNLIMITED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users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ALTER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USER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SPRING_BOOT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TEMPORARY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TABLESPACE temp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GRANT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ALTER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  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SEQUENCE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SPRING_BOOT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GRANT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SYNONYM,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DATABASE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LINK,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RESOURCE, UNLIMITED TABLESPACE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SPRING_BOOT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968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433F0D-F142-BA89-A792-1C8B1B68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Application </a:t>
            </a:r>
            <a:r>
              <a:rPr lang="ko-KR" altLang="en-US" dirty="0"/>
              <a:t>개발을 위해 아래 </a:t>
            </a:r>
            <a:r>
              <a:rPr lang="en-US" altLang="ko-KR" dirty="0"/>
              <a:t>Query </a:t>
            </a:r>
            <a:r>
              <a:rPr lang="ko-KR" altLang="en-US" dirty="0"/>
              <a:t>작성 후 실행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Spring Project </a:t>
            </a:r>
            <a:r>
              <a:rPr lang="ko-KR" altLang="en-US" dirty="0"/>
              <a:t>생성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9C7A4-714D-810B-75E0-7FE11B1C34C1}"/>
              </a:ext>
            </a:extLst>
          </p:cNvPr>
          <p:cNvSpPr txBox="1"/>
          <p:nvPr/>
        </p:nvSpPr>
        <p:spPr>
          <a:xfrm>
            <a:off x="381000" y="1609382"/>
            <a:ext cx="7467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BOARD (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ENABLE,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4000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“VIEW_CNT"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"CRT_DT"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"MDFY_DT"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"FILE_NAME"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"ORIGIN_FILE_NAME"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CONSTRAINT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"BOARD_PK"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PRIMARY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MEMBERS (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ENABLE,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ENABLE,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  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ENABLE,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CONSTRAINT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"MEMBERS_PK"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PRIMARY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altLang="ko-KR" sz="1400" b="0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슬라이드 번호 개체 틀 2">
            <a:extLst>
              <a:ext uri="{FF2B5EF4-FFF2-40B4-BE49-F238E27FC236}">
                <a16:creationId xmlns:a16="http://schemas.microsoft.com/office/drawing/2014/main" id="{0D9C9D01-2914-C6CB-4A03-8CACA0CB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8879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433F0D-F142-BA89-A792-1C8B1B68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Application </a:t>
            </a:r>
            <a:r>
              <a:rPr lang="ko-KR" altLang="en-US" dirty="0"/>
              <a:t>개발을 위해 아래 </a:t>
            </a:r>
            <a:r>
              <a:rPr lang="en-US" altLang="ko-KR" dirty="0"/>
              <a:t>Query </a:t>
            </a:r>
            <a:r>
              <a:rPr lang="ko-KR" altLang="en-US" dirty="0"/>
              <a:t>작성 후 실행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Spring Project </a:t>
            </a:r>
            <a:r>
              <a:rPr lang="ko-KR" altLang="en-US" dirty="0"/>
              <a:t>생성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9C7A4-714D-810B-75E0-7FE11B1C34C1}"/>
              </a:ext>
            </a:extLst>
          </p:cNvPr>
          <p:cNvSpPr txBox="1"/>
          <p:nvPr/>
        </p:nvSpPr>
        <p:spPr>
          <a:xfrm>
            <a:off x="381000" y="1609382"/>
            <a:ext cx="7467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SEQUENCE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SEQ_BOARD_PK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MINVALUE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MAXVALUE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999999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INCREMENT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CACHE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</a:rPr>
              <a:t>  ORDER CYCLE</a:t>
            </a:r>
            <a:r>
              <a:rPr lang="en-US" altLang="ko-KR" sz="14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5302D9-A490-9709-3A84-EFD8E26F5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3209820"/>
            <a:ext cx="3124200" cy="2593086"/>
          </a:xfrm>
          <a:prstGeom prst="rect">
            <a:avLst/>
          </a:prstGeom>
        </p:spPr>
      </p:pic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A9E94938-F6E2-F426-9CE3-6E10EA96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675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32C40D1-F695-4D75-DE02-119D29EF7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682495"/>
            <a:ext cx="3799382" cy="5029200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B9A639-E134-16B6-9F67-E99402E26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File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New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Starter</a:t>
            </a:r>
            <a:r>
              <a:rPr lang="ko-KR" altLang="en-US" dirty="0"/>
              <a:t> </a:t>
            </a:r>
            <a:r>
              <a:rPr lang="en-US" altLang="ko-KR" dirty="0"/>
              <a:t>Project</a:t>
            </a:r>
            <a:r>
              <a:rPr lang="ko-KR" altLang="en-US" dirty="0"/>
              <a:t> 클릭</a:t>
            </a:r>
            <a:endParaRPr lang="ko-KR" altLang="en-US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Spring Project </a:t>
            </a:r>
            <a:r>
              <a:rPr lang="ko-KR" altLang="en-US" dirty="0"/>
              <a:t>생성</a:t>
            </a: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2967765-3148-D8E6-E888-BA1A58C83509}"/>
              </a:ext>
            </a:extLst>
          </p:cNvPr>
          <p:cNvSpPr txBox="1">
            <a:spLocks/>
          </p:cNvSpPr>
          <p:nvPr/>
        </p:nvSpPr>
        <p:spPr>
          <a:xfrm>
            <a:off x="4419600" y="1682495"/>
            <a:ext cx="47244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b="0" dirty="0"/>
              <a:t>Name:</a:t>
            </a:r>
            <a:r>
              <a:rPr lang="ko-KR" altLang="en-US" b="0" dirty="0"/>
              <a:t> </a:t>
            </a:r>
            <a:r>
              <a:rPr lang="en-US" altLang="ko-KR" b="0" dirty="0"/>
              <a:t>hello-spring</a:t>
            </a:r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Type: Maven</a:t>
            </a:r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Packaging: War</a:t>
            </a:r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Java Version: 17</a:t>
            </a:r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Language: Java</a:t>
            </a:r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Group: </a:t>
            </a:r>
            <a:r>
              <a:rPr lang="en-US" altLang="ko-KR" b="0" dirty="0" err="1"/>
              <a:t>com.hello</a:t>
            </a:r>
            <a:endParaRPr lang="en-US" altLang="ko-KR" b="0" dirty="0"/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Artifact: hello-spring</a:t>
            </a:r>
            <a:endParaRPr lang="ko-KR" altLang="en-US" b="0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A83BC83-557D-FA35-799C-61E906CE232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065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B9A639-E134-16B6-9F67-E99402E26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Application Dependency Module </a:t>
            </a:r>
            <a:r>
              <a:rPr lang="ko-KR" altLang="en-US" dirty="0"/>
              <a:t>선택</a:t>
            </a:r>
            <a:endParaRPr lang="ko-KR" altLang="en-US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Spring Project </a:t>
            </a:r>
            <a:r>
              <a:rPr lang="ko-KR" altLang="en-US" dirty="0"/>
              <a:t>생성</a:t>
            </a:r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A83BC83-557D-FA35-799C-61E906CE232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28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D1042A-6D6A-8D38-0657-58ABB323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692276"/>
            <a:ext cx="3799382" cy="502920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44863920-8E06-9292-D5D4-35B069F95BEE}"/>
              </a:ext>
            </a:extLst>
          </p:cNvPr>
          <p:cNvSpPr txBox="1">
            <a:spLocks/>
          </p:cNvSpPr>
          <p:nvPr/>
        </p:nvSpPr>
        <p:spPr>
          <a:xfrm>
            <a:off x="4419600" y="1682495"/>
            <a:ext cx="47244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b="0" dirty="0"/>
              <a:t>Developer Tools</a:t>
            </a:r>
          </a:p>
          <a:p>
            <a:pPr lvl="1" fontAlgn="auto">
              <a:spcAft>
                <a:spcPts val="0"/>
              </a:spcAft>
            </a:pPr>
            <a:r>
              <a:rPr lang="en-US" altLang="ko-KR" b="0" dirty="0"/>
              <a:t>Spring Boot </a:t>
            </a:r>
            <a:r>
              <a:rPr lang="en-US" altLang="ko-KR" b="0" dirty="0" err="1"/>
              <a:t>DevTools</a:t>
            </a:r>
            <a:endParaRPr lang="en-US" altLang="ko-KR" b="0" dirty="0"/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SQL</a:t>
            </a:r>
          </a:p>
          <a:p>
            <a:pPr lvl="1" fontAlgn="auto">
              <a:spcAft>
                <a:spcPts val="0"/>
              </a:spcAft>
            </a:pPr>
            <a:r>
              <a:rPr lang="en-US" altLang="ko-KR" b="0" dirty="0" err="1"/>
              <a:t>MyBatis</a:t>
            </a:r>
            <a:r>
              <a:rPr lang="en-US" altLang="ko-KR" b="0" dirty="0"/>
              <a:t> Framework</a:t>
            </a:r>
          </a:p>
          <a:p>
            <a:pPr lvl="1" fontAlgn="auto">
              <a:spcAft>
                <a:spcPts val="0"/>
              </a:spcAft>
            </a:pPr>
            <a:r>
              <a:rPr lang="en-US" altLang="ko-KR" b="0" dirty="0"/>
              <a:t>Oracle Driver</a:t>
            </a:r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Web</a:t>
            </a:r>
          </a:p>
          <a:p>
            <a:pPr lvl="1" fontAlgn="auto">
              <a:spcAft>
                <a:spcPts val="0"/>
              </a:spcAft>
            </a:pPr>
            <a:r>
              <a:rPr lang="en-US" altLang="ko-KR" b="0" dirty="0"/>
              <a:t>Spring Web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672562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B9A639-E134-16B6-9F67-E99402E26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err="1"/>
              <a:t>application.properties</a:t>
            </a:r>
            <a:r>
              <a:rPr lang="en-US" altLang="ko-KR" sz="1800" dirty="0"/>
              <a:t> </a:t>
            </a:r>
            <a:r>
              <a:rPr lang="ko-KR" altLang="en-US" sz="1800" dirty="0"/>
              <a:t>설정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Spring Project </a:t>
            </a:r>
            <a:r>
              <a:rPr lang="ko-KR" altLang="en-US" dirty="0"/>
              <a:t>생성</a:t>
            </a:r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A83BC83-557D-FA35-799C-61E906CE232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US" altLang="ko-KR"/>
              <a:pPr/>
              <a:t>29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475C9-52AA-51C7-2093-154C70F903E7}"/>
              </a:ext>
            </a:extLst>
          </p:cNvPr>
          <p:cNvSpPr txBox="1"/>
          <p:nvPr/>
        </p:nvSpPr>
        <p:spPr>
          <a:xfrm>
            <a:off x="381000" y="1828800"/>
            <a:ext cx="860755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pl-PL" altLang="ko-KR" sz="1400" b="0" dirty="0">
                <a:solidFill>
                  <a:srgbClr val="93A1A1"/>
                </a:solidFill>
                <a:effectLst/>
                <a:latin typeface="+mn-ea"/>
                <a:ea typeface="+mn-ea"/>
              </a:rPr>
              <a:t># JDBC </a:t>
            </a:r>
            <a:r>
              <a:rPr lang="ko-KR" altLang="pl-PL" sz="1400" b="0" dirty="0">
                <a:solidFill>
                  <a:srgbClr val="93A1A1"/>
                </a:solidFill>
                <a:effectLst/>
                <a:latin typeface="+mn-ea"/>
                <a:ea typeface="+mn-ea"/>
              </a:rPr>
              <a:t>설정</a:t>
            </a:r>
            <a:endParaRPr lang="pl-PL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pl-PL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spring.datasource.url=</a:t>
            </a:r>
            <a:r>
              <a:rPr lang="pl-PL" altLang="ko-KR" sz="1400" b="0" dirty="0">
                <a:solidFill>
                  <a:srgbClr val="2AA198"/>
                </a:solidFill>
                <a:effectLst/>
                <a:latin typeface="+mn-ea"/>
                <a:ea typeface="+mn-ea"/>
              </a:rPr>
              <a:t>jdbc:oracle:thin:@localhost:1521:XE</a:t>
            </a:r>
            <a:endParaRPr lang="pl-PL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pl-PL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spring.datasource.driver-class-name=</a:t>
            </a:r>
            <a:r>
              <a:rPr lang="pl-PL" altLang="ko-KR" sz="1400" b="0" dirty="0">
                <a:solidFill>
                  <a:srgbClr val="2AA198"/>
                </a:solidFill>
                <a:effectLst/>
                <a:latin typeface="+mn-ea"/>
                <a:ea typeface="+mn-ea"/>
              </a:rPr>
              <a:t>oracle.jdbc.driver.OracleDriver</a:t>
            </a:r>
            <a:endParaRPr lang="pl-PL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pl-PL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spring.datasource.username=</a:t>
            </a:r>
            <a:r>
              <a:rPr lang="pl-PL" altLang="ko-KR" sz="1400" b="0" dirty="0">
                <a:solidFill>
                  <a:srgbClr val="2AA198"/>
                </a:solidFill>
                <a:effectLst/>
                <a:latin typeface="+mn-ea"/>
                <a:ea typeface="+mn-ea"/>
              </a:rPr>
              <a:t>SPRING_BOOT</a:t>
            </a:r>
            <a:endParaRPr lang="pl-PL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pl-PL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spring.datasource.password=</a:t>
            </a:r>
            <a:r>
              <a:rPr lang="pl-PL" altLang="ko-KR" sz="1400" b="0" dirty="0">
                <a:solidFill>
                  <a:srgbClr val="2AA198"/>
                </a:solidFill>
                <a:effectLst/>
                <a:latin typeface="+mn-ea"/>
                <a:ea typeface="+mn-ea"/>
              </a:rPr>
              <a:t>1234</a:t>
            </a:r>
            <a:endParaRPr lang="pl-PL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8147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3. Hello, Spring Boot Controller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6670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src</a:t>
            </a:r>
            <a:r>
              <a:rPr lang="en-US" altLang="ko-KR" dirty="0"/>
              <a:t>/main/java</a:t>
            </a:r>
            <a:r>
              <a:rPr lang="ko-KR" altLang="en-US" dirty="0"/>
              <a:t> 아래에 </a:t>
            </a:r>
            <a:r>
              <a:rPr lang="en-US" altLang="ko-KR" dirty="0" err="1"/>
              <a:t>com.example.demo.web</a:t>
            </a:r>
            <a:r>
              <a:rPr lang="en-US" altLang="ko-KR" dirty="0"/>
              <a:t> </a:t>
            </a:r>
            <a:r>
              <a:rPr lang="ko-KR" altLang="en-US" dirty="0"/>
              <a:t>패키지 생성</a:t>
            </a:r>
            <a:endParaRPr lang="en-US" altLang="ko-KR" dirty="0"/>
          </a:p>
          <a:p>
            <a:r>
              <a:rPr lang="en-US" altLang="ko-KR" dirty="0" err="1"/>
              <a:t>com.example.demo.web</a:t>
            </a:r>
            <a:r>
              <a:rPr lang="en-US" altLang="ko-KR" dirty="0"/>
              <a:t> </a:t>
            </a:r>
            <a:r>
              <a:rPr lang="ko-KR" altLang="en-US" dirty="0"/>
              <a:t>아래에 </a:t>
            </a:r>
            <a:r>
              <a:rPr lang="en-US" altLang="ko-KR" dirty="0"/>
              <a:t>HelloBootController.java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31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1CA2DF-6B11-8F3A-78E8-C908D9A9B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2057400"/>
            <a:ext cx="2963998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602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HelloBootController.java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1A623-237E-9BDA-4374-8C11A3C6C049}"/>
              </a:ext>
            </a:extLst>
          </p:cNvPr>
          <p:cNvSpPr txBox="1"/>
          <p:nvPr/>
        </p:nvSpPr>
        <p:spPr>
          <a:xfrm>
            <a:off x="457200" y="1600200"/>
            <a:ext cx="8382000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HelloBootController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"/hello"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Boot Controller"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0310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서버 시작</a:t>
            </a:r>
            <a:endParaRPr lang="en-US" altLang="ko-KR" dirty="0"/>
          </a:p>
          <a:p>
            <a:pPr lvl="1"/>
            <a:r>
              <a:rPr lang="en-US" altLang="ko-KR" dirty="0"/>
              <a:t>     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서버 실행 중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33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75BA59-EE28-94B8-57D2-76352795F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37" y="1981200"/>
            <a:ext cx="4669086" cy="1676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95325F-B302-B0C3-1E31-09C370036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91" y="1486553"/>
            <a:ext cx="366214" cy="3509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CB5CFD-FFFB-533F-7374-1F85B01C0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37" y="4267200"/>
            <a:ext cx="4607865" cy="151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939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 콘솔 확인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34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D0CE30-08AE-18AD-38B7-147B3305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03" y="1600200"/>
            <a:ext cx="875469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83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 포트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브라우저에 </a:t>
            </a:r>
            <a:r>
              <a:rPr lang="en-US" altLang="ko-KR" dirty="0"/>
              <a:t>“http://localhost:8080/hello” </a:t>
            </a:r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dirty="0" err="1"/>
              <a:t>엔터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F0BA2-62DB-FC61-F9DD-8461DDF525AD}"/>
              </a:ext>
            </a:extLst>
          </p:cNvPr>
          <p:cNvSpPr txBox="1"/>
          <p:nvPr/>
        </p:nvSpPr>
        <p:spPr>
          <a:xfrm>
            <a:off x="536448" y="1600200"/>
            <a:ext cx="8607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Tomcat initialized with port(s): 8080 (http)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7FE1F8E-D5D4-E4AC-0D6B-D6438FC8E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" y="2812558"/>
            <a:ext cx="743053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498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반환해보기</a:t>
            </a:r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E409C-C255-7DC5-47D8-FAE3A00FC243}"/>
              </a:ext>
            </a:extLst>
          </p:cNvPr>
          <p:cNvSpPr txBox="1"/>
          <p:nvPr/>
        </p:nvSpPr>
        <p:spPr>
          <a:xfrm>
            <a:off x="381000" y="1531977"/>
            <a:ext cx="8382000" cy="5262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HttpStatus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+mn-ea"/>
              <a:cs typeface="Courier New" panose="020703090202050204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HelloBootController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"/hello"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&gt;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hello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StringBuffer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StringBuffer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"&lt;!DOCTYPE html&gt;"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"&lt;html&gt;"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"&lt;head&gt;&lt;title&gt;Hello Boot!&lt;/title&gt;&lt;/head&gt;"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"&lt;body&gt;"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"&lt;div&gt;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안녕하세요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.&lt;/div&gt;"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"&lt;div&gt;Spring Boot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에서 응답되었습니다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!&lt;/div&gt;"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"&lt;/body&gt;"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"&lt;/html&gt;"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&lt;&gt;(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html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toString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()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HttpStatus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OK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8507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ko-KR" altLang="en-US" dirty="0"/>
              <a:t>브라우저에 </a:t>
            </a:r>
            <a:r>
              <a:rPr lang="en-US" altLang="ko-KR" dirty="0"/>
              <a:t>“http://localhost:8080/hello” </a:t>
            </a:r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dirty="0" err="1"/>
              <a:t>엔터</a:t>
            </a:r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1F6001-1052-EAA7-263C-64DC6D3B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31" y="2071194"/>
            <a:ext cx="743053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02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Localhost</a:t>
            </a:r>
          </a:p>
          <a:p>
            <a:pPr lvl="1"/>
            <a:r>
              <a:rPr lang="ko-KR" altLang="en-US" dirty="0"/>
              <a:t>현재 사용중인 </a:t>
            </a:r>
            <a:r>
              <a:rPr lang="en-US" altLang="ko-KR" dirty="0"/>
              <a:t>PC</a:t>
            </a:r>
            <a:r>
              <a:rPr lang="ko-KR" altLang="en-US" dirty="0"/>
              <a:t>의 주소를 </a:t>
            </a:r>
            <a:r>
              <a:rPr lang="en-US" altLang="ko-KR" dirty="0"/>
              <a:t>localhost </a:t>
            </a:r>
            <a:r>
              <a:rPr lang="ko-KR" altLang="en-US" dirty="0"/>
              <a:t>라고 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IP – 127.0.0.1 </a:t>
            </a:r>
            <a:r>
              <a:rPr lang="ko-KR" altLang="en-US" dirty="0"/>
              <a:t>과 동일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Port</a:t>
            </a:r>
          </a:p>
          <a:p>
            <a:pPr lvl="1"/>
            <a:r>
              <a:rPr lang="ko-KR" altLang="en-US" dirty="0"/>
              <a:t>현재 사용중인 </a:t>
            </a:r>
            <a:r>
              <a:rPr lang="en-US" altLang="ko-KR" dirty="0"/>
              <a:t>PC</a:t>
            </a:r>
            <a:r>
              <a:rPr lang="ko-KR" altLang="en-US" dirty="0"/>
              <a:t>와 프로그램 또는 외부 </a:t>
            </a:r>
            <a:r>
              <a:rPr lang="en-US" altLang="ko-KR" dirty="0"/>
              <a:t>PC</a:t>
            </a:r>
            <a:r>
              <a:rPr lang="ko-KR" altLang="en-US" dirty="0"/>
              <a:t>와 통신할 수 있는 번호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HTTP</a:t>
            </a:r>
            <a:r>
              <a:rPr lang="ko-KR" altLang="en-US" dirty="0"/>
              <a:t>의 기본 포트는 </a:t>
            </a:r>
            <a:r>
              <a:rPr lang="en-US" altLang="ko-KR" dirty="0"/>
              <a:t>80</a:t>
            </a:r>
          </a:p>
          <a:p>
            <a:pPr lvl="2"/>
            <a:r>
              <a:rPr lang="ko-KR" altLang="en-US" dirty="0"/>
              <a:t>개발 단계에서는 </a:t>
            </a:r>
            <a:r>
              <a:rPr lang="en-US" altLang="ko-KR" dirty="0"/>
              <a:t>8080</a:t>
            </a:r>
            <a:r>
              <a:rPr lang="ko-KR" altLang="en-US" dirty="0"/>
              <a:t>을 많이 사용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2123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CFA744-EE98-F6AB-6F2D-8D7240D45B5E}"/>
              </a:ext>
            </a:extLst>
          </p:cNvPr>
          <p:cNvSpPr/>
          <p:nvPr/>
        </p:nvSpPr>
        <p:spPr>
          <a:xfrm>
            <a:off x="457201" y="4015337"/>
            <a:ext cx="2971800" cy="21854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Localhost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(IP: 10.111.112.113)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6A434F-9019-1D94-BC7E-464ADEBC25C1}"/>
              </a:ext>
            </a:extLst>
          </p:cNvPr>
          <p:cNvSpPr/>
          <p:nvPr/>
        </p:nvSpPr>
        <p:spPr>
          <a:xfrm>
            <a:off x="630269" y="4851949"/>
            <a:ext cx="2663059" cy="12969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Tomcat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DBD23-C9F0-3974-E830-D1603A69EFBD}"/>
              </a:ext>
            </a:extLst>
          </p:cNvPr>
          <p:cNvSpPr txBox="1"/>
          <p:nvPr/>
        </p:nvSpPr>
        <p:spPr>
          <a:xfrm>
            <a:off x="3164013" y="4167737"/>
            <a:ext cx="601447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Port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8080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295F09-1D88-5755-FF9A-383A84EC0E56}"/>
              </a:ext>
            </a:extLst>
          </p:cNvPr>
          <p:cNvSpPr/>
          <p:nvPr/>
        </p:nvSpPr>
        <p:spPr>
          <a:xfrm>
            <a:off x="858869" y="5310737"/>
            <a:ext cx="2189131" cy="7239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Spring Boot</a:t>
            </a:r>
          </a:p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Application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4D48A3-11A1-5920-DA67-666CED1EE18E}"/>
              </a:ext>
            </a:extLst>
          </p:cNvPr>
          <p:cNvSpPr/>
          <p:nvPr/>
        </p:nvSpPr>
        <p:spPr>
          <a:xfrm>
            <a:off x="5715000" y="4005812"/>
            <a:ext cx="2971800" cy="2057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Other PC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6ED37-C139-1DFE-6D61-C43788EADB9D}"/>
              </a:ext>
            </a:extLst>
          </p:cNvPr>
          <p:cNvSpPr txBox="1"/>
          <p:nvPr/>
        </p:nvSpPr>
        <p:spPr>
          <a:xfrm>
            <a:off x="2522753" y="4908818"/>
            <a:ext cx="601447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8080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C58069-8E75-8661-12F7-C1984067FD11}"/>
              </a:ext>
            </a:extLst>
          </p:cNvPr>
          <p:cNvSpPr/>
          <p:nvPr/>
        </p:nvSpPr>
        <p:spPr>
          <a:xfrm>
            <a:off x="6097154" y="4568101"/>
            <a:ext cx="2360676" cy="12969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Browser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6265F0-DFA9-FF02-C012-CA21C8B84D66}"/>
              </a:ext>
            </a:extLst>
          </p:cNvPr>
          <p:cNvSpPr/>
          <p:nvPr/>
        </p:nvSpPr>
        <p:spPr>
          <a:xfrm>
            <a:off x="6125729" y="4908818"/>
            <a:ext cx="2284846" cy="5590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http://10.111.112.113:8080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DF12E16-BAA4-BDD0-0A1D-0F0544B33489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flipH="1" flipV="1">
            <a:off x="3765460" y="4429347"/>
            <a:ext cx="2360269" cy="75901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0F9680F-F50B-CAC7-0E2B-035B8273DF34}"/>
              </a:ext>
            </a:extLst>
          </p:cNvPr>
          <p:cNvCxnSpPr>
            <a:cxnSpLocks/>
            <a:stCxn id="7" idx="1"/>
            <a:endCxn id="11" idx="0"/>
          </p:cNvCxnSpPr>
          <p:nvPr/>
        </p:nvCxnSpPr>
        <p:spPr>
          <a:xfrm rot="10800000" flipV="1">
            <a:off x="2823477" y="4429346"/>
            <a:ext cx="340536" cy="479471"/>
          </a:xfrm>
          <a:prstGeom prst="curved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B29C5FC-43E4-F584-EB3A-B749C3133578}"/>
              </a:ext>
            </a:extLst>
          </p:cNvPr>
          <p:cNvCxnSpPr>
            <a:cxnSpLocks/>
            <a:stCxn id="11" idx="1"/>
            <a:endCxn id="9" idx="0"/>
          </p:cNvCxnSpPr>
          <p:nvPr/>
        </p:nvCxnSpPr>
        <p:spPr>
          <a:xfrm rot="10800000" flipV="1">
            <a:off x="1953435" y="5062707"/>
            <a:ext cx="569318" cy="248030"/>
          </a:xfrm>
          <a:prstGeom prst="curved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4">
            <a:extLst>
              <a:ext uri="{FF2B5EF4-FFF2-40B4-BE49-F238E27FC236}">
                <a16:creationId xmlns:a16="http://schemas.microsoft.com/office/drawing/2014/main" id="{358AD485-F233-8598-B9E3-9C171910104E}"/>
              </a:ext>
            </a:extLst>
          </p:cNvPr>
          <p:cNvCxnSpPr>
            <a:cxnSpLocks/>
            <a:stCxn id="9" idx="3"/>
            <a:endCxn id="16" idx="2"/>
          </p:cNvCxnSpPr>
          <p:nvPr/>
        </p:nvCxnSpPr>
        <p:spPr>
          <a:xfrm flipV="1">
            <a:off x="3048000" y="5467895"/>
            <a:ext cx="4220152" cy="204792"/>
          </a:xfrm>
          <a:prstGeom prst="curved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08F3B81-FE4F-0EE3-CE9E-BE75E245CDF1}"/>
              </a:ext>
            </a:extLst>
          </p:cNvPr>
          <p:cNvSpPr txBox="1"/>
          <p:nvPr/>
        </p:nvSpPr>
        <p:spPr>
          <a:xfrm rot="1039658">
            <a:off x="4312384" y="4435388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>
                <a:latin typeface="+mn-ea"/>
                <a:ea typeface="+mn-ea"/>
              </a:rPr>
              <a:t>URL</a:t>
            </a:r>
            <a:r>
              <a:rPr lang="ko-KR" altLang="en-US" sz="1400" b="0" dirty="0">
                <a:latin typeface="+mn-ea"/>
                <a:ea typeface="+mn-ea"/>
              </a:rPr>
              <a:t>요청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1B436E-F82E-9574-7C92-62C084D797C6}"/>
              </a:ext>
            </a:extLst>
          </p:cNvPr>
          <p:cNvSpPr txBox="1"/>
          <p:nvPr/>
        </p:nvSpPr>
        <p:spPr>
          <a:xfrm>
            <a:off x="3448776" y="5677746"/>
            <a:ext cx="2246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>
                <a:latin typeface="+mn-ea"/>
                <a:ea typeface="+mn-ea"/>
              </a:rPr>
              <a:t>HTML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+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CSS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+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Javascript</a:t>
            </a:r>
            <a:endParaRPr lang="ko-KR" altLang="en-US" sz="14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0649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HTTP: Hyper</a:t>
            </a:r>
            <a:r>
              <a:rPr lang="ko-KR" altLang="en-US" dirty="0"/>
              <a:t> </a:t>
            </a:r>
            <a:r>
              <a:rPr lang="en-US" altLang="ko-KR" dirty="0"/>
              <a:t>Text</a:t>
            </a:r>
            <a:r>
              <a:rPr lang="ko-KR" altLang="en-US" dirty="0"/>
              <a:t> </a:t>
            </a:r>
            <a:r>
              <a:rPr lang="en-US" altLang="ko-KR" dirty="0"/>
              <a:t>Transfer</a:t>
            </a:r>
            <a:r>
              <a:rPr lang="ko-KR" altLang="en-US" dirty="0"/>
              <a:t> </a:t>
            </a:r>
            <a:r>
              <a:rPr lang="en-US" altLang="ko-KR" dirty="0"/>
              <a:t>Protocol</a:t>
            </a:r>
          </a:p>
          <a:p>
            <a:pPr lvl="1"/>
            <a:r>
              <a:rPr lang="en-US" altLang="ko-KR" dirty="0"/>
              <a:t>WWW(World Wide Web)</a:t>
            </a:r>
            <a:r>
              <a:rPr lang="ko-KR" altLang="en-US" dirty="0"/>
              <a:t> 상에서 정보를 주고받을 수 있는 프로토콜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주로 </a:t>
            </a:r>
            <a:r>
              <a:rPr lang="en-US" altLang="ko-KR" dirty="0"/>
              <a:t>HTML</a:t>
            </a:r>
            <a:r>
              <a:rPr lang="ko-KR" altLang="en-US" dirty="0"/>
              <a:t> 문서를 주고받는 데에 쓰인다</a:t>
            </a:r>
            <a:r>
              <a:rPr lang="en-US" altLang="ko-KR" dirty="0"/>
              <a:t>. 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HTTP</a:t>
            </a:r>
            <a:r>
              <a:rPr lang="ko-KR" altLang="en-US" dirty="0"/>
              <a:t>로 </a:t>
            </a:r>
            <a:r>
              <a:rPr lang="en-US" altLang="ko-KR" dirty="0"/>
              <a:t>Client</a:t>
            </a:r>
            <a:r>
              <a:rPr lang="ko-KR" altLang="en-US" dirty="0"/>
              <a:t>와</a:t>
            </a:r>
            <a:r>
              <a:rPr lang="en-US" altLang="ko-KR" dirty="0"/>
              <a:t> Server</a:t>
            </a:r>
            <a:r>
              <a:rPr lang="ko-KR" altLang="en-US" dirty="0"/>
              <a:t>가 통신한다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Request (C -&gt; S)</a:t>
            </a:r>
          </a:p>
          <a:p>
            <a:pPr lvl="2"/>
            <a:r>
              <a:rPr lang="en-US" altLang="ko-KR" dirty="0"/>
              <a:t>Client</a:t>
            </a:r>
            <a:r>
              <a:rPr lang="ko-KR" altLang="en-US" dirty="0"/>
              <a:t>가 </a:t>
            </a:r>
            <a:r>
              <a:rPr lang="en-US" altLang="ko-KR" dirty="0"/>
              <a:t>Server</a:t>
            </a:r>
            <a:r>
              <a:rPr lang="ko-KR" altLang="en-US" dirty="0"/>
              <a:t>에게 데이터를 요청 </a:t>
            </a:r>
            <a:r>
              <a:rPr lang="en-US" altLang="ko-KR" dirty="0"/>
              <a:t>(URL</a:t>
            </a:r>
            <a:r>
              <a:rPr lang="ko-KR" altLang="en-US" dirty="0"/>
              <a:t>로 요청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Response (S -&gt; C)</a:t>
            </a:r>
          </a:p>
          <a:p>
            <a:pPr lvl="2"/>
            <a:r>
              <a:rPr lang="en-US" altLang="ko-KR" dirty="0"/>
              <a:t>Server</a:t>
            </a:r>
            <a:r>
              <a:rPr lang="ko-KR" altLang="en-US" dirty="0"/>
              <a:t>는 요청한 </a:t>
            </a:r>
            <a:r>
              <a:rPr lang="en-US" altLang="ko-KR" dirty="0"/>
              <a:t>Client</a:t>
            </a:r>
            <a:r>
              <a:rPr lang="ko-KR" altLang="en-US" dirty="0"/>
              <a:t>에게 데이터를 전송 </a:t>
            </a:r>
            <a:r>
              <a:rPr lang="en-US" altLang="ko-KR" dirty="0"/>
              <a:t>(HTML,</a:t>
            </a:r>
            <a:r>
              <a:rPr lang="ko-KR" altLang="en-US" dirty="0"/>
              <a:t> </a:t>
            </a:r>
            <a:r>
              <a:rPr lang="en-US" altLang="ko-KR" dirty="0"/>
              <a:t>Image,</a:t>
            </a:r>
            <a:r>
              <a:rPr lang="ko-KR" altLang="en-US" dirty="0"/>
              <a:t> </a:t>
            </a:r>
            <a:r>
              <a:rPr lang="en-US" altLang="ko-KR" dirty="0"/>
              <a:t>File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3. Hello, Spring Boot Controller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CFA744-EE98-F6AB-6F2D-8D7240D45B5E}"/>
              </a:ext>
            </a:extLst>
          </p:cNvPr>
          <p:cNvSpPr/>
          <p:nvPr/>
        </p:nvSpPr>
        <p:spPr>
          <a:xfrm>
            <a:off x="457201" y="4443984"/>
            <a:ext cx="2971800" cy="21854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Localhost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(IP: 10.111.112.113)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6A434F-9019-1D94-BC7E-464ADEBC25C1}"/>
              </a:ext>
            </a:extLst>
          </p:cNvPr>
          <p:cNvSpPr/>
          <p:nvPr/>
        </p:nvSpPr>
        <p:spPr>
          <a:xfrm>
            <a:off x="630269" y="5280596"/>
            <a:ext cx="2663059" cy="12969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Tomcat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DBD23-C9F0-3974-E830-D1603A69EFBD}"/>
              </a:ext>
            </a:extLst>
          </p:cNvPr>
          <p:cNvSpPr txBox="1"/>
          <p:nvPr/>
        </p:nvSpPr>
        <p:spPr>
          <a:xfrm>
            <a:off x="3164013" y="4596384"/>
            <a:ext cx="601447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Port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8080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295F09-1D88-5755-FF9A-383A84EC0E56}"/>
              </a:ext>
            </a:extLst>
          </p:cNvPr>
          <p:cNvSpPr/>
          <p:nvPr/>
        </p:nvSpPr>
        <p:spPr>
          <a:xfrm>
            <a:off x="858869" y="5739384"/>
            <a:ext cx="2189131" cy="7239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Spring Boot</a:t>
            </a:r>
          </a:p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Application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4D48A3-11A1-5920-DA67-666CED1EE18E}"/>
              </a:ext>
            </a:extLst>
          </p:cNvPr>
          <p:cNvSpPr/>
          <p:nvPr/>
        </p:nvSpPr>
        <p:spPr>
          <a:xfrm>
            <a:off x="5715000" y="4434459"/>
            <a:ext cx="2971800" cy="2057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Other PC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6ED37-C139-1DFE-6D61-C43788EADB9D}"/>
              </a:ext>
            </a:extLst>
          </p:cNvPr>
          <p:cNvSpPr txBox="1"/>
          <p:nvPr/>
        </p:nvSpPr>
        <p:spPr>
          <a:xfrm>
            <a:off x="2522753" y="5337465"/>
            <a:ext cx="601447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8080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C58069-8E75-8661-12F7-C1984067FD11}"/>
              </a:ext>
            </a:extLst>
          </p:cNvPr>
          <p:cNvSpPr/>
          <p:nvPr/>
        </p:nvSpPr>
        <p:spPr>
          <a:xfrm>
            <a:off x="6097154" y="4996748"/>
            <a:ext cx="2360676" cy="12969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Browser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6265F0-DFA9-FF02-C012-CA21C8B84D66}"/>
              </a:ext>
            </a:extLst>
          </p:cNvPr>
          <p:cNvSpPr/>
          <p:nvPr/>
        </p:nvSpPr>
        <p:spPr>
          <a:xfrm>
            <a:off x="6125729" y="5337465"/>
            <a:ext cx="2284846" cy="5590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http://10.111.112.113:8080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DF12E16-BAA4-BDD0-0A1D-0F0544B33489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flipH="1" flipV="1">
            <a:off x="3765460" y="4857994"/>
            <a:ext cx="2360269" cy="75901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0F9680F-F50B-CAC7-0E2B-035B8273DF34}"/>
              </a:ext>
            </a:extLst>
          </p:cNvPr>
          <p:cNvCxnSpPr>
            <a:cxnSpLocks/>
            <a:stCxn id="7" idx="1"/>
            <a:endCxn id="11" idx="0"/>
          </p:cNvCxnSpPr>
          <p:nvPr/>
        </p:nvCxnSpPr>
        <p:spPr>
          <a:xfrm rot="10800000" flipV="1">
            <a:off x="2823477" y="4857993"/>
            <a:ext cx="340536" cy="479471"/>
          </a:xfrm>
          <a:prstGeom prst="curved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B29C5FC-43E4-F584-EB3A-B749C3133578}"/>
              </a:ext>
            </a:extLst>
          </p:cNvPr>
          <p:cNvCxnSpPr>
            <a:cxnSpLocks/>
            <a:stCxn id="11" idx="1"/>
            <a:endCxn id="9" idx="0"/>
          </p:cNvCxnSpPr>
          <p:nvPr/>
        </p:nvCxnSpPr>
        <p:spPr>
          <a:xfrm rot="10800000" flipV="1">
            <a:off x="1953435" y="5491354"/>
            <a:ext cx="569318" cy="248030"/>
          </a:xfrm>
          <a:prstGeom prst="curved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4">
            <a:extLst>
              <a:ext uri="{FF2B5EF4-FFF2-40B4-BE49-F238E27FC236}">
                <a16:creationId xmlns:a16="http://schemas.microsoft.com/office/drawing/2014/main" id="{358AD485-F233-8598-B9E3-9C171910104E}"/>
              </a:ext>
            </a:extLst>
          </p:cNvPr>
          <p:cNvCxnSpPr>
            <a:cxnSpLocks/>
            <a:stCxn id="9" idx="3"/>
            <a:endCxn id="16" idx="2"/>
          </p:cNvCxnSpPr>
          <p:nvPr/>
        </p:nvCxnSpPr>
        <p:spPr>
          <a:xfrm flipV="1">
            <a:off x="3048000" y="5896542"/>
            <a:ext cx="4220152" cy="204792"/>
          </a:xfrm>
          <a:prstGeom prst="curved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08F3B81-FE4F-0EE3-CE9E-BE75E245CDF1}"/>
              </a:ext>
            </a:extLst>
          </p:cNvPr>
          <p:cNvSpPr txBox="1"/>
          <p:nvPr/>
        </p:nvSpPr>
        <p:spPr>
          <a:xfrm rot="1039658">
            <a:off x="4312384" y="4864035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>
                <a:latin typeface="+mn-ea"/>
                <a:ea typeface="+mn-ea"/>
              </a:rPr>
              <a:t>URL</a:t>
            </a:r>
            <a:r>
              <a:rPr lang="ko-KR" altLang="en-US" sz="1400" b="0" dirty="0">
                <a:latin typeface="+mn-ea"/>
                <a:ea typeface="+mn-ea"/>
              </a:rPr>
              <a:t>요청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1B436E-F82E-9574-7C92-62C084D797C6}"/>
              </a:ext>
            </a:extLst>
          </p:cNvPr>
          <p:cNvSpPr txBox="1"/>
          <p:nvPr/>
        </p:nvSpPr>
        <p:spPr>
          <a:xfrm>
            <a:off x="3448776" y="6106393"/>
            <a:ext cx="2246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>
                <a:latin typeface="+mn-ea"/>
                <a:ea typeface="+mn-ea"/>
              </a:rPr>
              <a:t>HTML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+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CSS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+</a:t>
            </a:r>
            <a:r>
              <a:rPr lang="ko-KR" altLang="en-US" sz="1400" b="0" dirty="0">
                <a:latin typeface="+mn-ea"/>
                <a:ea typeface="+mn-ea"/>
              </a:rPr>
              <a:t> </a:t>
            </a:r>
            <a:r>
              <a:rPr lang="en-US" altLang="ko-KR" sz="1400" b="0" dirty="0">
                <a:latin typeface="+mn-ea"/>
                <a:ea typeface="+mn-ea"/>
              </a:rPr>
              <a:t>Javascript</a:t>
            </a:r>
            <a:endParaRPr lang="ko-KR" altLang="en-US" sz="1400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DE61F-976F-9B40-53F7-A5887AF44784}"/>
              </a:ext>
            </a:extLst>
          </p:cNvPr>
          <p:cNvSpPr txBox="1"/>
          <p:nvPr/>
        </p:nvSpPr>
        <p:spPr>
          <a:xfrm>
            <a:off x="1598076" y="4121820"/>
            <a:ext cx="727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  <a:ea typeface="+mn-ea"/>
              </a:rPr>
              <a:t>Server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513F3-244C-62F8-282D-7B0F56D6297A}"/>
              </a:ext>
            </a:extLst>
          </p:cNvPr>
          <p:cNvSpPr txBox="1"/>
          <p:nvPr/>
        </p:nvSpPr>
        <p:spPr>
          <a:xfrm>
            <a:off x="6939098" y="4121820"/>
            <a:ext cx="676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  <a:ea typeface="+mn-ea"/>
              </a:rPr>
              <a:t>Client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90457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4. JSP</a:t>
            </a:r>
            <a:r>
              <a:rPr lang="ko-KR" altLang="en-US" sz="4000" b="1" dirty="0">
                <a:latin typeface="+mj-ea"/>
              </a:rPr>
              <a:t>로 응답하기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8810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JSP:</a:t>
            </a:r>
            <a:r>
              <a:rPr lang="ko-KR" altLang="en-US" dirty="0"/>
              <a:t> </a:t>
            </a:r>
            <a:r>
              <a:rPr lang="en-US" altLang="ko-KR" dirty="0"/>
              <a:t>Jakarta Server Page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문법에 </a:t>
            </a:r>
            <a:r>
              <a:rPr lang="en-US" altLang="ko-KR" dirty="0"/>
              <a:t>Java</a:t>
            </a:r>
            <a:r>
              <a:rPr lang="ko-KR" altLang="en-US" dirty="0"/>
              <a:t>를 사용할 수 있는 </a:t>
            </a:r>
            <a:r>
              <a:rPr lang="en-US" altLang="ko-KR" dirty="0"/>
              <a:t>Server Side Language</a:t>
            </a:r>
          </a:p>
          <a:p>
            <a:pPr lvl="1"/>
            <a:r>
              <a:rPr lang="en-US" altLang="ko-KR" dirty="0"/>
              <a:t>&lt;% </a:t>
            </a:r>
            <a:r>
              <a:rPr lang="ko-KR" altLang="en-US" dirty="0"/>
              <a:t>여기에 </a:t>
            </a:r>
            <a:r>
              <a:rPr lang="en-US" altLang="ko-KR" dirty="0"/>
              <a:t>Java Code</a:t>
            </a:r>
            <a:r>
              <a:rPr lang="ko-KR" altLang="en-US" dirty="0"/>
              <a:t>를 작성할 수 있다</a:t>
            </a:r>
            <a:r>
              <a:rPr lang="en-US" altLang="ko-KR" dirty="0"/>
              <a:t>. %&gt;</a:t>
            </a:r>
          </a:p>
          <a:p>
            <a:pPr lvl="1"/>
            <a:r>
              <a:rPr lang="en-US" altLang="ko-KR" dirty="0"/>
              <a:t>2000</a:t>
            </a:r>
            <a:r>
              <a:rPr lang="ko-KR" altLang="en-US" dirty="0"/>
              <a:t>년대 초반까지 </a:t>
            </a:r>
            <a:r>
              <a:rPr lang="en-US" altLang="ko-KR" dirty="0"/>
              <a:t>JSP </a:t>
            </a:r>
            <a:r>
              <a:rPr lang="ko-KR" altLang="en-US" dirty="0"/>
              <a:t>만을 사용해 </a:t>
            </a:r>
            <a:r>
              <a:rPr lang="en-US" altLang="ko-KR" dirty="0"/>
              <a:t>Web Application</a:t>
            </a:r>
            <a:r>
              <a:rPr lang="ko-KR" altLang="en-US" dirty="0"/>
              <a:t>을 제작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Spring Framework </a:t>
            </a:r>
            <a:r>
              <a:rPr lang="ko-KR" altLang="en-US" dirty="0"/>
              <a:t>이 출시 된 이후부터 </a:t>
            </a:r>
            <a:r>
              <a:rPr lang="en-US" altLang="ko-KR" dirty="0"/>
              <a:t>JSP</a:t>
            </a:r>
            <a:r>
              <a:rPr lang="ko-KR" altLang="en-US" dirty="0"/>
              <a:t>를 </a:t>
            </a:r>
            <a:r>
              <a:rPr lang="en-US" altLang="ko-KR" dirty="0"/>
              <a:t>Template </a:t>
            </a:r>
            <a:r>
              <a:rPr lang="ko-KR" altLang="en-US" dirty="0"/>
              <a:t>으로 사용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&lt;% </a:t>
            </a:r>
            <a:r>
              <a:rPr lang="ko-KR" altLang="en-US" dirty="0"/>
              <a:t>이 코드는 더 이상 사용하지 않는다</a:t>
            </a:r>
            <a:r>
              <a:rPr lang="en-US" altLang="ko-KR" dirty="0"/>
              <a:t>. %&gt;</a:t>
            </a:r>
          </a:p>
          <a:p>
            <a:endParaRPr lang="en-US" altLang="ko-KR" dirty="0"/>
          </a:p>
          <a:p>
            <a:r>
              <a:rPr lang="en-US" altLang="ko-KR" dirty="0"/>
              <a:t>Spring Boot</a:t>
            </a:r>
            <a:r>
              <a:rPr lang="ko-KR" altLang="en-US" dirty="0"/>
              <a:t>와 함께 </a:t>
            </a:r>
            <a:r>
              <a:rPr lang="en-US" altLang="ko-KR" dirty="0"/>
              <a:t>“</a:t>
            </a:r>
            <a:r>
              <a:rPr lang="en-US" altLang="ko-KR" dirty="0" err="1"/>
              <a:t>Thymeleaf</a:t>
            </a:r>
            <a:r>
              <a:rPr lang="en-US" altLang="ko-KR" dirty="0"/>
              <a:t>” Template Engine</a:t>
            </a:r>
            <a:r>
              <a:rPr lang="ko-KR" altLang="en-US" dirty="0"/>
              <a:t>을 공식 지원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국내 </a:t>
            </a:r>
            <a:r>
              <a:rPr lang="en-US" altLang="ko-KR" dirty="0"/>
              <a:t>Spring </a:t>
            </a:r>
            <a:r>
              <a:rPr lang="ko-KR" altLang="en-US" dirty="0"/>
              <a:t>사용자들은 </a:t>
            </a:r>
            <a:r>
              <a:rPr lang="en-US" altLang="ko-KR" dirty="0"/>
              <a:t>JSP</a:t>
            </a:r>
            <a:r>
              <a:rPr lang="ko-KR" altLang="en-US" dirty="0"/>
              <a:t>를 선호함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Spring Boot</a:t>
            </a:r>
            <a:r>
              <a:rPr lang="ko-KR" altLang="en-US" dirty="0"/>
              <a:t>에서는 </a:t>
            </a:r>
            <a:r>
              <a:rPr lang="en-US" altLang="ko-KR" dirty="0"/>
              <a:t>JSP</a:t>
            </a:r>
            <a:r>
              <a:rPr lang="ko-KR" altLang="en-US" dirty="0"/>
              <a:t>를 기본 제공하지 않음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Thymeleaf</a:t>
            </a:r>
            <a:r>
              <a:rPr lang="ko-KR" altLang="en-US" dirty="0"/>
              <a:t>를 기본으로 제공함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JSP</a:t>
            </a:r>
            <a:r>
              <a:rPr lang="ko-KR" altLang="en-US" dirty="0"/>
              <a:t>를 사용하려면 별도의 설정이 필요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</p:spTree>
    <p:extLst>
      <p:ext uri="{BB962C8B-B14F-4D97-AF65-F5344CB8AC3E}">
        <p14:creationId xmlns:p14="http://schemas.microsoft.com/office/powerpoint/2010/main" val="4242223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1. JSP Library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2"/>
            <a:r>
              <a:rPr lang="en-US" altLang="ko-KR" dirty="0"/>
              <a:t>pom.xml </a:t>
            </a:r>
            <a:r>
              <a:rPr lang="ko-KR" altLang="en-US" dirty="0"/>
              <a:t>열기</a:t>
            </a:r>
            <a:endParaRPr lang="en-US" altLang="ko-KR" dirty="0"/>
          </a:p>
          <a:p>
            <a:pPr lvl="2"/>
            <a:r>
              <a:rPr lang="en-US" altLang="ko-KR" dirty="0"/>
              <a:t>&lt;project&gt; </a:t>
            </a:r>
          </a:p>
          <a:p>
            <a:pPr lvl="3"/>
            <a:r>
              <a:rPr lang="en-US" altLang="ko-KR" dirty="0"/>
              <a:t>&lt;dependencies&gt; </a:t>
            </a:r>
            <a:r>
              <a:rPr lang="ko-KR" altLang="en-US" dirty="0"/>
              <a:t>항목 아래에 다음 내용 추가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8D3B6-941A-B2B1-266E-D2CE3BC47339}"/>
              </a:ext>
            </a:extLst>
          </p:cNvPr>
          <p:cNvSpPr txBox="1"/>
          <p:nvPr/>
        </p:nvSpPr>
        <p:spPr>
          <a:xfrm>
            <a:off x="1752600" y="2641064"/>
            <a:ext cx="563880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org.apache.tomcat.embed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tomcat-embed-jasper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A78270-C49D-8D2E-7F5D-0A3925B743D9}"/>
              </a:ext>
            </a:extLst>
          </p:cNvPr>
          <p:cNvGrpSpPr/>
          <p:nvPr/>
        </p:nvGrpSpPr>
        <p:grpSpPr>
          <a:xfrm>
            <a:off x="1752600" y="3847901"/>
            <a:ext cx="5979595" cy="2620844"/>
            <a:chOff x="1752600" y="3847901"/>
            <a:chExt cx="5979595" cy="262084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FFA9F0B-37E5-80BB-94FE-4FE4DC6B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2600" y="3847901"/>
              <a:ext cx="5979595" cy="262084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4328FB1-0679-2EFE-F74C-9D3C1C289BE7}"/>
                </a:ext>
              </a:extLst>
            </p:cNvPr>
            <p:cNvSpPr/>
            <p:nvPr/>
          </p:nvSpPr>
          <p:spPr>
            <a:xfrm>
              <a:off x="2209800" y="4748531"/>
              <a:ext cx="5029200" cy="83820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91141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2. JSP </a:t>
            </a:r>
            <a:r>
              <a:rPr lang="ko-KR" altLang="en-US" dirty="0"/>
              <a:t>파일의 경로 추가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application.properties</a:t>
            </a:r>
            <a:r>
              <a:rPr lang="ko-KR" altLang="en-US" dirty="0"/>
              <a:t> 파일 열기</a:t>
            </a:r>
            <a:endParaRPr lang="en-US" altLang="ko-KR" dirty="0"/>
          </a:p>
          <a:p>
            <a:pPr lvl="2"/>
            <a:r>
              <a:rPr lang="ko-KR" altLang="en-US" dirty="0"/>
              <a:t>아래 내용 추가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en-US" altLang="ko-KR" dirty="0" err="1"/>
              <a:t>src</a:t>
            </a:r>
            <a:r>
              <a:rPr lang="en-US" altLang="ko-KR" dirty="0"/>
              <a:t>/main/webapp/WEB-INF/views </a:t>
            </a:r>
            <a:r>
              <a:rPr lang="ko-KR" altLang="en-US" dirty="0"/>
              <a:t>폴더 만들기</a:t>
            </a:r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D5A42-95FE-6C86-DB10-5ABE9B1F44E7}"/>
              </a:ext>
            </a:extLst>
          </p:cNvPr>
          <p:cNvSpPr txBox="1"/>
          <p:nvPr/>
        </p:nvSpPr>
        <p:spPr>
          <a:xfrm>
            <a:off x="1295400" y="2438400"/>
            <a:ext cx="458628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+mn-ea"/>
                <a:ea typeface="+mn-ea"/>
              </a:rPr>
              <a:t># JSP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+mn-ea"/>
                <a:ea typeface="+mn-ea"/>
              </a:rPr>
              <a:t>경로 추가</a:t>
            </a:r>
            <a:endParaRPr lang="ko-KR" altLang="en-US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spring.mvc.view.prefix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/WEB-INF/views/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spring.mvc.view.suffix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jsp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DF57740-5F98-6B4D-9941-06A657354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806417"/>
            <a:ext cx="2667000" cy="334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55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4. </a:t>
            </a:r>
            <a:r>
              <a:rPr lang="en-US" altLang="ko-KR" dirty="0" err="1"/>
              <a:t>src</a:t>
            </a:r>
            <a:r>
              <a:rPr lang="en-US" altLang="ko-KR" dirty="0"/>
              <a:t>/main/webapp/WEB-INF/views/</a:t>
            </a:r>
            <a:r>
              <a:rPr lang="en-US" altLang="ko-KR" dirty="0" err="1"/>
              <a:t>helloboot.jsp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  <a:endParaRPr lang="en-US" altLang="ko-KR" dirty="0"/>
          </a:p>
          <a:p>
            <a:pPr lvl="2"/>
            <a:r>
              <a:rPr lang="en-US" altLang="ko-KR" dirty="0"/>
              <a:t>STS4 </a:t>
            </a:r>
            <a:r>
              <a:rPr lang="ko-KR" altLang="en-US" dirty="0"/>
              <a:t>부터 </a:t>
            </a:r>
            <a:r>
              <a:rPr lang="en-US" altLang="ko-KR" dirty="0"/>
              <a:t>JSP, HTML, CSS, JS </a:t>
            </a:r>
            <a:r>
              <a:rPr lang="ko-KR" altLang="en-US" dirty="0"/>
              <a:t>등의 파일을 생성할 수 없으므로 플러그인 설치 필요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4-1. Help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Eclipse</a:t>
            </a:r>
            <a:r>
              <a:rPr lang="ko-KR" altLang="en-US" dirty="0"/>
              <a:t> </a:t>
            </a:r>
            <a:r>
              <a:rPr lang="en-US" altLang="ko-KR" dirty="0"/>
              <a:t>Marketplace…</a:t>
            </a:r>
            <a:r>
              <a:rPr lang="ko-KR" altLang="en-US" dirty="0"/>
              <a:t> 클릭</a:t>
            </a:r>
            <a:endParaRPr lang="en-US" altLang="ko-KR" dirty="0"/>
          </a:p>
          <a:p>
            <a:pPr lvl="2"/>
            <a:r>
              <a:rPr lang="en-US" altLang="ko-KR" dirty="0"/>
              <a:t>4-2. Search</a:t>
            </a:r>
            <a:r>
              <a:rPr lang="ko-KR" altLang="en-US" dirty="0"/>
              <a:t> </a:t>
            </a:r>
            <a:r>
              <a:rPr lang="en-US" altLang="ko-KR" dirty="0"/>
              <a:t>Tab</a:t>
            </a:r>
            <a:r>
              <a:rPr lang="ko-KR" altLang="en-US" dirty="0"/>
              <a:t> 에서 </a:t>
            </a:r>
            <a:r>
              <a:rPr lang="en-US" altLang="ko-KR" dirty="0"/>
              <a:t>“Java And Web Developer Tool”</a:t>
            </a:r>
            <a:r>
              <a:rPr lang="ko-KR" altLang="en-US" dirty="0"/>
              <a:t> 검색</a:t>
            </a:r>
            <a:endParaRPr lang="en-US" altLang="ko-KR" dirty="0"/>
          </a:p>
          <a:p>
            <a:pPr lvl="2"/>
            <a:r>
              <a:rPr lang="en-US" altLang="ko-KR" dirty="0"/>
              <a:t>4-3. Eclipse</a:t>
            </a:r>
            <a:r>
              <a:rPr lang="ko-KR" altLang="en-US" dirty="0"/>
              <a:t> </a:t>
            </a:r>
            <a:r>
              <a:rPr lang="en-US" altLang="ko-KR" dirty="0"/>
              <a:t>Enterprise</a:t>
            </a:r>
            <a:r>
              <a:rPr lang="ko-KR" altLang="en-US" dirty="0"/>
              <a:t> </a:t>
            </a:r>
            <a:r>
              <a:rPr lang="en-US" altLang="ko-KR" dirty="0"/>
              <a:t>Java and Web </a:t>
            </a:r>
            <a:r>
              <a:rPr lang="en-US" altLang="ko-KR" dirty="0" err="1"/>
              <a:t>Developter</a:t>
            </a:r>
            <a:r>
              <a:rPr lang="en-US" altLang="ko-KR" dirty="0"/>
              <a:t> Tools 3.30 &gt; Install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56AEDA-4695-229E-0A83-D64D2E483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048000"/>
            <a:ext cx="4343400" cy="474422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98647C3-5B88-12AF-2977-1AFC036FF4AA}"/>
              </a:ext>
            </a:extLst>
          </p:cNvPr>
          <p:cNvSpPr/>
          <p:nvPr/>
        </p:nvSpPr>
        <p:spPr>
          <a:xfrm>
            <a:off x="5500686" y="4876800"/>
            <a:ext cx="381000" cy="2286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081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4. </a:t>
            </a:r>
            <a:r>
              <a:rPr lang="en-US" altLang="ko-KR" dirty="0" err="1"/>
              <a:t>src</a:t>
            </a:r>
            <a:r>
              <a:rPr lang="en-US" altLang="ko-KR" dirty="0"/>
              <a:t>/main/webapp/WEB-INF/views/</a:t>
            </a:r>
            <a:r>
              <a:rPr lang="en-US" altLang="ko-KR" dirty="0" err="1"/>
              <a:t>helloboot.jsp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  <a:endParaRPr lang="en-US" altLang="ko-KR" dirty="0"/>
          </a:p>
          <a:p>
            <a:pPr lvl="2"/>
            <a:r>
              <a:rPr lang="en-US" altLang="ko-KR" dirty="0"/>
              <a:t>STS4 </a:t>
            </a:r>
            <a:r>
              <a:rPr lang="ko-KR" altLang="en-US" dirty="0"/>
              <a:t>부터 </a:t>
            </a:r>
            <a:r>
              <a:rPr lang="en-US" altLang="ko-KR" dirty="0"/>
              <a:t>JSP, HTML, CSS, JS </a:t>
            </a:r>
            <a:r>
              <a:rPr lang="ko-KR" altLang="en-US" dirty="0"/>
              <a:t>등의 파일을 생성할 수 없으므로 플러그인 설치 필요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4-1. Help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Eclipse</a:t>
            </a:r>
            <a:r>
              <a:rPr lang="ko-KR" altLang="en-US" dirty="0"/>
              <a:t> </a:t>
            </a:r>
            <a:r>
              <a:rPr lang="en-US" altLang="ko-KR" dirty="0"/>
              <a:t>Marketplace…</a:t>
            </a:r>
            <a:r>
              <a:rPr lang="ko-KR" altLang="en-US" dirty="0"/>
              <a:t> 클릭</a:t>
            </a:r>
            <a:endParaRPr lang="en-US" altLang="ko-KR" dirty="0"/>
          </a:p>
          <a:p>
            <a:pPr lvl="2"/>
            <a:r>
              <a:rPr lang="en-US" altLang="ko-KR" dirty="0"/>
              <a:t>4-2. Search</a:t>
            </a:r>
            <a:r>
              <a:rPr lang="ko-KR" altLang="en-US" dirty="0"/>
              <a:t> </a:t>
            </a:r>
            <a:r>
              <a:rPr lang="en-US" altLang="ko-KR" dirty="0"/>
              <a:t>Tab</a:t>
            </a:r>
            <a:r>
              <a:rPr lang="ko-KR" altLang="en-US" dirty="0"/>
              <a:t> 에서 </a:t>
            </a:r>
            <a:r>
              <a:rPr lang="en-US" altLang="ko-KR" dirty="0"/>
              <a:t>“Java And Web Developer Tool”</a:t>
            </a:r>
            <a:r>
              <a:rPr lang="ko-KR" altLang="en-US" dirty="0"/>
              <a:t> 검색</a:t>
            </a:r>
            <a:endParaRPr lang="en-US" altLang="ko-KR" dirty="0"/>
          </a:p>
          <a:p>
            <a:pPr lvl="2"/>
            <a:r>
              <a:rPr lang="en-US" altLang="ko-KR" dirty="0"/>
              <a:t>4-3. Eclipse</a:t>
            </a:r>
            <a:r>
              <a:rPr lang="ko-KR" altLang="en-US" dirty="0"/>
              <a:t> </a:t>
            </a:r>
            <a:r>
              <a:rPr lang="en-US" altLang="ko-KR" dirty="0"/>
              <a:t>Enterprise</a:t>
            </a:r>
            <a:r>
              <a:rPr lang="ko-KR" altLang="en-US" dirty="0"/>
              <a:t> </a:t>
            </a:r>
            <a:r>
              <a:rPr lang="en-US" altLang="ko-KR" dirty="0"/>
              <a:t>Java and Web Developer Tools 3.30 &gt; Install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2"/>
            <a:r>
              <a:rPr lang="en-US" altLang="ko-KR" dirty="0"/>
              <a:t>4-4. </a:t>
            </a:r>
            <a:r>
              <a:rPr lang="ko-KR" altLang="en-US" dirty="0"/>
              <a:t>설치 중 </a:t>
            </a:r>
            <a:r>
              <a:rPr lang="en-US" altLang="ko-KR" dirty="0"/>
              <a:t>Trust Artifacts </a:t>
            </a:r>
            <a:r>
              <a:rPr lang="ko-KR" altLang="en-US" dirty="0"/>
              <a:t>창이 나오면 </a:t>
            </a:r>
            <a:r>
              <a:rPr lang="en-US" altLang="ko-KR" dirty="0"/>
              <a:t>“Select All” </a:t>
            </a:r>
            <a:r>
              <a:rPr lang="ko-KR" altLang="en-US" dirty="0"/>
              <a:t>클릭 후 </a:t>
            </a:r>
            <a:r>
              <a:rPr lang="en-US" altLang="ko-KR" dirty="0"/>
              <a:t>“Trust Selected”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6BA9A1-0E13-278F-EA4C-72AE10CCC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237554"/>
            <a:ext cx="4222015" cy="362044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B13523-F80E-1EA5-2EA6-81CE4FFE6C77}"/>
              </a:ext>
            </a:extLst>
          </p:cNvPr>
          <p:cNvSpPr/>
          <p:nvPr/>
        </p:nvSpPr>
        <p:spPr>
          <a:xfrm>
            <a:off x="4831556" y="4519613"/>
            <a:ext cx="561975" cy="1524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991763-658F-5C2B-CDA3-7A11A806C31D}"/>
              </a:ext>
            </a:extLst>
          </p:cNvPr>
          <p:cNvSpPr/>
          <p:nvPr/>
        </p:nvSpPr>
        <p:spPr>
          <a:xfrm>
            <a:off x="4828381" y="6634162"/>
            <a:ext cx="561975" cy="1524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778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4. </a:t>
            </a:r>
            <a:r>
              <a:rPr lang="en-US" altLang="ko-KR" dirty="0" err="1"/>
              <a:t>src</a:t>
            </a:r>
            <a:r>
              <a:rPr lang="en-US" altLang="ko-KR" dirty="0"/>
              <a:t>/main/webapp/WEB-INF/views/</a:t>
            </a:r>
            <a:r>
              <a:rPr lang="en-US" altLang="ko-KR" dirty="0" err="1"/>
              <a:t>helloboot.jsp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  <a:endParaRPr lang="en-US" altLang="ko-KR" dirty="0"/>
          </a:p>
          <a:p>
            <a:pPr lvl="2"/>
            <a:r>
              <a:rPr lang="en-US" altLang="ko-KR" dirty="0"/>
              <a:t>STS4 </a:t>
            </a:r>
            <a:r>
              <a:rPr lang="ko-KR" altLang="en-US" dirty="0"/>
              <a:t>부터 </a:t>
            </a:r>
            <a:r>
              <a:rPr lang="en-US" altLang="ko-KR" dirty="0"/>
              <a:t>JSP, HTML, CSS, JS </a:t>
            </a:r>
            <a:r>
              <a:rPr lang="ko-KR" altLang="en-US" dirty="0"/>
              <a:t>등의 파일을 생성할 수 없으므로 플러그인 설치 필요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4-1. Help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Eclipse</a:t>
            </a:r>
            <a:r>
              <a:rPr lang="ko-KR" altLang="en-US" dirty="0"/>
              <a:t> </a:t>
            </a:r>
            <a:r>
              <a:rPr lang="en-US" altLang="ko-KR" dirty="0"/>
              <a:t>Marketplace…</a:t>
            </a:r>
            <a:r>
              <a:rPr lang="ko-KR" altLang="en-US" dirty="0"/>
              <a:t> 클릭</a:t>
            </a:r>
            <a:endParaRPr lang="en-US" altLang="ko-KR" dirty="0"/>
          </a:p>
          <a:p>
            <a:pPr lvl="2"/>
            <a:r>
              <a:rPr lang="en-US" altLang="ko-KR" dirty="0"/>
              <a:t>4-2. Search</a:t>
            </a:r>
            <a:r>
              <a:rPr lang="ko-KR" altLang="en-US" dirty="0"/>
              <a:t> </a:t>
            </a:r>
            <a:r>
              <a:rPr lang="en-US" altLang="ko-KR" dirty="0"/>
              <a:t>Tab</a:t>
            </a:r>
            <a:r>
              <a:rPr lang="ko-KR" altLang="en-US" dirty="0"/>
              <a:t> 에서 </a:t>
            </a:r>
            <a:r>
              <a:rPr lang="en-US" altLang="ko-KR" dirty="0"/>
              <a:t>“Java And Web Developer Tool”</a:t>
            </a:r>
            <a:r>
              <a:rPr lang="ko-KR" altLang="en-US" dirty="0"/>
              <a:t> 검색</a:t>
            </a:r>
            <a:endParaRPr lang="en-US" altLang="ko-KR" dirty="0"/>
          </a:p>
          <a:p>
            <a:pPr lvl="2"/>
            <a:r>
              <a:rPr lang="en-US" altLang="ko-KR" dirty="0"/>
              <a:t>4-3. Eclipse</a:t>
            </a:r>
            <a:r>
              <a:rPr lang="ko-KR" altLang="en-US" dirty="0"/>
              <a:t> </a:t>
            </a:r>
            <a:r>
              <a:rPr lang="en-US" altLang="ko-KR" dirty="0"/>
              <a:t>Enterprise</a:t>
            </a:r>
            <a:r>
              <a:rPr lang="ko-KR" altLang="en-US" dirty="0"/>
              <a:t> </a:t>
            </a:r>
            <a:r>
              <a:rPr lang="en-US" altLang="ko-KR" dirty="0"/>
              <a:t>Java and Web Developer Tools 3.30 &gt; Install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2"/>
            <a:r>
              <a:rPr lang="en-US" altLang="ko-KR" dirty="0"/>
              <a:t>4-4. </a:t>
            </a:r>
            <a:r>
              <a:rPr lang="ko-KR" altLang="en-US" dirty="0"/>
              <a:t>설치 중 </a:t>
            </a:r>
            <a:r>
              <a:rPr lang="en-US" altLang="ko-KR" dirty="0"/>
              <a:t>Trust Artifacts </a:t>
            </a:r>
            <a:r>
              <a:rPr lang="ko-KR" altLang="en-US" dirty="0"/>
              <a:t>창이 나오면 </a:t>
            </a:r>
            <a:r>
              <a:rPr lang="en-US" altLang="ko-KR" dirty="0"/>
              <a:t>“Select All” </a:t>
            </a:r>
            <a:r>
              <a:rPr lang="ko-KR" altLang="en-US" dirty="0"/>
              <a:t>클릭 후 </a:t>
            </a:r>
            <a:r>
              <a:rPr lang="en-US" altLang="ko-KR" dirty="0"/>
              <a:t>“Trust Selected”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2"/>
            <a:r>
              <a:rPr lang="en-US" altLang="ko-KR" dirty="0"/>
              <a:t>4-5. </a:t>
            </a:r>
            <a:r>
              <a:rPr lang="ko-KR" altLang="en-US" dirty="0"/>
              <a:t>설치 중 </a:t>
            </a:r>
            <a:r>
              <a:rPr lang="en-US" altLang="ko-KR" dirty="0"/>
              <a:t>Restart Spring Tool Suite 4 to apply the software update? </a:t>
            </a:r>
            <a:r>
              <a:rPr lang="ko-KR" altLang="en-US" dirty="0"/>
              <a:t>나오면</a:t>
            </a:r>
            <a:br>
              <a:rPr lang="en-US" altLang="ko-KR" dirty="0"/>
            </a:br>
            <a:r>
              <a:rPr lang="en-US" altLang="ko-KR" dirty="0"/>
              <a:t>        “Restart Now” </a:t>
            </a:r>
            <a:r>
              <a:rPr lang="ko-KR" altLang="en-US" dirty="0"/>
              <a:t>클릭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66A0F4-849B-80AB-EA42-32F2C2DDF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733800"/>
            <a:ext cx="4629796" cy="12288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CBBD444-36C6-8593-E795-05C9E415D374}"/>
              </a:ext>
            </a:extLst>
          </p:cNvPr>
          <p:cNvSpPr/>
          <p:nvPr/>
        </p:nvSpPr>
        <p:spPr>
          <a:xfrm>
            <a:off x="4438650" y="4591050"/>
            <a:ext cx="914400" cy="2286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109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4. </a:t>
            </a:r>
            <a:r>
              <a:rPr lang="en-US" altLang="ko-KR" dirty="0" err="1"/>
              <a:t>src</a:t>
            </a:r>
            <a:r>
              <a:rPr lang="en-US" altLang="ko-KR" dirty="0"/>
              <a:t>/main/webapp/WEB-INF/views/</a:t>
            </a:r>
            <a:r>
              <a:rPr lang="en-US" altLang="ko-KR" dirty="0" err="1"/>
              <a:t>helloboot.jsp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  <a:endParaRPr lang="en-US" altLang="ko-KR" dirty="0"/>
          </a:p>
          <a:p>
            <a:pPr lvl="2"/>
            <a:r>
              <a:rPr lang="en-US" altLang="ko-KR" dirty="0"/>
              <a:t>STS4 </a:t>
            </a:r>
            <a:r>
              <a:rPr lang="ko-KR" altLang="en-US" dirty="0"/>
              <a:t>부터 </a:t>
            </a:r>
            <a:r>
              <a:rPr lang="en-US" altLang="ko-KR" dirty="0"/>
              <a:t>JSP, HTML, CSS, JS </a:t>
            </a:r>
            <a:r>
              <a:rPr lang="ko-KR" altLang="en-US" dirty="0"/>
              <a:t>등의 파일을 생성할 수 없으므로 플러그인 설치 필요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4-1. Help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Eclipse</a:t>
            </a:r>
            <a:r>
              <a:rPr lang="ko-KR" altLang="en-US" dirty="0"/>
              <a:t> </a:t>
            </a:r>
            <a:r>
              <a:rPr lang="en-US" altLang="ko-KR" dirty="0"/>
              <a:t>Marketplace…</a:t>
            </a:r>
            <a:r>
              <a:rPr lang="ko-KR" altLang="en-US" dirty="0"/>
              <a:t> 클릭</a:t>
            </a:r>
            <a:endParaRPr lang="en-US" altLang="ko-KR" dirty="0"/>
          </a:p>
          <a:p>
            <a:pPr lvl="2"/>
            <a:r>
              <a:rPr lang="en-US" altLang="ko-KR" dirty="0"/>
              <a:t>4-2. Search</a:t>
            </a:r>
            <a:r>
              <a:rPr lang="ko-KR" altLang="en-US" dirty="0"/>
              <a:t> </a:t>
            </a:r>
            <a:r>
              <a:rPr lang="en-US" altLang="ko-KR" dirty="0"/>
              <a:t>Tab</a:t>
            </a:r>
            <a:r>
              <a:rPr lang="ko-KR" altLang="en-US" dirty="0"/>
              <a:t> 에서 </a:t>
            </a:r>
            <a:r>
              <a:rPr lang="en-US" altLang="ko-KR" dirty="0"/>
              <a:t>“Java And Web Developer Tool”</a:t>
            </a:r>
            <a:r>
              <a:rPr lang="ko-KR" altLang="en-US" dirty="0"/>
              <a:t> 검색</a:t>
            </a:r>
            <a:endParaRPr lang="en-US" altLang="ko-KR" dirty="0"/>
          </a:p>
          <a:p>
            <a:pPr lvl="2"/>
            <a:r>
              <a:rPr lang="en-US" altLang="ko-KR" dirty="0"/>
              <a:t>4-3. Eclipse</a:t>
            </a:r>
            <a:r>
              <a:rPr lang="ko-KR" altLang="en-US" dirty="0"/>
              <a:t> </a:t>
            </a:r>
            <a:r>
              <a:rPr lang="en-US" altLang="ko-KR" dirty="0"/>
              <a:t>Enterprise</a:t>
            </a:r>
            <a:r>
              <a:rPr lang="ko-KR" altLang="en-US" dirty="0"/>
              <a:t> </a:t>
            </a:r>
            <a:r>
              <a:rPr lang="en-US" altLang="ko-KR" dirty="0"/>
              <a:t>Java and Web Developer Tools 3.30 &gt; Install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2"/>
            <a:r>
              <a:rPr lang="en-US" altLang="ko-KR" dirty="0"/>
              <a:t>4-4. </a:t>
            </a:r>
            <a:r>
              <a:rPr lang="ko-KR" altLang="en-US" dirty="0"/>
              <a:t>설치 중 </a:t>
            </a:r>
            <a:r>
              <a:rPr lang="en-US" altLang="ko-KR" dirty="0"/>
              <a:t>Trust Artifacts </a:t>
            </a:r>
            <a:r>
              <a:rPr lang="ko-KR" altLang="en-US" dirty="0"/>
              <a:t>창이 나오면 </a:t>
            </a:r>
            <a:r>
              <a:rPr lang="en-US" altLang="ko-KR" dirty="0"/>
              <a:t>“Select All” </a:t>
            </a:r>
            <a:r>
              <a:rPr lang="ko-KR" altLang="en-US" dirty="0"/>
              <a:t>클릭 후 </a:t>
            </a:r>
            <a:r>
              <a:rPr lang="en-US" altLang="ko-KR" dirty="0"/>
              <a:t>“Trust Selected”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pPr lvl="2"/>
            <a:r>
              <a:rPr lang="en-US" altLang="ko-KR" dirty="0"/>
              <a:t>4-5. </a:t>
            </a:r>
            <a:r>
              <a:rPr lang="ko-KR" altLang="en-US" dirty="0"/>
              <a:t>설치 중 </a:t>
            </a:r>
            <a:r>
              <a:rPr lang="en-US" altLang="ko-KR" dirty="0"/>
              <a:t>Restart Spring Tool Suite 4 to apply the software update? </a:t>
            </a:r>
            <a:r>
              <a:rPr lang="ko-KR" altLang="en-US" dirty="0"/>
              <a:t>나오면</a:t>
            </a:r>
            <a:br>
              <a:rPr lang="en-US" altLang="ko-KR" dirty="0"/>
            </a:br>
            <a:r>
              <a:rPr lang="en-US" altLang="ko-KR" dirty="0"/>
              <a:t>        “Restart Now” </a:t>
            </a:r>
            <a:r>
              <a:rPr lang="ko-KR" altLang="en-US" dirty="0"/>
              <a:t>클릭</a:t>
            </a:r>
            <a:endParaRPr lang="en-US" altLang="ko-KR" dirty="0"/>
          </a:p>
          <a:p>
            <a:pPr lvl="2"/>
            <a:r>
              <a:rPr lang="en-US" altLang="ko-KR" dirty="0"/>
              <a:t>4-6. </a:t>
            </a:r>
            <a:r>
              <a:rPr lang="ko-KR" altLang="en-US" dirty="0"/>
              <a:t>재시작이 완료되면 </a:t>
            </a:r>
            <a:r>
              <a:rPr lang="en-US" altLang="ko-KR" dirty="0"/>
              <a:t>Window &gt; Preferences &gt; Web </a:t>
            </a:r>
            <a:r>
              <a:rPr lang="ko-KR" altLang="en-US" dirty="0"/>
              <a:t>선택</a:t>
            </a:r>
            <a:endParaRPr lang="en-US" altLang="ko-KR" dirty="0"/>
          </a:p>
          <a:p>
            <a:pPr lvl="3"/>
            <a:r>
              <a:rPr lang="en-US" altLang="ko-KR" dirty="0"/>
              <a:t>CSS Files, HTML Files, JSP Files</a:t>
            </a:r>
            <a:r>
              <a:rPr lang="ko-KR" altLang="en-US" dirty="0"/>
              <a:t>의 </a:t>
            </a:r>
            <a:r>
              <a:rPr lang="en-US" altLang="ko-KR" dirty="0"/>
              <a:t>Encoding</a:t>
            </a:r>
            <a:r>
              <a:rPr lang="ko-KR" altLang="en-US" dirty="0"/>
              <a:t>을 </a:t>
            </a:r>
            <a:r>
              <a:rPr lang="en-US" altLang="ko-KR" dirty="0"/>
              <a:t>UTF-8</a:t>
            </a:r>
            <a:r>
              <a:rPr lang="ko-KR" altLang="en-US" dirty="0"/>
              <a:t>로 변경</a:t>
            </a:r>
            <a:endParaRPr lang="en-US" altLang="ko-KR" dirty="0"/>
          </a:p>
          <a:p>
            <a:pPr lvl="2"/>
            <a:r>
              <a:rPr lang="en-US" altLang="ko-KR" dirty="0"/>
              <a:t>4-7. </a:t>
            </a:r>
            <a:r>
              <a:rPr lang="ko-KR" altLang="en-US" dirty="0"/>
              <a:t>이제 </a:t>
            </a:r>
            <a:r>
              <a:rPr lang="en-US" altLang="ko-KR" dirty="0"/>
              <a:t>JSP </a:t>
            </a:r>
            <a:r>
              <a:rPr lang="ko-KR" altLang="en-US" dirty="0"/>
              <a:t>파일을 만들 수 있다</a:t>
            </a:r>
            <a:r>
              <a:rPr lang="en-US" altLang="ko-KR" dirty="0"/>
              <a:t>.	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</p:spTree>
    <p:extLst>
      <p:ext uri="{BB962C8B-B14F-4D97-AF65-F5344CB8AC3E}">
        <p14:creationId xmlns:p14="http://schemas.microsoft.com/office/powerpoint/2010/main" val="8694064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작성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en-US" altLang="ko-KR" dirty="0" err="1"/>
              <a:t>src</a:t>
            </a:r>
            <a:r>
              <a:rPr lang="en-US" altLang="ko-KR" dirty="0"/>
              <a:t>/main/webapp/WEB-INF/views/</a:t>
            </a:r>
            <a:r>
              <a:rPr lang="en-US" altLang="ko-KR" dirty="0" err="1"/>
              <a:t>helloboot.jsp</a:t>
            </a:r>
            <a:r>
              <a:rPr lang="en-US" altLang="ko-KR" dirty="0"/>
              <a:t> </a:t>
            </a:r>
            <a:r>
              <a:rPr lang="ko-KR" altLang="en-US" dirty="0"/>
              <a:t>파일 만들기</a:t>
            </a:r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C7466-32EF-FA86-98C8-D495C24B1409}"/>
              </a:ext>
            </a:extLst>
          </p:cNvPr>
          <p:cNvSpPr txBox="1"/>
          <p:nvPr/>
        </p:nvSpPr>
        <p:spPr>
          <a:xfrm>
            <a:off x="838200" y="1905000"/>
            <a:ext cx="7772400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%@ page language="java" contentType="text/html; charset=UTF-8"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Boot!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안녕하세요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Boot JSP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58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작성</a:t>
            </a:r>
            <a:endParaRPr lang="en-US" altLang="ko-KR" dirty="0"/>
          </a:p>
          <a:p>
            <a:pPr lvl="1"/>
            <a:r>
              <a:rPr lang="en-US" altLang="ko-KR" dirty="0"/>
              <a:t>2. HelloBootController.java</a:t>
            </a:r>
            <a:r>
              <a:rPr lang="ko-KR" altLang="en-US" dirty="0"/>
              <a:t> 수정하기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 err="1"/>
              <a:t>application.properties</a:t>
            </a:r>
            <a:r>
              <a:rPr lang="en-US" altLang="ko-KR" dirty="0"/>
              <a:t> </a:t>
            </a:r>
            <a:r>
              <a:rPr lang="ko-KR" altLang="en-US" dirty="0"/>
              <a:t>에 설정한 </a:t>
            </a:r>
            <a:r>
              <a:rPr lang="en-US" altLang="ko-KR" dirty="0"/>
              <a:t>prefix, suffix</a:t>
            </a:r>
            <a:r>
              <a:rPr lang="ko-KR" altLang="en-US" dirty="0"/>
              <a:t>로 경로를 조합한다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/main/webapp</a:t>
            </a:r>
            <a:r>
              <a:rPr lang="en-US" altLang="ko-KR" b="1" dirty="0">
                <a:solidFill>
                  <a:srgbClr val="FF0000"/>
                </a:solidFill>
              </a:rPr>
              <a:t>/WEB-INF/views/</a:t>
            </a:r>
            <a:r>
              <a:rPr lang="en-US" altLang="ko-KR" b="1" dirty="0" err="1">
                <a:solidFill>
                  <a:schemeClr val="accent1"/>
                </a:solidFill>
              </a:rPr>
              <a:t>helloboot</a:t>
            </a:r>
            <a:r>
              <a:rPr lang="en-US" altLang="ko-KR" b="1" dirty="0" err="1">
                <a:solidFill>
                  <a:srgbClr val="FF0000"/>
                </a:solidFill>
              </a:rPr>
              <a:t>.jsp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C7466-32EF-FA86-98C8-D495C24B1409}"/>
              </a:ext>
            </a:extLst>
          </p:cNvPr>
          <p:cNvSpPr txBox="1"/>
          <p:nvPr/>
        </p:nvSpPr>
        <p:spPr>
          <a:xfrm>
            <a:off x="838200" y="1905000"/>
            <a:ext cx="7772400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HelloBootController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"/hello"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helloboot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4E3E2-D74A-8D03-1D6D-65F6E785B6D5}"/>
              </a:ext>
            </a:extLst>
          </p:cNvPr>
          <p:cNvSpPr txBox="1"/>
          <p:nvPr/>
        </p:nvSpPr>
        <p:spPr>
          <a:xfrm>
            <a:off x="1371600" y="5581044"/>
            <a:ext cx="458628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+mn-ea"/>
                <a:ea typeface="+mn-ea"/>
              </a:rPr>
              <a:t># JSP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+mn-ea"/>
                <a:ea typeface="+mn-ea"/>
              </a:rPr>
              <a:t>경로 추가</a:t>
            </a:r>
            <a:endParaRPr lang="ko-KR" altLang="en-US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spring.mvc.view.prefix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/WEB-INF/views/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spring.mvc.view.suffix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jsp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3231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 작성</a:t>
            </a:r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브라우저 확인</a:t>
            </a:r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4. JSP</a:t>
            </a:r>
            <a:r>
              <a:rPr lang="ko-KR" altLang="en-US" dirty="0"/>
              <a:t>로 응답하기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CA550E-04DA-EEDF-65A7-61F7C85C6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31" y="1981200"/>
            <a:ext cx="743053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145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5. JSP</a:t>
            </a:r>
            <a:r>
              <a:rPr lang="ko-KR" altLang="en-US" sz="4000" b="1" dirty="0">
                <a:latin typeface="+mj-ea"/>
              </a:rPr>
              <a:t>에 데이터 보내기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7306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HelloBootController.java </a:t>
            </a:r>
            <a:r>
              <a:rPr lang="ko-KR" altLang="en-US" dirty="0"/>
              <a:t>파일에서 </a:t>
            </a:r>
            <a:r>
              <a:rPr lang="en-US" altLang="ko-KR" dirty="0" err="1"/>
              <a:t>helloboot.jsp</a:t>
            </a:r>
            <a:r>
              <a:rPr lang="ko-KR" altLang="en-US" dirty="0"/>
              <a:t>로 데이터 보내는 방법</a:t>
            </a:r>
            <a:endParaRPr lang="en-US" altLang="ko-KR" dirty="0"/>
          </a:p>
          <a:p>
            <a:pPr lvl="1"/>
            <a:r>
              <a:rPr lang="en-US" altLang="ko-KR" dirty="0"/>
              <a:t>1. ModelAndView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r>
              <a:rPr lang="ko-KR" altLang="en-US" dirty="0"/>
              <a:t>보내고 싶은 데이터를 </a:t>
            </a:r>
            <a:r>
              <a:rPr lang="en-US" altLang="ko-KR" dirty="0"/>
              <a:t>ModelAndView</a:t>
            </a:r>
            <a:r>
              <a:rPr lang="ko-KR" altLang="en-US" dirty="0"/>
              <a:t>에</a:t>
            </a:r>
            <a:r>
              <a:rPr lang="en-US" altLang="ko-KR" dirty="0"/>
              <a:t> K:V</a:t>
            </a:r>
            <a:r>
              <a:rPr lang="ko-KR" altLang="en-US" dirty="0"/>
              <a:t>로 담아서 반환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HelloBootController.java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5. JSP</a:t>
            </a:r>
            <a:r>
              <a:rPr lang="ko-KR" altLang="en-US" dirty="0"/>
              <a:t>에 데이터 보내기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5AC1B-4013-E28E-7920-2763099FBD3F}"/>
              </a:ext>
            </a:extLst>
          </p:cNvPr>
          <p:cNvSpPr txBox="1"/>
          <p:nvPr/>
        </p:nvSpPr>
        <p:spPr>
          <a:xfrm>
            <a:off x="1295400" y="2438400"/>
            <a:ext cx="754380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HelloBootController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"/hello"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hello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helloboot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myname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"Spring Boot~!"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0165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HelloBootController.java </a:t>
            </a:r>
            <a:r>
              <a:rPr lang="ko-KR" altLang="en-US" dirty="0"/>
              <a:t>파일에서 </a:t>
            </a:r>
            <a:r>
              <a:rPr lang="en-US" altLang="ko-KR" dirty="0" err="1"/>
              <a:t>helloboot.jsp</a:t>
            </a:r>
            <a:r>
              <a:rPr lang="ko-KR" altLang="en-US" dirty="0"/>
              <a:t>로 데이터 보내는 방법</a:t>
            </a:r>
            <a:endParaRPr lang="en-US" altLang="ko-KR" dirty="0"/>
          </a:p>
          <a:p>
            <a:pPr lvl="1"/>
            <a:r>
              <a:rPr lang="en-US" altLang="ko-KR" dirty="0"/>
              <a:t>1. ModelAndView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r>
              <a:rPr lang="en-US" altLang="ko-KR" dirty="0"/>
              <a:t>ModelAndView</a:t>
            </a:r>
            <a:r>
              <a:rPr lang="ko-KR" altLang="en-US" dirty="0"/>
              <a:t>로 전달된 </a:t>
            </a:r>
            <a:r>
              <a:rPr lang="en-US" altLang="ko-KR" dirty="0"/>
              <a:t>K:V </a:t>
            </a:r>
            <a:r>
              <a:rPr lang="ko-KR" altLang="en-US" dirty="0"/>
              <a:t>값을 </a:t>
            </a:r>
            <a:r>
              <a:rPr lang="en-US" altLang="ko-KR" dirty="0"/>
              <a:t>K</a:t>
            </a:r>
            <a:r>
              <a:rPr lang="ko-KR" altLang="en-US" dirty="0"/>
              <a:t>로 받아올 수 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helloboot.jsp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5. JSP</a:t>
            </a:r>
            <a:r>
              <a:rPr lang="ko-KR" altLang="en-US" dirty="0"/>
              <a:t>에 데이터 보내기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5AC1B-4013-E28E-7920-2763099FBD3F}"/>
              </a:ext>
            </a:extLst>
          </p:cNvPr>
          <p:cNvSpPr txBox="1"/>
          <p:nvPr/>
        </p:nvSpPr>
        <p:spPr>
          <a:xfrm>
            <a:off x="1295400" y="2427972"/>
            <a:ext cx="7543800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+mn-ea"/>
                <a:ea typeface="+mn-ea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+mn-ea"/>
                <a:ea typeface="+mn-ea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+mn-ea"/>
                <a:ea typeface="+mn-ea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Hello Boot!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&lt;div&gt;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안녕하세요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Boot JSP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&lt;div&gt;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애플리케이션 이름은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}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56132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HelloBootController.java </a:t>
            </a:r>
            <a:r>
              <a:rPr lang="ko-KR" altLang="en-US" dirty="0"/>
              <a:t>파일에서 </a:t>
            </a:r>
            <a:r>
              <a:rPr lang="en-US" altLang="ko-KR" dirty="0" err="1"/>
              <a:t>helloboot.jsp</a:t>
            </a:r>
            <a:r>
              <a:rPr lang="ko-KR" altLang="en-US" dirty="0"/>
              <a:t>로 데이터 보내는 방법</a:t>
            </a:r>
            <a:endParaRPr lang="en-US" altLang="ko-KR" dirty="0"/>
          </a:p>
          <a:p>
            <a:pPr lvl="1"/>
            <a:r>
              <a:rPr lang="en-US" altLang="ko-KR" dirty="0"/>
              <a:t>1. ModelAndView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en-US" altLang="ko-KR" dirty="0"/>
              <a:t>2. Model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2"/>
            <a:r>
              <a:rPr lang="ko-KR" altLang="en-US" dirty="0"/>
              <a:t>보내고 싶은 데이터를 </a:t>
            </a:r>
            <a:r>
              <a:rPr lang="en-US" altLang="ko-KR" dirty="0"/>
              <a:t>Model</a:t>
            </a:r>
            <a:r>
              <a:rPr lang="ko-KR" altLang="en-US" dirty="0"/>
              <a:t>에 </a:t>
            </a:r>
            <a:r>
              <a:rPr lang="en-US" altLang="ko-KR" dirty="0"/>
              <a:t>K:V</a:t>
            </a:r>
            <a:r>
              <a:rPr lang="ko-KR" altLang="en-US" dirty="0"/>
              <a:t>로 담아서 반환</a:t>
            </a:r>
            <a:endParaRPr lang="en-US" altLang="ko-KR" dirty="0"/>
          </a:p>
          <a:p>
            <a:pPr lvl="2"/>
            <a:r>
              <a:rPr lang="en-US" altLang="ko-KR" dirty="0"/>
              <a:t>HelloBootController.java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5. JSP</a:t>
            </a:r>
            <a:r>
              <a:rPr lang="ko-KR" altLang="en-US" dirty="0"/>
              <a:t>에 데이터 보내기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5AC1B-4013-E28E-7920-2763099FBD3F}"/>
              </a:ext>
            </a:extLst>
          </p:cNvPr>
          <p:cNvSpPr txBox="1"/>
          <p:nvPr/>
        </p:nvSpPr>
        <p:spPr>
          <a:xfrm>
            <a:off x="1295400" y="2705119"/>
            <a:ext cx="7543800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ui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+mn-ea"/>
                <a:ea typeface="+mn-ea"/>
              </a:rPr>
              <a:t>HelloBootController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+mn-ea"/>
                <a:ea typeface="+mn-ea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+mn-ea"/>
                <a:ea typeface="+mn-ea"/>
              </a:rPr>
              <a:t>"/hello"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+mn-ea"/>
                <a:ea typeface="+mn-ea"/>
              </a:rPr>
              <a:t>hello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model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addAttribute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myname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"Spring Boot~!"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helloboot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83554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en-US" altLang="ko-KR" dirty="0"/>
              <a:t>HelloBootController.java </a:t>
            </a:r>
            <a:r>
              <a:rPr lang="ko-KR" altLang="en-US" dirty="0"/>
              <a:t>파일에서 </a:t>
            </a:r>
            <a:r>
              <a:rPr lang="en-US" altLang="ko-KR" dirty="0" err="1"/>
              <a:t>helloboot.jsp</a:t>
            </a:r>
            <a:r>
              <a:rPr lang="ko-KR" altLang="en-US" dirty="0"/>
              <a:t>로 데이터 보내는 방법</a:t>
            </a:r>
            <a:endParaRPr lang="en-US" altLang="ko-KR" dirty="0"/>
          </a:p>
          <a:p>
            <a:pPr lvl="1"/>
            <a:r>
              <a:rPr lang="en-US" altLang="ko-KR" dirty="0"/>
              <a:t>1. ModelAndView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en-US" altLang="ko-KR" dirty="0"/>
              <a:t>2. Model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2"/>
            <a:r>
              <a:rPr lang="ko-KR" altLang="en-US" dirty="0"/>
              <a:t>보내고 싶은 데이터를 </a:t>
            </a:r>
            <a:r>
              <a:rPr lang="en-US" altLang="ko-KR" dirty="0"/>
              <a:t>Model</a:t>
            </a:r>
            <a:r>
              <a:rPr lang="ko-KR" altLang="en-US" dirty="0"/>
              <a:t>에 </a:t>
            </a:r>
            <a:r>
              <a:rPr lang="en-US" altLang="ko-KR" dirty="0"/>
              <a:t>K:V</a:t>
            </a:r>
            <a:r>
              <a:rPr lang="ko-KR" altLang="en-US" dirty="0"/>
              <a:t>로 담아서 반환</a:t>
            </a:r>
            <a:endParaRPr lang="en-US" altLang="ko-KR" dirty="0"/>
          </a:p>
          <a:p>
            <a:pPr lvl="2"/>
            <a:r>
              <a:rPr lang="en-US" altLang="ko-KR" dirty="0" err="1"/>
              <a:t>helloboot.jsp</a:t>
            </a:r>
            <a:r>
              <a:rPr lang="en-US" altLang="ko-KR" dirty="0"/>
              <a:t> (</a:t>
            </a:r>
            <a:r>
              <a:rPr lang="ko-KR" altLang="en-US" dirty="0"/>
              <a:t>변동 없음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1D35F49F-656E-7BED-1E04-DBF10AFD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5. JSP</a:t>
            </a:r>
            <a:r>
              <a:rPr lang="ko-KR" altLang="en-US" dirty="0"/>
              <a:t>에 데이터 보내기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5AC1B-4013-E28E-7920-2763099FBD3F}"/>
              </a:ext>
            </a:extLst>
          </p:cNvPr>
          <p:cNvSpPr txBox="1"/>
          <p:nvPr/>
        </p:nvSpPr>
        <p:spPr>
          <a:xfrm>
            <a:off x="1295400" y="2705119"/>
            <a:ext cx="7543800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+mn-ea"/>
                <a:ea typeface="+mn-ea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+mn-ea"/>
                <a:ea typeface="+mn-ea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+mn-ea"/>
                <a:ea typeface="+mn-ea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+mn-ea"/>
                <a:ea typeface="+mn-ea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Hello Boot!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&lt;div&gt;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안녕하세요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Boot JSP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&lt;div&gt;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애플리케이션 이름은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myname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}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+mn-ea"/>
                <a:ea typeface="+mn-ea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84323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6. Spring</a:t>
            </a:r>
            <a:r>
              <a:rPr lang="ko-KR" altLang="en-US" sz="4000" b="1" dirty="0">
                <a:latin typeface="+mj-ea"/>
              </a:rPr>
              <a:t> </a:t>
            </a:r>
            <a:r>
              <a:rPr lang="en-US" altLang="ko-KR" sz="4000" b="1" dirty="0">
                <a:latin typeface="+mj-ea"/>
              </a:rPr>
              <a:t>MVC Pattern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78011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4FB98-F655-03FB-C715-929CC69A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MVC Pattern</a:t>
            </a:r>
            <a:r>
              <a:rPr lang="ko-KR" altLang="en-US" dirty="0"/>
              <a:t> 을 통해 요청과 응답에 대한 전반적인 처리를 지원한다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M: Model</a:t>
            </a:r>
          </a:p>
          <a:p>
            <a:pPr lvl="2"/>
            <a:r>
              <a:rPr lang="ko-KR" altLang="en-US" dirty="0"/>
              <a:t>애플리케이션의 정보 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V: View</a:t>
            </a:r>
          </a:p>
          <a:p>
            <a:pPr lvl="2"/>
            <a:r>
              <a:rPr lang="ko-KR" altLang="en-US" dirty="0"/>
              <a:t>사용자에게 제공할 화면 </a:t>
            </a:r>
            <a:r>
              <a:rPr lang="en-US" altLang="ko-KR" dirty="0"/>
              <a:t>(Presentation Logic)</a:t>
            </a:r>
          </a:p>
          <a:p>
            <a:pPr lvl="1"/>
            <a:r>
              <a:rPr lang="en-US" altLang="ko-KR" dirty="0"/>
              <a:t>C: Controller</a:t>
            </a:r>
          </a:p>
          <a:p>
            <a:pPr lvl="2"/>
            <a:r>
              <a:rPr lang="en-US" altLang="ko-KR" dirty="0"/>
              <a:t>Model</a:t>
            </a:r>
            <a:r>
              <a:rPr lang="ko-KR" altLang="en-US" dirty="0"/>
              <a:t>과 </a:t>
            </a:r>
            <a:r>
              <a:rPr lang="en-US" altLang="ko-KR" dirty="0"/>
              <a:t>View </a:t>
            </a:r>
            <a:r>
              <a:rPr lang="ko-KR" altLang="en-US" dirty="0"/>
              <a:t>사이의 상호 작용을 관리</a:t>
            </a:r>
            <a:endParaRPr lang="en-US" altLang="ko-KR" dirty="0"/>
          </a:p>
          <a:p>
            <a:pPr lvl="2"/>
            <a:r>
              <a:rPr lang="ko-KR" altLang="en-US" dirty="0"/>
              <a:t>기존 </a:t>
            </a:r>
            <a:r>
              <a:rPr lang="en-US" altLang="ko-KR" dirty="0"/>
              <a:t>Servlet</a:t>
            </a:r>
            <a:r>
              <a:rPr lang="ko-KR" altLang="en-US" dirty="0"/>
              <a:t>의 역할을 수행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소프트웨어 공학에서 사용되는 아키텍처 패턴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MVC </a:t>
            </a:r>
            <a:r>
              <a:rPr lang="ko-KR" altLang="en-US" dirty="0"/>
              <a:t>패턴의 주 목적</a:t>
            </a:r>
            <a:endParaRPr lang="en-US" altLang="ko-KR" dirty="0"/>
          </a:p>
          <a:p>
            <a:pPr lvl="1"/>
            <a:r>
              <a:rPr lang="en-US" altLang="ko-KR" dirty="0"/>
              <a:t>Business Logic</a:t>
            </a:r>
            <a:r>
              <a:rPr lang="ko-KR" altLang="en-US" dirty="0"/>
              <a:t>과 </a:t>
            </a:r>
            <a:r>
              <a:rPr lang="en-US" altLang="ko-KR" dirty="0"/>
              <a:t>Presentation Logic</a:t>
            </a:r>
            <a:r>
              <a:rPr lang="ko-KR" altLang="en-US" dirty="0"/>
              <a:t>을 분리하기 위함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업무 처리 로직과 화면 로직이 분리되면서 협업의 효율성이 증가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Spring MVC Pattern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BB805F8F-459B-E7A3-9FF9-97772C8B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0873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BAA4F5-0020-AD1C-0986-D959CA530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MVC </a:t>
            </a:r>
            <a:r>
              <a:rPr lang="ko-KR" altLang="en-US" dirty="0"/>
              <a:t>패턴의 아키텍처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Spring MVC Pattern</a:t>
            </a:r>
            <a:endParaRPr lang="ko-KR" altLang="en-US" dirty="0"/>
          </a:p>
        </p:txBody>
      </p:sp>
      <p:pic>
        <p:nvPicPr>
          <p:cNvPr id="10" name="그림 5" descr="그림 5">
            <a:extLst>
              <a:ext uri="{FF2B5EF4-FFF2-40B4-BE49-F238E27FC236}">
                <a16:creationId xmlns:a16="http://schemas.microsoft.com/office/drawing/2014/main" id="{936104CC-2A5F-417D-96ED-821311025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752600"/>
            <a:ext cx="8229601" cy="315609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88E077-71BB-54F8-D6E6-655368FCCDD1}"/>
              </a:ext>
            </a:extLst>
          </p:cNvPr>
          <p:cNvSpPr txBox="1"/>
          <p:nvPr/>
        </p:nvSpPr>
        <p:spPr>
          <a:xfrm rot="16200000">
            <a:off x="1565603" y="3198910"/>
            <a:ext cx="2438400" cy="307777"/>
          </a:xfrm>
          <a:prstGeom prst="rect">
            <a:avLst/>
          </a:prstGeom>
          <a:solidFill>
            <a:srgbClr val="D6D6D6"/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0" dirty="0" err="1">
                <a:latin typeface="+mn-ea"/>
                <a:ea typeface="+mn-ea"/>
              </a:rPr>
              <a:t>DispatcherServlet</a:t>
            </a:r>
            <a:endParaRPr lang="ko-KR" altLang="en-US" sz="1400" b="0" dirty="0">
              <a:effectLst/>
              <a:latin typeface="+mn-ea"/>
              <a:ea typeface="+mn-ea"/>
            </a:endParaRP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B173D864-B350-DE2C-7431-F350A0D8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18079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MVC</a:t>
            </a:r>
            <a:r>
              <a:rPr lang="ko-KR" altLang="en-US" dirty="0"/>
              <a:t>의 동작 방식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Spring MVC Pattern</a:t>
            </a:r>
            <a:endParaRPr lang="ko-KR" altLang="en-US" dirty="0"/>
          </a:p>
        </p:txBody>
      </p:sp>
      <p:sp>
        <p:nvSpPr>
          <p:cNvPr id="103" name="직사각형 102"/>
          <p:cNvSpPr/>
          <p:nvPr/>
        </p:nvSpPr>
        <p:spPr>
          <a:xfrm>
            <a:off x="3104388" y="3403600"/>
            <a:ext cx="189209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Dispatcher Servlet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393700" y="3403600"/>
            <a:ext cx="1600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 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1460500" y="5003800"/>
            <a:ext cx="178983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4850532" y="5003800"/>
            <a:ext cx="1791567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ViewResolver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850532" y="1803400"/>
            <a:ext cx="1791567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HandlerAdapter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459632" y="1803400"/>
            <a:ext cx="1791567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HandlerMapping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2" name="직선 연결선 111"/>
          <p:cNvCxnSpPr>
            <a:cxnSpLocks/>
            <a:stCxn id="104" idx="3"/>
            <a:endCxn id="103" idx="1"/>
          </p:cNvCxnSpPr>
          <p:nvPr/>
        </p:nvCxnSpPr>
        <p:spPr>
          <a:xfrm>
            <a:off x="1993900" y="3670300"/>
            <a:ext cx="1110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endCxn id="108" idx="2"/>
          </p:cNvCxnSpPr>
          <p:nvPr/>
        </p:nvCxnSpPr>
        <p:spPr>
          <a:xfrm flipH="1" flipV="1">
            <a:off x="2355416" y="2336800"/>
            <a:ext cx="1237817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>
            <a:endCxn id="107" idx="2"/>
          </p:cNvCxnSpPr>
          <p:nvPr/>
        </p:nvCxnSpPr>
        <p:spPr>
          <a:xfrm flipV="1">
            <a:off x="4552274" y="2336800"/>
            <a:ext cx="1194042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endCxn id="106" idx="0"/>
          </p:cNvCxnSpPr>
          <p:nvPr/>
        </p:nvCxnSpPr>
        <p:spPr>
          <a:xfrm>
            <a:off x="4552274" y="3937000"/>
            <a:ext cx="1194042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endCxn id="105" idx="0"/>
          </p:cNvCxnSpPr>
          <p:nvPr/>
        </p:nvCxnSpPr>
        <p:spPr>
          <a:xfrm flipH="1">
            <a:off x="2355417" y="3937000"/>
            <a:ext cx="1301074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그룹 128"/>
          <p:cNvGrpSpPr/>
          <p:nvPr/>
        </p:nvGrpSpPr>
        <p:grpSpPr>
          <a:xfrm>
            <a:off x="2200396" y="3276665"/>
            <a:ext cx="755335" cy="379124"/>
            <a:chOff x="2797296" y="3606865"/>
            <a:chExt cx="755335" cy="379124"/>
          </a:xfrm>
        </p:grpSpPr>
        <p:sp>
          <p:nvSpPr>
            <p:cNvPr id="127" name="오른쪽 화살표 126"/>
            <p:cNvSpPr/>
            <p:nvPr/>
          </p:nvSpPr>
          <p:spPr>
            <a:xfrm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797296" y="3606865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1. </a:t>
              </a:r>
              <a:r>
                <a:rPr lang="ko-KR" altLang="en-US" sz="800" dirty="0">
                  <a:latin typeface="+mn-ea"/>
                  <a:ea typeface="+mn-ea"/>
                </a:rPr>
                <a:t>요청 전송</a:t>
              </a: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1433925" y="2689181"/>
            <a:ext cx="1221360" cy="338554"/>
            <a:chOff x="2005340" y="3721417"/>
            <a:chExt cx="1221360" cy="338554"/>
          </a:xfrm>
        </p:grpSpPr>
        <p:sp>
          <p:nvSpPr>
            <p:cNvPr id="131" name="오른쪽 화살표 130"/>
            <p:cNvSpPr/>
            <p:nvPr/>
          </p:nvSpPr>
          <p:spPr>
            <a:xfrm rot="13500000"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005340" y="3721417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2. URL</a:t>
              </a:r>
              <a:r>
                <a:rPr lang="ko-KR" altLang="en-US" sz="800" dirty="0">
                  <a:latin typeface="+mn-ea"/>
                  <a:ea typeface="+mn-ea"/>
                </a:rPr>
                <a:t>과 매칭되는</a:t>
              </a:r>
              <a:endParaRPr lang="en-US" altLang="ko-KR" sz="800" dirty="0"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컨트롤러 검색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4016543" y="2689181"/>
            <a:ext cx="943251" cy="245246"/>
            <a:chOff x="2305209" y="3740743"/>
            <a:chExt cx="943251" cy="245246"/>
          </a:xfrm>
        </p:grpSpPr>
        <p:sp>
          <p:nvSpPr>
            <p:cNvPr id="134" name="오른쪽 화살표 133"/>
            <p:cNvSpPr/>
            <p:nvPr/>
          </p:nvSpPr>
          <p:spPr>
            <a:xfrm rot="19145629"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2305209" y="3740743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3. </a:t>
              </a:r>
              <a:r>
                <a:rPr lang="ko-KR" altLang="en-US" sz="800" dirty="0">
                  <a:latin typeface="+mn-ea"/>
                  <a:ea typeface="+mn-ea"/>
                </a:rPr>
                <a:t>처리 요청</a:t>
              </a:r>
            </a:p>
          </p:txBody>
        </p:sp>
      </p:grpSp>
      <p:sp>
        <p:nvSpPr>
          <p:cNvPr id="136" name="직사각형 135"/>
          <p:cNvSpPr/>
          <p:nvPr/>
        </p:nvSpPr>
        <p:spPr>
          <a:xfrm>
            <a:off x="7159956" y="1803400"/>
            <a:ext cx="1791567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7" name="그룹 136"/>
          <p:cNvGrpSpPr/>
          <p:nvPr/>
        </p:nvGrpSpPr>
        <p:grpSpPr>
          <a:xfrm>
            <a:off x="6669605" y="1536701"/>
            <a:ext cx="513282" cy="452822"/>
            <a:chOff x="2867778" y="3533167"/>
            <a:chExt cx="513282" cy="452822"/>
          </a:xfrm>
        </p:grpSpPr>
        <p:sp>
          <p:nvSpPr>
            <p:cNvPr id="138" name="오른쪽 화살표 137"/>
            <p:cNvSpPr/>
            <p:nvPr/>
          </p:nvSpPr>
          <p:spPr>
            <a:xfrm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867778" y="3533167"/>
              <a:ext cx="5132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4. </a:t>
              </a:r>
              <a:r>
                <a:rPr lang="ko-KR" altLang="en-US" sz="800" dirty="0">
                  <a:latin typeface="+mn-ea"/>
                  <a:ea typeface="+mn-ea"/>
                </a:rPr>
                <a:t>실행</a:t>
              </a:r>
            </a:p>
          </p:txBody>
        </p:sp>
      </p:grpSp>
      <p:cxnSp>
        <p:nvCxnSpPr>
          <p:cNvPr id="140" name="직선 연결선 139"/>
          <p:cNvCxnSpPr>
            <a:stCxn id="107" idx="3"/>
            <a:endCxn id="136" idx="1"/>
          </p:cNvCxnSpPr>
          <p:nvPr/>
        </p:nvCxnSpPr>
        <p:spPr>
          <a:xfrm>
            <a:off x="6642099" y="2070100"/>
            <a:ext cx="5178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그룹 142"/>
          <p:cNvGrpSpPr/>
          <p:nvPr/>
        </p:nvGrpSpPr>
        <p:grpSpPr>
          <a:xfrm>
            <a:off x="6548579" y="2121254"/>
            <a:ext cx="755335" cy="456617"/>
            <a:chOff x="2746752" y="3781425"/>
            <a:chExt cx="755335" cy="456617"/>
          </a:xfrm>
        </p:grpSpPr>
        <p:sp>
          <p:nvSpPr>
            <p:cNvPr id="144" name="오른쪽 화살표 143"/>
            <p:cNvSpPr/>
            <p:nvPr/>
          </p:nvSpPr>
          <p:spPr>
            <a:xfrm rot="10800000"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2746752" y="4022598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5. </a:t>
              </a:r>
              <a:r>
                <a:rPr lang="ko-KR" altLang="en-US" sz="800" dirty="0">
                  <a:latin typeface="+mn-ea"/>
                  <a:ea typeface="+mn-ea"/>
                </a:rPr>
                <a:t>결과 리턴</a:t>
              </a: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5177477" y="2892831"/>
            <a:ext cx="1723550" cy="382849"/>
            <a:chOff x="3009299" y="3781425"/>
            <a:chExt cx="1723550" cy="382849"/>
          </a:xfrm>
        </p:grpSpPr>
        <p:sp>
          <p:nvSpPr>
            <p:cNvPr id="147" name="오른쪽 화살표 146"/>
            <p:cNvSpPr/>
            <p:nvPr/>
          </p:nvSpPr>
          <p:spPr>
            <a:xfrm rot="8100000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009299" y="3825720"/>
              <a:ext cx="17235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6. </a:t>
              </a:r>
              <a:r>
                <a:rPr lang="ko-KR" altLang="en-US" sz="800" dirty="0">
                  <a:latin typeface="+mn-ea"/>
                  <a:ea typeface="+mn-ea"/>
                </a:rPr>
                <a:t>컨트롤러 실행결과를</a:t>
              </a:r>
              <a:endParaRPr lang="en-US" altLang="ko-KR" sz="800" dirty="0">
                <a:latin typeface="+mn-ea"/>
                <a:ea typeface="+mn-ea"/>
              </a:endParaRPr>
            </a:p>
            <a:p>
              <a:r>
                <a:rPr lang="en-US" altLang="ko-KR" sz="800" dirty="0" err="1">
                  <a:latin typeface="+mn-ea"/>
                  <a:ea typeface="+mn-ea"/>
                </a:rPr>
                <a:t>ModelAndView</a:t>
              </a:r>
              <a:r>
                <a:rPr lang="ko-KR" altLang="en-US" sz="800" dirty="0">
                  <a:latin typeface="+mn-ea"/>
                  <a:ea typeface="+mn-ea"/>
                </a:rPr>
                <a:t>로 변환해서 리턴</a:t>
              </a: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5224426" y="4052672"/>
            <a:ext cx="1554916" cy="338554"/>
            <a:chOff x="3018574" y="3690099"/>
            <a:chExt cx="1554916" cy="338554"/>
          </a:xfrm>
        </p:grpSpPr>
        <p:sp>
          <p:nvSpPr>
            <p:cNvPr id="150" name="오른쪽 화살표 149"/>
            <p:cNvSpPr/>
            <p:nvPr/>
          </p:nvSpPr>
          <p:spPr>
            <a:xfrm rot="2668888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202602" y="3690099"/>
              <a:ext cx="13708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7. </a:t>
              </a:r>
              <a:r>
                <a:rPr lang="ko-KR" altLang="en-US" sz="800" dirty="0">
                  <a:latin typeface="+mn-ea"/>
                  <a:ea typeface="+mn-ea"/>
                </a:rPr>
                <a:t>컨트롤러의 실행결과를</a:t>
              </a:r>
              <a:endParaRPr lang="en-US" altLang="ko-KR" sz="800" dirty="0"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보여줄 </a:t>
              </a:r>
              <a:r>
                <a:rPr lang="en-US" altLang="ko-KR" sz="800" dirty="0">
                  <a:latin typeface="+mn-ea"/>
                  <a:ea typeface="+mn-ea"/>
                </a:rPr>
                <a:t>View </a:t>
              </a:r>
              <a:r>
                <a:rPr lang="ko-KR" altLang="en-US" sz="800" dirty="0">
                  <a:latin typeface="+mn-ea"/>
                  <a:ea typeface="+mn-ea"/>
                </a:rPr>
                <a:t>검색</a:t>
              </a: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1617690" y="4298354"/>
            <a:ext cx="1179862" cy="234429"/>
            <a:chOff x="2086797" y="3751560"/>
            <a:chExt cx="1179862" cy="234429"/>
          </a:xfrm>
        </p:grpSpPr>
        <p:sp>
          <p:nvSpPr>
            <p:cNvPr id="153" name="오른쪽 화살표 152"/>
            <p:cNvSpPr/>
            <p:nvPr/>
          </p:nvSpPr>
          <p:spPr>
            <a:xfrm rot="8100000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2086797" y="3751560"/>
              <a:ext cx="99738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8. </a:t>
              </a:r>
              <a:r>
                <a:rPr lang="ko-KR" altLang="en-US" sz="800" dirty="0">
                  <a:latin typeface="+mn-ea"/>
                  <a:ea typeface="+mn-ea"/>
                </a:rPr>
                <a:t>응답 생성 요청</a:t>
              </a:r>
            </a:p>
          </p:txBody>
        </p:sp>
      </p:grpSp>
      <p:sp>
        <p:nvSpPr>
          <p:cNvPr id="155" name="직사각형 154"/>
          <p:cNvSpPr/>
          <p:nvPr/>
        </p:nvSpPr>
        <p:spPr>
          <a:xfrm>
            <a:off x="1458766" y="5902102"/>
            <a:ext cx="1791567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JSP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6" name="직선 연결선 155"/>
          <p:cNvCxnSpPr>
            <a:stCxn id="105" idx="2"/>
            <a:endCxn id="155" idx="0"/>
          </p:cNvCxnSpPr>
          <p:nvPr/>
        </p:nvCxnSpPr>
        <p:spPr>
          <a:xfrm flipH="1">
            <a:off x="2354550" y="5537200"/>
            <a:ext cx="867" cy="3649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그룹 158"/>
          <p:cNvGrpSpPr/>
          <p:nvPr/>
        </p:nvGrpSpPr>
        <p:grpSpPr>
          <a:xfrm>
            <a:off x="1371544" y="5595496"/>
            <a:ext cx="917703" cy="256189"/>
            <a:chOff x="2327196" y="3751560"/>
            <a:chExt cx="917703" cy="256189"/>
          </a:xfrm>
        </p:grpSpPr>
        <p:sp>
          <p:nvSpPr>
            <p:cNvPr id="160" name="오른쪽 화살표 159"/>
            <p:cNvSpPr/>
            <p:nvPr/>
          </p:nvSpPr>
          <p:spPr>
            <a:xfrm rot="5400000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327196" y="3751560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9.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생성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0E5E3F1-0866-FF46-1F1B-087F59C29B87}"/>
              </a:ext>
            </a:extLst>
          </p:cNvPr>
          <p:cNvGrpSpPr/>
          <p:nvPr/>
        </p:nvGrpSpPr>
        <p:grpSpPr>
          <a:xfrm>
            <a:off x="2468946" y="5595496"/>
            <a:ext cx="1320344" cy="256189"/>
            <a:chOff x="2334123" y="3751560"/>
            <a:chExt cx="1320344" cy="256189"/>
          </a:xfrm>
        </p:grpSpPr>
        <p:sp>
          <p:nvSpPr>
            <p:cNvPr id="7" name="오른쪽 화살표 159">
              <a:extLst>
                <a:ext uri="{FF2B5EF4-FFF2-40B4-BE49-F238E27FC236}">
                  <a16:creationId xmlns:a16="http://schemas.microsoft.com/office/drawing/2014/main" id="{EDD2CA5D-0D31-9C54-8BF6-9317C2EE6479}"/>
                </a:ext>
              </a:extLst>
            </p:cNvPr>
            <p:cNvSpPr/>
            <p:nvPr/>
          </p:nvSpPr>
          <p:spPr>
            <a:xfrm rot="16200000">
              <a:off x="2312362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7F8308-581A-962E-D696-33CD81B3D37F}"/>
                </a:ext>
              </a:extLst>
            </p:cNvPr>
            <p:cNvSpPr txBox="1"/>
            <p:nvPr/>
          </p:nvSpPr>
          <p:spPr>
            <a:xfrm>
              <a:off x="2498381" y="3751560"/>
              <a:ext cx="11560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9.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반환 </a:t>
              </a:r>
              <a:r>
                <a:rPr lang="en-US" altLang="ko-KR" sz="800" dirty="0">
                  <a:latin typeface="+mn-ea"/>
                  <a:ea typeface="+mn-ea"/>
                </a:rPr>
                <a:t>(HTML)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D86920D-FB70-607F-0466-8DD509622956}"/>
              </a:ext>
            </a:extLst>
          </p:cNvPr>
          <p:cNvGrpSpPr/>
          <p:nvPr/>
        </p:nvGrpSpPr>
        <p:grpSpPr>
          <a:xfrm rot="19260000">
            <a:off x="2902299" y="4274749"/>
            <a:ext cx="1215397" cy="644923"/>
            <a:chOff x="2483293" y="3558633"/>
            <a:chExt cx="1215397" cy="644923"/>
          </a:xfrm>
        </p:grpSpPr>
        <p:sp>
          <p:nvSpPr>
            <p:cNvPr id="10" name="오른쪽 화살표 159">
              <a:extLst>
                <a:ext uri="{FF2B5EF4-FFF2-40B4-BE49-F238E27FC236}">
                  <a16:creationId xmlns:a16="http://schemas.microsoft.com/office/drawing/2014/main" id="{1DA3EF4B-6317-FC85-2535-1719EC625F06}"/>
                </a:ext>
              </a:extLst>
            </p:cNvPr>
            <p:cNvSpPr/>
            <p:nvPr/>
          </p:nvSpPr>
          <p:spPr>
            <a:xfrm rot="21240000">
              <a:off x="2783523" y="3558633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AF9294-471E-7FBB-E46B-C644A42B64AD}"/>
                </a:ext>
              </a:extLst>
            </p:cNvPr>
            <p:cNvSpPr txBox="1"/>
            <p:nvPr/>
          </p:nvSpPr>
          <p:spPr>
            <a:xfrm rot="2340000">
              <a:off x="2483293" y="3988112"/>
              <a:ext cx="121539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10.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반환 </a:t>
              </a:r>
              <a:r>
                <a:rPr lang="en-US" altLang="ko-KR" sz="800" dirty="0">
                  <a:latin typeface="+mn-ea"/>
                  <a:ea typeface="+mn-ea"/>
                </a:rPr>
                <a:t>(HTML)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C515A42-17DE-206B-61EC-F30215C3B413}"/>
              </a:ext>
            </a:extLst>
          </p:cNvPr>
          <p:cNvGrpSpPr/>
          <p:nvPr/>
        </p:nvGrpSpPr>
        <p:grpSpPr>
          <a:xfrm>
            <a:off x="1972811" y="3693889"/>
            <a:ext cx="1215397" cy="408371"/>
            <a:chOff x="2371488" y="3558633"/>
            <a:chExt cx="1215397" cy="408371"/>
          </a:xfrm>
        </p:grpSpPr>
        <p:sp>
          <p:nvSpPr>
            <p:cNvPr id="13" name="오른쪽 화살표 159">
              <a:extLst>
                <a:ext uri="{FF2B5EF4-FFF2-40B4-BE49-F238E27FC236}">
                  <a16:creationId xmlns:a16="http://schemas.microsoft.com/office/drawing/2014/main" id="{C72BE3DE-504F-C5C7-8D97-67AE701B4965}"/>
                </a:ext>
              </a:extLst>
            </p:cNvPr>
            <p:cNvSpPr/>
            <p:nvPr/>
          </p:nvSpPr>
          <p:spPr>
            <a:xfrm rot="10800000">
              <a:off x="2783523" y="3558633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C52257-2E87-29E8-D786-4C1352F228D8}"/>
                </a:ext>
              </a:extLst>
            </p:cNvPr>
            <p:cNvSpPr txBox="1"/>
            <p:nvPr/>
          </p:nvSpPr>
          <p:spPr>
            <a:xfrm>
              <a:off x="2371488" y="3751560"/>
              <a:ext cx="121539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11.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반환 </a:t>
              </a:r>
              <a:r>
                <a:rPr lang="en-US" altLang="ko-KR" sz="800" dirty="0">
                  <a:latin typeface="+mn-ea"/>
                  <a:ea typeface="+mn-ea"/>
                </a:rPr>
                <a:t>(HTML)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0EF95D-3AA6-436D-D324-A1BF82573197}"/>
              </a:ext>
            </a:extLst>
          </p:cNvPr>
          <p:cNvSpPr/>
          <p:nvPr/>
        </p:nvSpPr>
        <p:spPr>
          <a:xfrm>
            <a:off x="7159956" y="2796903"/>
            <a:ext cx="1791567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2CC718-EE1B-1E26-12A8-DBDEFAA45951}"/>
              </a:ext>
            </a:extLst>
          </p:cNvPr>
          <p:cNvSpPr/>
          <p:nvPr/>
        </p:nvSpPr>
        <p:spPr>
          <a:xfrm>
            <a:off x="7159956" y="3790406"/>
            <a:ext cx="1791567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Repository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C5E706-0BFA-51E3-4EA4-68996173C55B}"/>
              </a:ext>
            </a:extLst>
          </p:cNvPr>
          <p:cNvSpPr/>
          <p:nvPr/>
        </p:nvSpPr>
        <p:spPr>
          <a:xfrm>
            <a:off x="7159956" y="4783909"/>
            <a:ext cx="1791567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0F357FF-EEE8-280C-CC02-7B8C6710C15B}"/>
              </a:ext>
            </a:extLst>
          </p:cNvPr>
          <p:cNvCxnSpPr>
            <a:cxnSpLocks/>
            <a:stCxn id="136" idx="2"/>
            <a:endCxn id="16" idx="0"/>
          </p:cNvCxnSpPr>
          <p:nvPr/>
        </p:nvCxnSpPr>
        <p:spPr>
          <a:xfrm>
            <a:off x="8055740" y="2336800"/>
            <a:ext cx="0" cy="460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오른쪽 화살표 137">
            <a:extLst>
              <a:ext uri="{FF2B5EF4-FFF2-40B4-BE49-F238E27FC236}">
                <a16:creationId xmlns:a16="http://schemas.microsoft.com/office/drawing/2014/main" id="{58EF5105-7BEE-8153-9919-0EC105712FE8}"/>
              </a:ext>
            </a:extLst>
          </p:cNvPr>
          <p:cNvSpPr/>
          <p:nvPr/>
        </p:nvSpPr>
        <p:spPr>
          <a:xfrm rot="5400000">
            <a:off x="7814174" y="2470222"/>
            <a:ext cx="248085" cy="204564"/>
          </a:xfrm>
          <a:prstGeom prst="rightArrow">
            <a:avLst>
              <a:gd name="adj1" fmla="val 25000"/>
              <a:gd name="adj2" fmla="val 6160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오른쪽 화살표 137">
            <a:extLst>
              <a:ext uri="{FF2B5EF4-FFF2-40B4-BE49-F238E27FC236}">
                <a16:creationId xmlns:a16="http://schemas.microsoft.com/office/drawing/2014/main" id="{22EAC981-5897-3C13-9E34-E139FFB782DF}"/>
              </a:ext>
            </a:extLst>
          </p:cNvPr>
          <p:cNvSpPr/>
          <p:nvPr/>
        </p:nvSpPr>
        <p:spPr>
          <a:xfrm rot="16200000">
            <a:off x="8084416" y="2470223"/>
            <a:ext cx="248085" cy="204564"/>
          </a:xfrm>
          <a:prstGeom prst="rightArrow">
            <a:avLst>
              <a:gd name="adj1" fmla="val 25000"/>
              <a:gd name="adj2" fmla="val 6160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4AED360-E8FB-6356-DF5B-636205763799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8055740" y="3330303"/>
            <a:ext cx="0" cy="460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오른쪽 화살표 137">
            <a:extLst>
              <a:ext uri="{FF2B5EF4-FFF2-40B4-BE49-F238E27FC236}">
                <a16:creationId xmlns:a16="http://schemas.microsoft.com/office/drawing/2014/main" id="{4E1BC7DB-AFB5-DDA4-1E5A-8FA92DBD0326}"/>
              </a:ext>
            </a:extLst>
          </p:cNvPr>
          <p:cNvSpPr/>
          <p:nvPr/>
        </p:nvSpPr>
        <p:spPr>
          <a:xfrm rot="5400000">
            <a:off x="7814175" y="3468667"/>
            <a:ext cx="248085" cy="204564"/>
          </a:xfrm>
          <a:prstGeom prst="rightArrow">
            <a:avLst>
              <a:gd name="adj1" fmla="val 25000"/>
              <a:gd name="adj2" fmla="val 6160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137">
            <a:extLst>
              <a:ext uri="{FF2B5EF4-FFF2-40B4-BE49-F238E27FC236}">
                <a16:creationId xmlns:a16="http://schemas.microsoft.com/office/drawing/2014/main" id="{900EC8B6-5F51-B502-EDAB-5C35F4F30E2D}"/>
              </a:ext>
            </a:extLst>
          </p:cNvPr>
          <p:cNvSpPr/>
          <p:nvPr/>
        </p:nvSpPr>
        <p:spPr>
          <a:xfrm rot="16200000">
            <a:off x="8084417" y="3468668"/>
            <a:ext cx="248085" cy="204564"/>
          </a:xfrm>
          <a:prstGeom prst="rightArrow">
            <a:avLst>
              <a:gd name="adj1" fmla="val 25000"/>
              <a:gd name="adj2" fmla="val 6160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EEB833B-2CB8-3D61-D65B-62D1CE15C04F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8055740" y="4323806"/>
            <a:ext cx="0" cy="460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오른쪽 화살표 137">
            <a:extLst>
              <a:ext uri="{FF2B5EF4-FFF2-40B4-BE49-F238E27FC236}">
                <a16:creationId xmlns:a16="http://schemas.microsoft.com/office/drawing/2014/main" id="{3D05FFA3-E71A-E14E-EFAC-C19569ADB82A}"/>
              </a:ext>
            </a:extLst>
          </p:cNvPr>
          <p:cNvSpPr/>
          <p:nvPr/>
        </p:nvSpPr>
        <p:spPr>
          <a:xfrm rot="5400000">
            <a:off x="7814176" y="4447014"/>
            <a:ext cx="248085" cy="204564"/>
          </a:xfrm>
          <a:prstGeom prst="rightArrow">
            <a:avLst>
              <a:gd name="adj1" fmla="val 25000"/>
              <a:gd name="adj2" fmla="val 6160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화살표 137">
            <a:extLst>
              <a:ext uri="{FF2B5EF4-FFF2-40B4-BE49-F238E27FC236}">
                <a16:creationId xmlns:a16="http://schemas.microsoft.com/office/drawing/2014/main" id="{15E737D5-F980-84F9-1B89-142EB7709679}"/>
              </a:ext>
            </a:extLst>
          </p:cNvPr>
          <p:cNvSpPr/>
          <p:nvPr/>
        </p:nvSpPr>
        <p:spPr>
          <a:xfrm rot="16200000">
            <a:off x="8084418" y="4447015"/>
            <a:ext cx="248085" cy="204564"/>
          </a:xfrm>
          <a:prstGeom prst="rightArrow">
            <a:avLst>
              <a:gd name="adj1" fmla="val 25000"/>
              <a:gd name="adj2" fmla="val 6160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슬라이드 번호 개체 틀 2">
            <a:extLst>
              <a:ext uri="{FF2B5EF4-FFF2-40B4-BE49-F238E27FC236}">
                <a16:creationId xmlns:a16="http://schemas.microsoft.com/office/drawing/2014/main" id="{60E9974F-1349-1474-D83B-0752F636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47836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57313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BOARD, MEMBERS </a:t>
            </a:r>
            <a:r>
              <a:rPr lang="ko-KR" altLang="en-US" dirty="0"/>
              <a:t>테이블을 이용해 게시판 만들어보기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게시판 기능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게시글 목록 조회</a:t>
            </a:r>
            <a:endParaRPr lang="en-US" altLang="ko-KR" dirty="0"/>
          </a:p>
          <a:p>
            <a:pPr lvl="3"/>
            <a:r>
              <a:rPr lang="ko-KR" altLang="en-US" dirty="0"/>
              <a:t>게시글 검색</a:t>
            </a:r>
            <a:endParaRPr lang="en-US" altLang="ko-KR" dirty="0"/>
          </a:p>
          <a:p>
            <a:pPr lvl="3"/>
            <a:r>
              <a:rPr lang="ko-KR" altLang="en-US" dirty="0"/>
              <a:t>페이징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게시글 내용 조회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게시글 작성</a:t>
            </a:r>
            <a:endParaRPr lang="en-US" altLang="ko-KR" dirty="0"/>
          </a:p>
          <a:p>
            <a:pPr lvl="2"/>
            <a:r>
              <a:rPr lang="en-US" altLang="ko-KR" dirty="0"/>
              <a:t>4. </a:t>
            </a:r>
            <a:r>
              <a:rPr lang="ko-KR" altLang="en-US" dirty="0"/>
              <a:t>게시글 수정</a:t>
            </a:r>
            <a:endParaRPr lang="en-US" altLang="ko-KR" dirty="0"/>
          </a:p>
          <a:p>
            <a:pPr lvl="2"/>
            <a:r>
              <a:rPr lang="en-US" altLang="ko-KR" dirty="0"/>
              <a:t>5. </a:t>
            </a:r>
            <a:r>
              <a:rPr lang="ko-KR" altLang="en-US" dirty="0"/>
              <a:t>게시글 삭제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34188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게시판 패키지 생성 </a:t>
            </a:r>
            <a:r>
              <a:rPr lang="en-US" altLang="ko-KR" sz="1600" dirty="0"/>
              <a:t>(Spring </a:t>
            </a:r>
            <a:r>
              <a:rPr lang="ko-KR" altLang="en-US" sz="1600" dirty="0"/>
              <a:t>표준 패키지 구조</a:t>
            </a:r>
            <a:r>
              <a:rPr lang="en-US" altLang="ko-KR" sz="1600" dirty="0"/>
              <a:t>)</a:t>
            </a:r>
            <a:endParaRPr lang="en-US" altLang="ko-KR" dirty="0"/>
          </a:p>
          <a:p>
            <a:pPr lvl="1"/>
            <a:r>
              <a:rPr lang="en-US" altLang="ko-KR" dirty="0" err="1"/>
              <a:t>com.hello.demo.bbs</a:t>
            </a:r>
            <a:endParaRPr lang="en-US" altLang="ko-KR" dirty="0"/>
          </a:p>
          <a:p>
            <a:pPr lvl="2"/>
            <a:r>
              <a:rPr lang="en-US" altLang="ko-KR" dirty="0"/>
              <a:t>web </a:t>
            </a:r>
            <a:r>
              <a:rPr lang="ko-KR" altLang="en-US" dirty="0"/>
              <a:t>패키지</a:t>
            </a:r>
            <a:endParaRPr lang="en-US" altLang="ko-KR" dirty="0"/>
          </a:p>
          <a:p>
            <a:pPr lvl="3"/>
            <a:r>
              <a:rPr lang="ko-KR" altLang="en-US" dirty="0"/>
              <a:t>브라우저의 요청과 응답을 처리할 </a:t>
            </a:r>
            <a:r>
              <a:rPr lang="en-US" altLang="ko-KR" dirty="0"/>
              <a:t>Controller Logic</a:t>
            </a:r>
          </a:p>
          <a:p>
            <a:pPr lvl="2"/>
            <a:r>
              <a:rPr lang="en-US" altLang="ko-KR" dirty="0"/>
              <a:t>service </a:t>
            </a:r>
            <a:r>
              <a:rPr lang="ko-KR" altLang="en-US" dirty="0"/>
              <a:t>패키지</a:t>
            </a:r>
            <a:endParaRPr lang="en-US" altLang="ko-KR" dirty="0"/>
          </a:p>
          <a:p>
            <a:pPr lvl="3"/>
            <a:r>
              <a:rPr lang="en-US" altLang="ko-KR" dirty="0"/>
              <a:t>Controller</a:t>
            </a:r>
            <a:r>
              <a:rPr lang="ko-KR" altLang="en-US" dirty="0"/>
              <a:t>의 요청을 받아</a:t>
            </a:r>
            <a:r>
              <a:rPr lang="en-US" altLang="ko-KR" dirty="0"/>
              <a:t>, DB</a:t>
            </a:r>
            <a:r>
              <a:rPr lang="ko-KR" altLang="en-US" dirty="0"/>
              <a:t>에 데이터 적재를 요청하는 </a:t>
            </a:r>
            <a:r>
              <a:rPr lang="en-US" altLang="ko-KR" dirty="0"/>
              <a:t>Business Logic.</a:t>
            </a:r>
          </a:p>
          <a:p>
            <a:pPr lvl="2"/>
            <a:r>
              <a:rPr lang="en-US" altLang="ko-KR" dirty="0" err="1"/>
              <a:t>dao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endParaRPr lang="en-US" altLang="ko-KR" dirty="0"/>
          </a:p>
          <a:p>
            <a:pPr lvl="3"/>
            <a:r>
              <a:rPr lang="en-US" altLang="ko-KR" dirty="0"/>
              <a:t>DB</a:t>
            </a:r>
            <a:r>
              <a:rPr lang="ko-KR" altLang="en-US" dirty="0"/>
              <a:t>에 게시글 정보를 </a:t>
            </a:r>
            <a:r>
              <a:rPr lang="en-US" altLang="ko-KR" dirty="0"/>
              <a:t>CRUD </a:t>
            </a:r>
            <a:r>
              <a:rPr lang="ko-KR" altLang="en-US" dirty="0"/>
              <a:t>하기 위한 </a:t>
            </a:r>
            <a:r>
              <a:rPr lang="en-US" altLang="ko-KR" dirty="0"/>
              <a:t>Data Access Object (DAO)</a:t>
            </a:r>
          </a:p>
          <a:p>
            <a:pPr lvl="3"/>
            <a:r>
              <a:rPr lang="en-US" altLang="ko-KR" dirty="0"/>
              <a:t>DB</a:t>
            </a:r>
            <a:r>
              <a:rPr lang="ko-KR" altLang="en-US" dirty="0"/>
              <a:t>에 실제로 쿼리를 실행시키고</a:t>
            </a:r>
            <a:endParaRPr lang="en-US" altLang="ko-KR" dirty="0"/>
          </a:p>
          <a:p>
            <a:pPr lvl="3"/>
            <a:r>
              <a:rPr lang="ko-KR" altLang="en-US" dirty="0"/>
              <a:t>쿼리의 결과를 그대로 받아온다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vo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endParaRPr lang="en-US" altLang="ko-KR" dirty="0"/>
          </a:p>
          <a:p>
            <a:pPr lvl="3"/>
            <a:r>
              <a:rPr lang="ko-KR" altLang="en-US" dirty="0"/>
              <a:t>사용자의 입력 값을 받아오는 </a:t>
            </a:r>
            <a:r>
              <a:rPr lang="en-US" altLang="ko-KR" dirty="0"/>
              <a:t>VO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3"/>
            <a:r>
              <a:rPr lang="en-US" altLang="ko-KR" dirty="0"/>
              <a:t>DB</a:t>
            </a:r>
            <a:r>
              <a:rPr lang="ko-KR" altLang="en-US" dirty="0"/>
              <a:t>에서 조회한 데이터를 </a:t>
            </a:r>
            <a:r>
              <a:rPr lang="en-US" altLang="ko-KR" dirty="0"/>
              <a:t>View(JSP)</a:t>
            </a:r>
            <a:r>
              <a:rPr lang="ko-KR" altLang="en-US" dirty="0"/>
              <a:t>로 보내주기 위한 </a:t>
            </a:r>
            <a:r>
              <a:rPr lang="en-US" altLang="ko-KR" dirty="0"/>
              <a:t>VO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4"/>
            <a:r>
              <a:rPr lang="en-US" altLang="ko-KR" dirty="0"/>
              <a:t>VO</a:t>
            </a:r>
            <a:r>
              <a:rPr lang="ko-KR" altLang="en-US" dirty="0"/>
              <a:t>클래스는 </a:t>
            </a:r>
            <a:r>
              <a:rPr lang="en-US" altLang="ko-KR" dirty="0"/>
              <a:t>DB Table</a:t>
            </a:r>
            <a:r>
              <a:rPr lang="ko-KR" altLang="en-US" dirty="0"/>
              <a:t>의 컬럼과 동일하게 만든다</a:t>
            </a:r>
            <a:r>
              <a:rPr lang="en-US" altLang="ko-KR" dirty="0"/>
              <a:t>.</a:t>
            </a:r>
          </a:p>
          <a:p>
            <a:pPr lvl="3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90434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com.hello.demo.bbs.web.BbsController.java</a:t>
            </a:r>
          </a:p>
          <a:p>
            <a:pPr lvl="1"/>
            <a:r>
              <a:rPr lang="ko-KR" altLang="en-US" dirty="0"/>
              <a:t>게시판 기능을 제공하기 위한 컨트롤러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게시판 목록 화면 보여주기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게시판 목록 검색하기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사용자가 요청한 게시글 내용 조회 화면 보여주기</a:t>
            </a:r>
            <a:endParaRPr lang="en-US" altLang="ko-KR" dirty="0"/>
          </a:p>
          <a:p>
            <a:pPr lvl="2"/>
            <a:r>
              <a:rPr lang="en-US" altLang="ko-KR" dirty="0"/>
              <a:t>4. </a:t>
            </a:r>
            <a:r>
              <a:rPr lang="ko-KR" altLang="en-US" dirty="0"/>
              <a:t>게시글 등록 화면 보여주기</a:t>
            </a:r>
            <a:endParaRPr lang="en-US" altLang="ko-KR" dirty="0"/>
          </a:p>
          <a:p>
            <a:pPr lvl="2"/>
            <a:r>
              <a:rPr lang="en-US" altLang="ko-KR" dirty="0"/>
              <a:t>5. </a:t>
            </a:r>
            <a:r>
              <a:rPr lang="ko-KR" altLang="en-US" dirty="0"/>
              <a:t>사용자가 요청한 게시글 등록하기</a:t>
            </a:r>
            <a:endParaRPr lang="en-US" altLang="ko-KR" dirty="0"/>
          </a:p>
          <a:p>
            <a:pPr lvl="2"/>
            <a:r>
              <a:rPr lang="en-US" altLang="ko-KR" dirty="0"/>
              <a:t>6. </a:t>
            </a:r>
            <a:r>
              <a:rPr lang="ko-KR" altLang="en-US" dirty="0"/>
              <a:t>사용자가 요청한 게시글 수정 화면 보여주기</a:t>
            </a:r>
            <a:endParaRPr lang="en-US" altLang="ko-KR" dirty="0"/>
          </a:p>
          <a:p>
            <a:pPr lvl="2"/>
            <a:r>
              <a:rPr lang="en-US" altLang="ko-KR" dirty="0"/>
              <a:t>7. </a:t>
            </a:r>
            <a:r>
              <a:rPr lang="ko-KR" altLang="en-US" dirty="0"/>
              <a:t>게시글 수정하기</a:t>
            </a:r>
            <a:endParaRPr lang="en-US" altLang="ko-KR" dirty="0"/>
          </a:p>
          <a:p>
            <a:pPr lvl="2"/>
            <a:r>
              <a:rPr lang="en-US" altLang="ko-KR" dirty="0"/>
              <a:t>8. </a:t>
            </a:r>
            <a:r>
              <a:rPr lang="ko-KR" altLang="en-US" dirty="0"/>
              <a:t>사용자가 요청한 게시글 삭제하기</a:t>
            </a:r>
            <a:r>
              <a:rPr lang="en-US" altLang="ko-KR" dirty="0"/>
              <a:t>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4782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com.hello.demo.bbs.service.BbsService.java (Interface)</a:t>
            </a:r>
          </a:p>
          <a:p>
            <a:pPr lvl="1"/>
            <a:r>
              <a:rPr lang="ko-KR" altLang="en-US" dirty="0"/>
              <a:t>사용자의 요청에 필요한 업무 프로세스를 정의 </a:t>
            </a:r>
            <a:r>
              <a:rPr lang="en-US" altLang="ko-KR" dirty="0"/>
              <a:t>(Business Logic)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게시글 목록 조회하기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사용자가 요청한 게시글 내용 조회</a:t>
            </a:r>
            <a:endParaRPr lang="en-US" altLang="ko-KR" dirty="0"/>
          </a:p>
          <a:p>
            <a:pPr lvl="3"/>
            <a:r>
              <a:rPr lang="ko-KR" altLang="en-US" dirty="0"/>
              <a:t>조회수 증가시키기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게시글 등록</a:t>
            </a:r>
            <a:endParaRPr lang="en-US" altLang="ko-KR" dirty="0"/>
          </a:p>
          <a:p>
            <a:pPr lvl="3"/>
            <a:r>
              <a:rPr lang="ko-KR" altLang="en-US" dirty="0"/>
              <a:t>파일 등록 처리</a:t>
            </a:r>
            <a:endParaRPr lang="en-US" altLang="ko-KR" dirty="0"/>
          </a:p>
          <a:p>
            <a:pPr lvl="2"/>
            <a:r>
              <a:rPr lang="en-US" altLang="ko-KR" dirty="0"/>
              <a:t>4. </a:t>
            </a:r>
            <a:r>
              <a:rPr lang="ko-KR" altLang="en-US" dirty="0"/>
              <a:t>게시글 수정</a:t>
            </a:r>
            <a:endParaRPr lang="en-US" altLang="ko-KR" dirty="0"/>
          </a:p>
          <a:p>
            <a:pPr lvl="3"/>
            <a:r>
              <a:rPr lang="ko-KR" altLang="en-US" dirty="0"/>
              <a:t>파일 삭제 처리</a:t>
            </a:r>
            <a:endParaRPr lang="en-US" altLang="ko-KR" dirty="0"/>
          </a:p>
          <a:p>
            <a:pPr lvl="3"/>
            <a:r>
              <a:rPr lang="ko-KR" altLang="en-US" dirty="0"/>
              <a:t>파일 등록 처리</a:t>
            </a:r>
            <a:endParaRPr lang="en-US" altLang="ko-KR" dirty="0"/>
          </a:p>
          <a:p>
            <a:pPr lvl="2"/>
            <a:r>
              <a:rPr lang="en-US" altLang="ko-KR" dirty="0"/>
              <a:t>5. </a:t>
            </a:r>
            <a:r>
              <a:rPr lang="ko-KR" altLang="en-US" dirty="0"/>
              <a:t>게시글 삭제</a:t>
            </a:r>
            <a:endParaRPr lang="en-US" altLang="ko-KR" dirty="0"/>
          </a:p>
          <a:p>
            <a:pPr lvl="3"/>
            <a:r>
              <a:rPr lang="ko-KR" altLang="en-US" dirty="0"/>
              <a:t>파일 삭제 처리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1118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com.hello.demo.bbs.dao.BbsDao.java (Interface)</a:t>
            </a:r>
          </a:p>
          <a:p>
            <a:pPr lvl="1"/>
            <a:r>
              <a:rPr lang="ko-KR" altLang="en-US" dirty="0"/>
              <a:t>사용자의 요청을 </a:t>
            </a:r>
            <a:r>
              <a:rPr lang="en-US" altLang="ko-KR" dirty="0"/>
              <a:t>DB</a:t>
            </a:r>
            <a:r>
              <a:rPr lang="ko-KR" altLang="en-US" dirty="0"/>
              <a:t>에서 처리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게시글 목록 조회하기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게시글 총 개수 조회하기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사용자가 요청한 게시글 내용 조회</a:t>
            </a:r>
            <a:endParaRPr lang="en-US" altLang="ko-KR" dirty="0"/>
          </a:p>
          <a:p>
            <a:pPr lvl="2"/>
            <a:r>
              <a:rPr lang="en-US" altLang="ko-KR" dirty="0"/>
              <a:t>4. </a:t>
            </a:r>
            <a:r>
              <a:rPr lang="ko-KR" altLang="en-US" dirty="0"/>
              <a:t>게시글 등록</a:t>
            </a:r>
            <a:endParaRPr lang="en-US" altLang="ko-KR" dirty="0"/>
          </a:p>
          <a:p>
            <a:pPr lvl="2"/>
            <a:r>
              <a:rPr lang="en-US" altLang="ko-KR" dirty="0"/>
              <a:t>5. </a:t>
            </a:r>
            <a:r>
              <a:rPr lang="ko-KR" altLang="en-US" dirty="0"/>
              <a:t>게시글 수정</a:t>
            </a:r>
            <a:endParaRPr lang="en-US" altLang="ko-KR" dirty="0"/>
          </a:p>
          <a:p>
            <a:pPr lvl="2"/>
            <a:r>
              <a:rPr lang="en-US" altLang="ko-KR" dirty="0"/>
              <a:t>6. </a:t>
            </a:r>
            <a:r>
              <a:rPr lang="ko-KR" altLang="en-US" dirty="0"/>
              <a:t>게시글 삭제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34219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패키지 호출 프로세스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C27EB5-D005-2125-74C8-E28AFBC1C50D}"/>
              </a:ext>
            </a:extLst>
          </p:cNvPr>
          <p:cNvSpPr/>
          <p:nvPr/>
        </p:nvSpPr>
        <p:spPr>
          <a:xfrm>
            <a:off x="386117" y="2514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DA7819-F95A-8E3D-9D6F-143C9B749FA5}"/>
              </a:ext>
            </a:extLst>
          </p:cNvPr>
          <p:cNvSpPr/>
          <p:nvPr/>
        </p:nvSpPr>
        <p:spPr>
          <a:xfrm>
            <a:off x="2118388" y="2514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8DACB1-D639-3BCC-FE87-E0BBF5450E89}"/>
              </a:ext>
            </a:extLst>
          </p:cNvPr>
          <p:cNvSpPr/>
          <p:nvPr/>
        </p:nvSpPr>
        <p:spPr>
          <a:xfrm>
            <a:off x="3850659" y="2514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5B5440-9F25-B1DB-F052-5C1A17D3A613}"/>
              </a:ext>
            </a:extLst>
          </p:cNvPr>
          <p:cNvSpPr/>
          <p:nvPr/>
        </p:nvSpPr>
        <p:spPr>
          <a:xfrm>
            <a:off x="5582930" y="2514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2721A6-7FB3-F273-DD3A-32D3DB2A3257}"/>
              </a:ext>
            </a:extLst>
          </p:cNvPr>
          <p:cNvSpPr/>
          <p:nvPr/>
        </p:nvSpPr>
        <p:spPr>
          <a:xfrm>
            <a:off x="7315200" y="2514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0506C13-AAC3-C5EE-D335-2628B1BC9C3A}"/>
              </a:ext>
            </a:extLst>
          </p:cNvPr>
          <p:cNvCxnSpPr/>
          <p:nvPr/>
        </p:nvCxnSpPr>
        <p:spPr>
          <a:xfrm>
            <a:off x="386117" y="2286000"/>
            <a:ext cx="8376883" cy="0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9508C07-13F0-ACE7-E9DE-1030D10C33AE}"/>
              </a:ext>
            </a:extLst>
          </p:cNvPr>
          <p:cNvCxnSpPr>
            <a:cxnSpLocks/>
          </p:cNvCxnSpPr>
          <p:nvPr/>
        </p:nvCxnSpPr>
        <p:spPr>
          <a:xfrm flipH="1">
            <a:off x="386117" y="3276600"/>
            <a:ext cx="8376883" cy="0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BADA99-35A0-261B-5DBD-EFBBF6F20DBE}"/>
              </a:ext>
            </a:extLst>
          </p:cNvPr>
          <p:cNvSpPr txBox="1"/>
          <p:nvPr/>
        </p:nvSpPr>
        <p:spPr>
          <a:xfrm>
            <a:off x="2195914" y="1938635"/>
            <a:ext cx="4681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사용자가 보낸 데이터를 </a:t>
            </a: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DB</a:t>
            </a:r>
            <a:r>
              <a:rPr lang="ko-KR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</a:t>
            </a: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CRUD</a:t>
            </a:r>
            <a:r>
              <a:rPr lang="ko-KR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하기 위한 프로세스</a:t>
            </a:r>
            <a:endParaRPr lang="ko-KR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98A966-E876-B17E-6AFB-616B2335B6EF}"/>
              </a:ext>
            </a:extLst>
          </p:cNvPr>
          <p:cNvSpPr txBox="1"/>
          <p:nvPr/>
        </p:nvSpPr>
        <p:spPr>
          <a:xfrm>
            <a:off x="2141687" y="3333022"/>
            <a:ext cx="4860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DB</a:t>
            </a:r>
            <a:r>
              <a:rPr lang="ko-KR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</a:t>
            </a:r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CRUD</a:t>
            </a:r>
            <a:r>
              <a:rPr lang="ko-KR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한 결과를 사용자에게 돌려주기 위한 프로세스</a:t>
            </a:r>
            <a:endParaRPr lang="ko-KR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3979C2-D181-DE7F-75EA-4A86E691176E}"/>
              </a:ext>
            </a:extLst>
          </p:cNvPr>
          <p:cNvSpPr/>
          <p:nvPr/>
        </p:nvSpPr>
        <p:spPr>
          <a:xfrm>
            <a:off x="7315200" y="4419600"/>
            <a:ext cx="1371600" cy="1844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DB</a:t>
            </a:r>
            <a:r>
              <a:rPr lang="ko-KR" altLang="en-US" sz="1200">
                <a:solidFill>
                  <a:schemeClr val="tx1"/>
                </a:solidFill>
              </a:rPr>
              <a:t>에서 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쿼리 실행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25FCF5-2E3E-6BAB-78FF-49BAD783A05B}"/>
              </a:ext>
            </a:extLst>
          </p:cNvPr>
          <p:cNvSpPr/>
          <p:nvPr/>
        </p:nvSpPr>
        <p:spPr>
          <a:xfrm>
            <a:off x="5582930" y="4419600"/>
            <a:ext cx="1371600" cy="1844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Spring</a:t>
            </a:r>
            <a:r>
              <a:rPr lang="ko-KR" altLang="en-US" sz="1200">
                <a:solidFill>
                  <a:schemeClr val="tx1"/>
                </a:solidFill>
              </a:rPr>
              <a:t> </a:t>
            </a:r>
            <a:r>
              <a:rPr lang="en-US" altLang="ko-KR" sz="1200">
                <a:solidFill>
                  <a:schemeClr val="tx1"/>
                </a:solidFill>
              </a:rPr>
              <a:t>Framework</a:t>
            </a:r>
            <a:r>
              <a:rPr lang="ko-KR" altLang="en-US" sz="1200">
                <a:solidFill>
                  <a:schemeClr val="tx1"/>
                </a:solidFill>
              </a:rPr>
              <a:t> 에서 </a:t>
            </a:r>
            <a:r>
              <a:rPr lang="en-US" altLang="ko-KR" sz="1200">
                <a:solidFill>
                  <a:schemeClr val="tx1"/>
                </a:solidFill>
              </a:rPr>
              <a:t>DB</a:t>
            </a:r>
            <a:r>
              <a:rPr lang="ko-KR" altLang="en-US" sz="1200">
                <a:solidFill>
                  <a:schemeClr val="tx1"/>
                </a:solidFill>
              </a:rPr>
              <a:t>로 연결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쿼리 실행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쿼리 결과 반환</a:t>
            </a:r>
            <a:endParaRPr lang="en-US" altLang="ko-KR" sz="12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2A60C1-F6DD-E3D6-41E7-484065CA97E0}"/>
              </a:ext>
            </a:extLst>
          </p:cNvPr>
          <p:cNvSpPr/>
          <p:nvPr/>
        </p:nvSpPr>
        <p:spPr>
          <a:xfrm>
            <a:off x="3845579" y="4419600"/>
            <a:ext cx="1371600" cy="1844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여러 </a:t>
            </a:r>
            <a:r>
              <a:rPr lang="en-US" altLang="ko-KR" sz="1200">
                <a:solidFill>
                  <a:schemeClr val="tx1"/>
                </a:solidFill>
              </a:rPr>
              <a:t>Dao</a:t>
            </a:r>
            <a:r>
              <a:rPr lang="ko-KR" altLang="en-US" sz="1200">
                <a:solidFill>
                  <a:schemeClr val="tx1"/>
                </a:solidFill>
              </a:rPr>
              <a:t>를</a:t>
            </a:r>
            <a:r>
              <a:rPr lang="en-US" altLang="ko-KR" sz="1200">
                <a:solidFill>
                  <a:schemeClr val="tx1"/>
                </a:solidFill>
              </a:rPr>
              <a:t> </a:t>
            </a:r>
            <a:r>
              <a:rPr lang="ko-KR" altLang="en-US" sz="1200">
                <a:solidFill>
                  <a:schemeClr val="tx1"/>
                </a:solidFill>
              </a:rPr>
              <a:t>호출해 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업무로직 관리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트랜잭션 관리</a:t>
            </a:r>
            <a:endParaRPr lang="en-US" altLang="ko-KR" sz="12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617EB8-ACF4-628A-943B-9666BAB551A9}"/>
              </a:ext>
            </a:extLst>
          </p:cNvPr>
          <p:cNvSpPr/>
          <p:nvPr/>
        </p:nvSpPr>
        <p:spPr>
          <a:xfrm>
            <a:off x="2141687" y="4419600"/>
            <a:ext cx="1371600" cy="1844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HandlerAdapter</a:t>
            </a:r>
            <a:r>
              <a:rPr lang="ko-KR" altLang="en-US" sz="1200">
                <a:solidFill>
                  <a:schemeClr val="tx1"/>
                </a:solidFill>
              </a:rPr>
              <a:t>로 부터 클라이언트의 요청정보 전달받음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하나의 </a:t>
            </a:r>
            <a:r>
              <a:rPr lang="en-US" altLang="ko-KR" sz="1200">
                <a:solidFill>
                  <a:schemeClr val="tx1"/>
                </a:solidFill>
              </a:rPr>
              <a:t>Service</a:t>
            </a:r>
            <a:r>
              <a:rPr lang="ko-KR" altLang="en-US" sz="1200">
                <a:solidFill>
                  <a:schemeClr val="tx1"/>
                </a:solidFill>
              </a:rPr>
              <a:t>를 호출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707EBC6-66B1-C8DF-EB0A-DBCF20F9DC29}"/>
              </a:ext>
            </a:extLst>
          </p:cNvPr>
          <p:cNvCxnSpPr>
            <a:cxnSpLocks/>
          </p:cNvCxnSpPr>
          <p:nvPr/>
        </p:nvCxnSpPr>
        <p:spPr>
          <a:xfrm flipV="1">
            <a:off x="2827487" y="3640799"/>
            <a:ext cx="0" cy="6264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3917ADD-B1B2-ABF9-E283-8EECCAB94A56}"/>
              </a:ext>
            </a:extLst>
          </p:cNvPr>
          <p:cNvCxnSpPr>
            <a:cxnSpLocks/>
          </p:cNvCxnSpPr>
          <p:nvPr/>
        </p:nvCxnSpPr>
        <p:spPr>
          <a:xfrm flipV="1">
            <a:off x="4572000" y="3640799"/>
            <a:ext cx="0" cy="6264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31EEBAC-6E03-561E-DB5F-C55F9484A6DB}"/>
              </a:ext>
            </a:extLst>
          </p:cNvPr>
          <p:cNvCxnSpPr>
            <a:cxnSpLocks/>
          </p:cNvCxnSpPr>
          <p:nvPr/>
        </p:nvCxnSpPr>
        <p:spPr>
          <a:xfrm flipV="1">
            <a:off x="6324600" y="3640799"/>
            <a:ext cx="0" cy="6264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7BF3102-2A15-1B66-3589-97C7EB3FB259}"/>
              </a:ext>
            </a:extLst>
          </p:cNvPr>
          <p:cNvCxnSpPr>
            <a:cxnSpLocks/>
          </p:cNvCxnSpPr>
          <p:nvPr/>
        </p:nvCxnSpPr>
        <p:spPr>
          <a:xfrm flipV="1">
            <a:off x="8001000" y="3640799"/>
            <a:ext cx="0" cy="6264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9034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목록 조회 화면 만들기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74242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 조회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590799"/>
            <a:ext cx="296429" cy="25907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590800"/>
            <a:ext cx="296429" cy="27430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2724911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2832244"/>
            <a:ext cx="296429" cy="22435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3048000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AE60A8-7A5D-C2E1-7E2D-1702CA8A23BE}"/>
              </a:ext>
            </a:extLst>
          </p:cNvPr>
          <p:cNvSpPr/>
          <p:nvPr/>
        </p:nvSpPr>
        <p:spPr>
          <a:xfrm>
            <a:off x="6117845" y="4111156"/>
            <a:ext cx="296429" cy="910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2A6C673-64A6-C533-0CDA-D7B0E489140E}"/>
              </a:ext>
            </a:extLst>
          </p:cNvPr>
          <p:cNvCxnSpPr>
            <a:cxnSpLocks/>
          </p:cNvCxnSpPr>
          <p:nvPr/>
        </p:nvCxnSpPr>
        <p:spPr>
          <a:xfrm>
            <a:off x="4695698" y="4289408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182225" y="2494079"/>
            <a:ext cx="1473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목록 조회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3053178" y="2795016"/>
            <a:ext cx="124264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목록 조회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DB3AF-44E0-601F-4444-F0F00C775885}"/>
              </a:ext>
            </a:extLst>
          </p:cNvPr>
          <p:cNvSpPr txBox="1"/>
          <p:nvPr/>
        </p:nvSpPr>
        <p:spPr>
          <a:xfrm>
            <a:off x="4698720" y="4069024"/>
            <a:ext cx="1473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목록 조회 요청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9815BA8-513C-8448-5DDC-DC84D73C8817}"/>
              </a:ext>
            </a:extLst>
          </p:cNvPr>
          <p:cNvSpPr/>
          <p:nvPr/>
        </p:nvSpPr>
        <p:spPr>
          <a:xfrm>
            <a:off x="7852785" y="4268299"/>
            <a:ext cx="296429" cy="6526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08E9B7D-FE15-96E8-5A51-AC7558377B4F}"/>
              </a:ext>
            </a:extLst>
          </p:cNvPr>
          <p:cNvCxnSpPr>
            <a:cxnSpLocks/>
          </p:cNvCxnSpPr>
          <p:nvPr/>
        </p:nvCxnSpPr>
        <p:spPr>
          <a:xfrm>
            <a:off x="6430881" y="4410692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078700F-ADD8-4DBE-127B-1836193EBCE8}"/>
              </a:ext>
            </a:extLst>
          </p:cNvPr>
          <p:cNvSpPr txBox="1"/>
          <p:nvPr/>
        </p:nvSpPr>
        <p:spPr>
          <a:xfrm>
            <a:off x="6570943" y="4173992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D3B02EA-2C5C-E718-7C23-724BE2779224}"/>
              </a:ext>
            </a:extLst>
          </p:cNvPr>
          <p:cNvCxnSpPr>
            <a:cxnSpLocks/>
          </p:cNvCxnSpPr>
          <p:nvPr/>
        </p:nvCxnSpPr>
        <p:spPr>
          <a:xfrm flipH="1">
            <a:off x="6430881" y="477169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7E5DCCE-CEDB-89F8-61AC-79AE3455C1AF}"/>
              </a:ext>
            </a:extLst>
          </p:cNvPr>
          <p:cNvSpPr txBox="1"/>
          <p:nvPr/>
        </p:nvSpPr>
        <p:spPr>
          <a:xfrm>
            <a:off x="6473538" y="4521927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9.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2CC7386-E341-0DB1-5A38-21A171DAC6A8}"/>
              </a:ext>
            </a:extLst>
          </p:cNvPr>
          <p:cNvCxnSpPr>
            <a:cxnSpLocks/>
          </p:cNvCxnSpPr>
          <p:nvPr/>
        </p:nvCxnSpPr>
        <p:spPr>
          <a:xfrm flipH="1">
            <a:off x="4677346" y="485014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711D40-D0FA-B3E5-0E8C-AEA28104CF30}"/>
              </a:ext>
            </a:extLst>
          </p:cNvPr>
          <p:cNvSpPr txBox="1"/>
          <p:nvPr/>
        </p:nvSpPr>
        <p:spPr>
          <a:xfrm>
            <a:off x="4807205" y="4600385"/>
            <a:ext cx="12666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10.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목록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전달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List&lt;</a:t>
            </a:r>
            <a:r>
              <a:rPr lang="en-US" altLang="ko-KR" sz="9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BoardVO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4970006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3053567" y="4720242"/>
            <a:ext cx="1151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목록과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 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개수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전달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  </a:t>
            </a:r>
            <a:r>
              <a:rPr lang="en-US" altLang="ko-KR" sz="9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BoardListVO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5075815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329652" y="4826051"/>
            <a:ext cx="130676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목록 응답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 (HTML)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D4A4498-79A1-3E23-911D-BFBD84226F3F}"/>
              </a:ext>
            </a:extLst>
          </p:cNvPr>
          <p:cNvSpPr/>
          <p:nvPr/>
        </p:nvSpPr>
        <p:spPr>
          <a:xfrm>
            <a:off x="6117845" y="2979503"/>
            <a:ext cx="296429" cy="910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CD355ED-1A38-7D99-B97D-DF4A3DB3AF2E}"/>
              </a:ext>
            </a:extLst>
          </p:cNvPr>
          <p:cNvSpPr/>
          <p:nvPr/>
        </p:nvSpPr>
        <p:spPr>
          <a:xfrm>
            <a:off x="7852785" y="3136646"/>
            <a:ext cx="296429" cy="6526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38D4141B-5DE3-1D39-ADA1-AAF823B99E5F}"/>
              </a:ext>
            </a:extLst>
          </p:cNvPr>
          <p:cNvCxnSpPr>
            <a:cxnSpLocks/>
          </p:cNvCxnSpPr>
          <p:nvPr/>
        </p:nvCxnSpPr>
        <p:spPr>
          <a:xfrm>
            <a:off x="6430881" y="3279039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E30DA86-14F1-E2D2-B295-4D21DA1564E9}"/>
              </a:ext>
            </a:extLst>
          </p:cNvPr>
          <p:cNvSpPr txBox="1"/>
          <p:nvPr/>
        </p:nvSpPr>
        <p:spPr>
          <a:xfrm>
            <a:off x="6570943" y="3042339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4.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86CA34EC-1273-C5A8-2C62-C48A1C3B9DF3}"/>
              </a:ext>
            </a:extLst>
          </p:cNvPr>
          <p:cNvCxnSpPr>
            <a:cxnSpLocks/>
          </p:cNvCxnSpPr>
          <p:nvPr/>
        </p:nvCxnSpPr>
        <p:spPr>
          <a:xfrm flipH="1">
            <a:off x="6430881" y="3646767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F1BCCA7-1B41-FADF-014C-2E344402003C}"/>
              </a:ext>
            </a:extLst>
          </p:cNvPr>
          <p:cNvSpPr txBox="1"/>
          <p:nvPr/>
        </p:nvSpPr>
        <p:spPr>
          <a:xfrm>
            <a:off x="6473538" y="3397003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692464C-571C-2821-1EF4-F335F87D8402}"/>
              </a:ext>
            </a:extLst>
          </p:cNvPr>
          <p:cNvCxnSpPr>
            <a:cxnSpLocks/>
          </p:cNvCxnSpPr>
          <p:nvPr/>
        </p:nvCxnSpPr>
        <p:spPr>
          <a:xfrm>
            <a:off x="4695698" y="3174193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4DD540F-4BB5-7918-FA95-07FB836AE39D}"/>
              </a:ext>
            </a:extLst>
          </p:cNvPr>
          <p:cNvSpPr txBox="1"/>
          <p:nvPr/>
        </p:nvSpPr>
        <p:spPr>
          <a:xfrm>
            <a:off x="4698720" y="2953809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총 개수 요청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DB3BD59-BC11-4CDD-0511-82457B7BCC09}"/>
              </a:ext>
            </a:extLst>
          </p:cNvPr>
          <p:cNvCxnSpPr>
            <a:cxnSpLocks/>
          </p:cNvCxnSpPr>
          <p:nvPr/>
        </p:nvCxnSpPr>
        <p:spPr>
          <a:xfrm flipH="1">
            <a:off x="4677346" y="373493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C6E9499-67D2-0CAE-83B1-3EA47B334491}"/>
              </a:ext>
            </a:extLst>
          </p:cNvPr>
          <p:cNvSpPr txBox="1"/>
          <p:nvPr/>
        </p:nvSpPr>
        <p:spPr>
          <a:xfrm>
            <a:off x="4737534" y="3485170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총 개수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82988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</a:t>
            </a:r>
            <a:r>
              <a:rPr lang="ko-KR" altLang="en-US" dirty="0"/>
              <a:t> 테이블의 컬럼구조로 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ko-KR" altLang="en-US" dirty="0"/>
              <a:t>클래스 만들기</a:t>
            </a:r>
            <a:endParaRPr lang="en-US" altLang="ko-KR" dirty="0"/>
          </a:p>
          <a:p>
            <a:pPr lvl="1"/>
            <a:r>
              <a:rPr lang="ko-KR" altLang="en-US" dirty="0"/>
              <a:t>컬럼의 타입이 </a:t>
            </a:r>
            <a:r>
              <a:rPr lang="en-US" altLang="ko-KR" dirty="0"/>
              <a:t>Number</a:t>
            </a:r>
            <a:r>
              <a:rPr lang="ko-KR" altLang="en-US" dirty="0"/>
              <a:t>인 경우는 </a:t>
            </a:r>
            <a:r>
              <a:rPr lang="en-US" altLang="ko-KR" dirty="0"/>
              <a:t>int</a:t>
            </a:r>
          </a:p>
          <a:p>
            <a:pPr lvl="1"/>
            <a:r>
              <a:rPr lang="ko-KR" altLang="en-US" dirty="0"/>
              <a:t>그 외의 타입은 모두 </a:t>
            </a:r>
            <a:r>
              <a:rPr lang="en-US" altLang="ko-KR" dirty="0"/>
              <a:t>String</a:t>
            </a:r>
            <a:r>
              <a:rPr lang="ko-KR" altLang="en-US" dirty="0"/>
              <a:t>으로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대문자인 컬럼명은 </a:t>
            </a:r>
            <a:r>
              <a:rPr lang="en-US" altLang="ko-KR" dirty="0"/>
              <a:t>Camel Case</a:t>
            </a:r>
            <a:r>
              <a:rPr lang="ko-KR" altLang="en-US" dirty="0"/>
              <a:t>로 변경한다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변수마다 </a:t>
            </a:r>
            <a:r>
              <a:rPr lang="en-US" altLang="ko-KR" dirty="0"/>
              <a:t>Getter / Setter </a:t>
            </a:r>
            <a:r>
              <a:rPr lang="ko-KR" altLang="en-US" dirty="0"/>
              <a:t>를 반드시 생성해야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- VO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EA55E3-E816-F2AA-F863-E7135D6BB0F8}"/>
              </a:ext>
            </a:extLst>
          </p:cNvPr>
          <p:cNvSpPr txBox="1"/>
          <p:nvPr/>
        </p:nvSpPr>
        <p:spPr>
          <a:xfrm>
            <a:off x="457200" y="2816921"/>
            <a:ext cx="83789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 … Getter / Setter 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20403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게시글의 총 개수와 게시글 목록을 가지는 </a:t>
            </a:r>
            <a:r>
              <a:rPr lang="en-US" altLang="ko-KR" dirty="0" err="1"/>
              <a:t>BoardListVO</a:t>
            </a:r>
            <a:r>
              <a:rPr lang="en-US" altLang="ko-KR" dirty="0"/>
              <a:t>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lvl="1"/>
            <a:r>
              <a:rPr lang="ko-KR" altLang="en-US" dirty="0"/>
              <a:t>하나의 메소드는 단 하나의 객체만 </a:t>
            </a:r>
            <a:r>
              <a:rPr lang="ko-KR" altLang="en-US" dirty="0" err="1"/>
              <a:t>리턴할</a:t>
            </a:r>
            <a:r>
              <a:rPr lang="ko-KR" altLang="en-US" dirty="0"/>
              <a:t>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게시글 목록과 게시글 총 개수를 동시에 전달하기 위해 </a:t>
            </a:r>
            <a:r>
              <a:rPr lang="en-US" altLang="ko-KR" dirty="0" err="1"/>
              <a:t>BoardListVO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lvl="2"/>
            <a:r>
              <a:rPr lang="ko-KR" altLang="en-US" dirty="0"/>
              <a:t>게시글 총 개수</a:t>
            </a:r>
            <a:endParaRPr lang="en-US" altLang="ko-KR" dirty="0"/>
          </a:p>
          <a:p>
            <a:pPr lvl="2"/>
            <a:r>
              <a:rPr lang="ko-KR" altLang="en-US" dirty="0"/>
              <a:t>게시글 목록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- VO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EA55E3-E816-F2AA-F863-E7135D6BB0F8}"/>
              </a:ext>
            </a:extLst>
          </p:cNvPr>
          <p:cNvSpPr txBox="1"/>
          <p:nvPr/>
        </p:nvSpPr>
        <p:spPr>
          <a:xfrm>
            <a:off x="457200" y="2780874"/>
            <a:ext cx="83789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Getter</a:t>
            </a:r>
            <a:r>
              <a:rPr lang="ko-KR" altLang="en-US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ko-KR" altLang="en-US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Setter</a:t>
            </a:r>
            <a:r>
              <a:rPr lang="ko-KR" altLang="en-US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22546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게시글의 총 개수와 게시글 목록을 조회하기 위한 </a:t>
            </a:r>
            <a:r>
              <a:rPr lang="en-US" altLang="ko-KR" dirty="0"/>
              <a:t>Dao </a:t>
            </a:r>
            <a:r>
              <a:rPr lang="ko-KR" altLang="en-US" dirty="0"/>
              <a:t>인터페이스 생성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- Dao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A466B-1004-0A5C-9F12-CEB587FB739E}"/>
              </a:ext>
            </a:extLst>
          </p:cNvPr>
          <p:cNvSpPr txBox="1"/>
          <p:nvPr/>
        </p:nvSpPr>
        <p:spPr>
          <a:xfrm>
            <a:off x="457200" y="1716843"/>
            <a:ext cx="83789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저장된 모든 게시글의 수를 조회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getBoardAllCount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저장된 모든 게시글의 목록을 조회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90862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BoardDao</a:t>
            </a:r>
            <a:r>
              <a:rPr lang="en-US" altLang="ko-KR" dirty="0"/>
              <a:t> </a:t>
            </a:r>
            <a:r>
              <a:rPr lang="ko-KR" altLang="en-US" dirty="0"/>
              <a:t>인터페이스를 구현한 </a:t>
            </a:r>
            <a:r>
              <a:rPr lang="en-US" altLang="ko-KR" dirty="0" err="1"/>
              <a:t>BoardDaoImpl</a:t>
            </a:r>
            <a:r>
              <a:rPr lang="en-US" altLang="ko-KR" dirty="0"/>
              <a:t> </a:t>
            </a:r>
            <a:r>
              <a:rPr lang="ko-KR" altLang="en-US" dirty="0"/>
              <a:t>클래스 생성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en-US" altLang="ko-KR" dirty="0" err="1"/>
              <a:t>DaoImpl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A466B-1004-0A5C-9F12-CEB587FB739E}"/>
              </a:ext>
            </a:extLst>
          </p:cNvPr>
          <p:cNvSpPr txBox="1"/>
          <p:nvPr/>
        </p:nvSpPr>
        <p:spPr>
          <a:xfrm>
            <a:off x="457200" y="1716843"/>
            <a:ext cx="83789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getBoardAllCount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67094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목록 조회 화면 만들기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en-US" altLang="ko-KR" sz="3200" b="1" dirty="0" err="1">
                <a:solidFill>
                  <a:schemeClr val="bg2">
                    <a:lumMod val="50000"/>
                  </a:schemeClr>
                </a:solidFill>
                <a:latin typeface="+mj-ea"/>
              </a:rPr>
              <a:t>MyBatis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설정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04563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MyBatis</a:t>
            </a:r>
            <a:r>
              <a:rPr lang="en-US" altLang="ko-KR" dirty="0"/>
              <a:t>: Spring</a:t>
            </a:r>
            <a:r>
              <a:rPr lang="ko-KR" altLang="en-US" dirty="0"/>
              <a:t> </a:t>
            </a:r>
            <a:r>
              <a:rPr lang="en-US" altLang="ko-KR" dirty="0"/>
              <a:t>Application</a:t>
            </a:r>
            <a:r>
              <a:rPr lang="ko-KR" altLang="en-US" dirty="0"/>
              <a:t>에서 </a:t>
            </a:r>
            <a:r>
              <a:rPr lang="en-US" altLang="ko-KR" dirty="0"/>
              <a:t>DB</a:t>
            </a:r>
            <a:r>
              <a:rPr lang="ko-KR" altLang="en-US" dirty="0"/>
              <a:t>와 연동하는 가장 일반적인 방법</a:t>
            </a:r>
            <a:endParaRPr lang="en-US" altLang="ko-KR" dirty="0"/>
          </a:p>
          <a:p>
            <a:pPr lvl="1"/>
            <a:r>
              <a:rPr lang="ko-KR" altLang="en-US" dirty="0"/>
              <a:t>쿼리를 </a:t>
            </a:r>
            <a:r>
              <a:rPr lang="en-US" altLang="ko-KR" dirty="0"/>
              <a:t>XML</a:t>
            </a:r>
            <a:r>
              <a:rPr lang="ko-KR" altLang="en-US" dirty="0"/>
              <a:t>파일로 별도 관리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하나의 </a:t>
            </a:r>
            <a:r>
              <a:rPr lang="en-US" altLang="ko-KR" dirty="0" err="1"/>
              <a:t>DaoImpl</a:t>
            </a:r>
            <a:r>
              <a:rPr lang="en-US" altLang="ko-KR" dirty="0"/>
              <a:t> </a:t>
            </a:r>
            <a:r>
              <a:rPr lang="ko-KR" altLang="en-US" dirty="0"/>
              <a:t>파일마다 쿼리 </a:t>
            </a:r>
            <a:r>
              <a:rPr lang="en-US" altLang="ko-KR" dirty="0"/>
              <a:t>XML </a:t>
            </a:r>
            <a:r>
              <a:rPr lang="ko-KR" altLang="en-US" dirty="0"/>
              <a:t>파일 하나가 생성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쿼리에 전달되는 파라미터를 이용해 </a:t>
            </a:r>
            <a:r>
              <a:rPr lang="en-US" altLang="ko-KR" dirty="0"/>
              <a:t>Dynamic Query </a:t>
            </a:r>
            <a:r>
              <a:rPr lang="ko-KR" altLang="en-US" dirty="0"/>
              <a:t>생성가능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 err="1"/>
              <a:t>src</a:t>
            </a:r>
            <a:r>
              <a:rPr lang="en-US" altLang="ko-KR" dirty="0"/>
              <a:t>/main/resources </a:t>
            </a:r>
            <a:r>
              <a:rPr lang="ko-KR" altLang="en-US" dirty="0"/>
              <a:t>아래에 </a:t>
            </a:r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ko-KR" altLang="en-US" dirty="0"/>
              <a:t>폴더 생성하고 </a:t>
            </a:r>
            <a:r>
              <a:rPr lang="en-US" altLang="ko-KR" dirty="0"/>
              <a:t>mybatis-config.xml </a:t>
            </a:r>
            <a:r>
              <a:rPr lang="ko-KR" altLang="en-US" dirty="0"/>
              <a:t>파일을 생성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en-US" altLang="ko-KR" dirty="0" err="1"/>
              <a:t>MyBatis</a:t>
            </a:r>
            <a:r>
              <a:rPr lang="ko-KR" altLang="en-US" dirty="0"/>
              <a:t> 설정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C85C3B-7D17-F3B4-F46B-D4518D0A7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90900"/>
            <a:ext cx="2514600" cy="15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207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mybatis-config.xml</a:t>
            </a:r>
          </a:p>
          <a:p>
            <a:pPr lvl="1"/>
            <a:r>
              <a:rPr lang="en-US" altLang="ko-KR" dirty="0"/>
              <a:t>https://mybatis.org/mybatis-3/ko/getting-started.html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en-US" altLang="ko-KR" dirty="0" err="1"/>
              <a:t>MyBatis</a:t>
            </a:r>
            <a:r>
              <a:rPr lang="ko-KR" altLang="en-US" dirty="0"/>
              <a:t> 설정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1DE6FB-B5E4-F372-B19E-47A9449AD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7227"/>
            <a:ext cx="6477904" cy="398200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A29070F-705E-42C8-6776-54DD1A92D262}"/>
              </a:ext>
            </a:extLst>
          </p:cNvPr>
          <p:cNvSpPr/>
          <p:nvPr/>
        </p:nvSpPr>
        <p:spPr>
          <a:xfrm>
            <a:off x="914400" y="1935479"/>
            <a:ext cx="6324600" cy="987893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118EBA-A2E0-B8D6-EE85-2AE223CD85A8}"/>
              </a:ext>
            </a:extLst>
          </p:cNvPr>
          <p:cNvSpPr/>
          <p:nvPr/>
        </p:nvSpPr>
        <p:spPr>
          <a:xfrm>
            <a:off x="914400" y="5571699"/>
            <a:ext cx="6324600" cy="227122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A55D6-A682-6A33-309F-9121C10424ED}"/>
              </a:ext>
            </a:extLst>
          </p:cNvPr>
          <p:cNvSpPr txBox="1"/>
          <p:nvPr/>
        </p:nvSpPr>
        <p:spPr>
          <a:xfrm>
            <a:off x="1751696" y="3466426"/>
            <a:ext cx="4649104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endParaRPr lang="en-US" altLang="ko-KR" sz="14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endParaRPr lang="en-US" altLang="ko-KR" sz="14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r>
              <a:rPr lang="ko-KR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복사</a:t>
            </a:r>
            <a:endParaRPr lang="en-US" altLang="ko-KR" sz="14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endParaRPr lang="en-US" altLang="ko-KR" sz="14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endParaRPr lang="en-US" altLang="ko-KR" sz="14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endParaRPr lang="ko-KR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167420C-FAC1-63EA-6186-98B2F4D28C65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4076248" y="2923372"/>
            <a:ext cx="452" cy="54305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62E6F71-38E8-48F1-CA2C-6E764A19747A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4076248" y="5066864"/>
            <a:ext cx="452" cy="504835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5662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mybatis-config.xml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en-US" altLang="ko-KR" dirty="0" err="1"/>
              <a:t>MyBatis</a:t>
            </a:r>
            <a:r>
              <a:rPr lang="ko-KR" altLang="en-US" dirty="0"/>
              <a:t> 설정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F3D00-19F4-F561-4B51-A9FBFB025B55}"/>
              </a:ext>
            </a:extLst>
          </p:cNvPr>
          <p:cNvSpPr txBox="1"/>
          <p:nvPr/>
        </p:nvSpPr>
        <p:spPr>
          <a:xfrm>
            <a:off x="457200" y="1676400"/>
            <a:ext cx="83789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configuration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PUBLIC "-//mybatis.org//DTD Config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/mybatis-3-config.dtd"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&lt;configuration&gt;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&lt;/configuration&gt;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7682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mybatis-config.xml </a:t>
            </a:r>
            <a:r>
              <a:rPr lang="ko-KR" altLang="en-US" dirty="0"/>
              <a:t>완성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en-US" altLang="ko-KR" dirty="0" err="1"/>
              <a:t>MyBatis</a:t>
            </a:r>
            <a:r>
              <a:rPr lang="ko-KR" altLang="en-US" dirty="0"/>
              <a:t> 설정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F3D00-19F4-F561-4B51-A9FBFB025B55}"/>
              </a:ext>
            </a:extLst>
          </p:cNvPr>
          <p:cNvSpPr txBox="1"/>
          <p:nvPr/>
        </p:nvSpPr>
        <p:spPr>
          <a:xfrm>
            <a:off x="457200" y="1676400"/>
            <a:ext cx="83789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&lt;?xml</a:t>
            </a:r>
            <a:r>
              <a:rPr lang="ko-KR" alt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"1.0"</a:t>
            </a:r>
            <a:r>
              <a:rPr lang="ko-KR" alt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?&gt;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DOCTYPE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configuration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 "-//mybatis.org//DTD Config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/mybatis-3-config.dtd"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&lt;configuration&gt;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https://mybatis.org/mybatis-3/ko/configuration.html#settings 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&lt;settings&gt;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전통적인 데이터베이스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칼럼명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형태인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A_COLUMN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CamelCase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형태의 자바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프로퍼티명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형태인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aColumn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으로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자동으로 매핑하도록 함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기본값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false) 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&lt;setting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mapUnderscoreToCamelCase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"true"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JDBC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타입을 파라미터에 제공하지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않을때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값을 처리한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JDBC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타입을 명시한다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일부 드라이버는 칼럼의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JDBC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타입을 정의하도록 요구하지만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대부분은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NULL, VARCHAR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OTHER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처럼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일반적인 값을 사용해서 동작한다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&lt;setting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jdbcTypeForNull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"NULL"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&lt;/settings&gt;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&lt;/configuration&gt;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58453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Dao</a:t>
            </a:r>
            <a:r>
              <a:rPr lang="ko-KR" altLang="en-US" dirty="0"/>
              <a:t>별 </a:t>
            </a:r>
            <a:r>
              <a:rPr lang="en-US" altLang="ko-KR" dirty="0"/>
              <a:t>Query</a:t>
            </a:r>
            <a:r>
              <a:rPr lang="ko-KR" altLang="en-US" dirty="0"/>
              <a:t>는 </a:t>
            </a:r>
            <a:r>
              <a:rPr lang="en-US" altLang="ko-KR" dirty="0"/>
              <a:t>Mapper</a:t>
            </a:r>
            <a:r>
              <a:rPr lang="ko-KR" altLang="en-US" dirty="0"/>
              <a:t>라는 </a:t>
            </a:r>
            <a:r>
              <a:rPr lang="en-US" altLang="ko-KR" dirty="0"/>
              <a:t>xml </a:t>
            </a:r>
            <a:r>
              <a:rPr lang="ko-KR" altLang="en-US" dirty="0"/>
              <a:t>파일에 적용한다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Mapper</a:t>
            </a:r>
            <a:r>
              <a:rPr lang="ko-KR" altLang="en-US" dirty="0"/>
              <a:t>가 필요한 </a:t>
            </a:r>
            <a:r>
              <a:rPr lang="en-US" altLang="ko-KR" dirty="0"/>
              <a:t>Dao</a:t>
            </a:r>
            <a:r>
              <a:rPr lang="ko-KR" altLang="en-US" dirty="0"/>
              <a:t>의 패키지와 동일한 구조의 폴더를 </a:t>
            </a:r>
            <a:br>
              <a:rPr lang="en-US" altLang="ko-KR" dirty="0"/>
            </a:br>
            <a:r>
              <a:rPr lang="en-US" altLang="ko-KR" dirty="0" err="1"/>
              <a:t>src</a:t>
            </a:r>
            <a:r>
              <a:rPr lang="en-US" altLang="ko-KR" dirty="0"/>
              <a:t>/main/resources </a:t>
            </a:r>
            <a:r>
              <a:rPr lang="ko-KR" altLang="en-US" dirty="0"/>
              <a:t>아래에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Mapper</a:t>
            </a:r>
            <a:r>
              <a:rPr lang="ko-KR" altLang="en-US" dirty="0"/>
              <a:t> 설정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FAF91E-4DD0-76C0-5F4D-5B9C8874D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00264"/>
            <a:ext cx="2819400" cy="4589474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7001D04-50B7-87FE-C559-73F67B191B74}"/>
              </a:ext>
            </a:extLst>
          </p:cNvPr>
          <p:cNvSpPr txBox="1">
            <a:spLocks/>
          </p:cNvSpPr>
          <p:nvPr/>
        </p:nvSpPr>
        <p:spPr>
          <a:xfrm>
            <a:off x="3733800" y="2200264"/>
            <a:ext cx="5334000" cy="1333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b="0" dirty="0"/>
              <a:t>Java: com.example.demo.bbs.dao.BoardDao.java</a:t>
            </a:r>
            <a:br>
              <a:rPr lang="en-US" altLang="ko-KR" b="0" dirty="0"/>
            </a:br>
            <a:endParaRPr lang="en-US" altLang="ko-KR" b="0" dirty="0"/>
          </a:p>
          <a:p>
            <a:pPr fontAlgn="auto">
              <a:spcAft>
                <a:spcPts val="0"/>
              </a:spcAft>
            </a:pPr>
            <a:r>
              <a:rPr lang="en-US" altLang="ko-KR" b="0" dirty="0"/>
              <a:t>Mapper: com\example\demo\</a:t>
            </a:r>
            <a:r>
              <a:rPr lang="en-US" altLang="ko-KR" b="0" dirty="0" err="1"/>
              <a:t>bbs</a:t>
            </a:r>
            <a:r>
              <a:rPr lang="en-US" altLang="ko-KR" b="0" dirty="0"/>
              <a:t>\</a:t>
            </a:r>
            <a:r>
              <a:rPr lang="en-US" altLang="ko-KR" b="0" dirty="0" err="1"/>
              <a:t>dao</a:t>
            </a:r>
            <a:r>
              <a:rPr lang="en-US" altLang="ko-KR" b="0" dirty="0"/>
              <a:t>\mapper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2103475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src</a:t>
            </a:r>
            <a:r>
              <a:rPr lang="en-US" altLang="ko-KR" dirty="0"/>
              <a:t>/main/resources/com/example/demo/</a:t>
            </a:r>
            <a:r>
              <a:rPr lang="en-US" altLang="ko-KR" dirty="0" err="1"/>
              <a:t>bbs</a:t>
            </a:r>
            <a:r>
              <a:rPr lang="en-US" altLang="ko-KR" dirty="0"/>
              <a:t>/</a:t>
            </a:r>
            <a:r>
              <a:rPr lang="en-US" altLang="ko-KR" dirty="0" err="1"/>
              <a:t>dao</a:t>
            </a:r>
            <a:r>
              <a:rPr lang="en-US" altLang="ko-KR" dirty="0"/>
              <a:t>/mapper/BoardDaoMapper.xml</a:t>
            </a:r>
            <a:br>
              <a:rPr lang="en-US" altLang="ko-KR" dirty="0"/>
            </a:br>
            <a:r>
              <a:rPr lang="ko-KR" altLang="en-US" dirty="0"/>
              <a:t>파일 생성</a:t>
            </a:r>
            <a:endParaRPr lang="en-US" altLang="ko-KR" dirty="0"/>
          </a:p>
          <a:p>
            <a:r>
              <a:rPr lang="en-US" altLang="ko-KR" dirty="0"/>
              <a:t>BoardDaoMapper.xml </a:t>
            </a:r>
          </a:p>
          <a:p>
            <a:pPr lvl="1"/>
            <a:r>
              <a:rPr lang="en-US" altLang="ko-KR" dirty="0"/>
              <a:t>https://mybatis.org/mybatis-3/ko/getting-started.html</a:t>
            </a:r>
          </a:p>
          <a:p>
            <a:pPr marL="457200" lvl="1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Mapper</a:t>
            </a:r>
            <a:r>
              <a:rPr lang="ko-KR" altLang="en-US" dirty="0"/>
              <a:t> 설정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AC8660-C24F-6344-E494-A4A3DE45E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0800"/>
            <a:ext cx="6420746" cy="181952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174B009-79F1-80E8-36D6-309A8D61BCEC}"/>
              </a:ext>
            </a:extLst>
          </p:cNvPr>
          <p:cNvSpPr/>
          <p:nvPr/>
        </p:nvSpPr>
        <p:spPr>
          <a:xfrm>
            <a:off x="886273" y="2644141"/>
            <a:ext cx="6324600" cy="9525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6043CD-AA00-9428-D36D-C1BE6BEA4644}"/>
              </a:ext>
            </a:extLst>
          </p:cNvPr>
          <p:cNvSpPr/>
          <p:nvPr/>
        </p:nvSpPr>
        <p:spPr>
          <a:xfrm>
            <a:off x="886273" y="4167632"/>
            <a:ext cx="6324600" cy="216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058AE-D244-D9FD-5A52-5E8B3D356F31}"/>
              </a:ext>
            </a:extLst>
          </p:cNvPr>
          <p:cNvSpPr txBox="1"/>
          <p:nvPr/>
        </p:nvSpPr>
        <p:spPr>
          <a:xfrm>
            <a:off x="1728836" y="3725506"/>
            <a:ext cx="464910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복사</a:t>
            </a:r>
            <a:endParaRPr lang="ko-KR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00A6F4F-2425-5AC5-FF4C-B13A2C8B1AAE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H="1" flipV="1">
            <a:off x="4048573" y="3596641"/>
            <a:ext cx="4815" cy="128865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35C4AF7-DCD4-FE59-3310-1BFC63469EC8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4048573" y="4033283"/>
            <a:ext cx="4815" cy="134349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A5DA849-EFF8-731F-B5CE-634F131CD280}"/>
              </a:ext>
            </a:extLst>
          </p:cNvPr>
          <p:cNvSpPr txBox="1"/>
          <p:nvPr/>
        </p:nvSpPr>
        <p:spPr>
          <a:xfrm>
            <a:off x="457200" y="4814197"/>
            <a:ext cx="83789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mapper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PUBLIC "-//mybatis.org//DTD Mapper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/mybatis-3-mapper.dtd"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2210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BoardDaoMapper.xml</a:t>
            </a:r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에 조회하기 위한 </a:t>
            </a:r>
            <a:r>
              <a:rPr lang="en-US" altLang="ko-KR" dirty="0"/>
              <a:t>select tag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lvl="2"/>
            <a:r>
              <a:rPr lang="en-US" altLang="ko-KR" dirty="0"/>
              <a:t>DB</a:t>
            </a:r>
            <a:r>
              <a:rPr lang="ko-KR" altLang="en-US" dirty="0"/>
              <a:t>에 저장된 모든 게시글의 수 조회 </a:t>
            </a:r>
            <a:r>
              <a:rPr lang="en-US" altLang="ko-KR" dirty="0"/>
              <a:t>(public int </a:t>
            </a:r>
            <a:r>
              <a:rPr lang="en-US" altLang="ko-KR" dirty="0" err="1"/>
              <a:t>getBoardAllCount</a:t>
            </a:r>
            <a:r>
              <a:rPr lang="en-US" altLang="ko-KR" dirty="0"/>
              <a:t>();)</a:t>
            </a:r>
          </a:p>
          <a:p>
            <a:pPr lvl="2"/>
            <a:r>
              <a:rPr lang="en-US" altLang="ko-KR" dirty="0"/>
              <a:t>DB</a:t>
            </a:r>
            <a:r>
              <a:rPr lang="ko-KR" altLang="en-US" dirty="0"/>
              <a:t>에 저장된 모든 게시글 목록 조회 </a:t>
            </a:r>
            <a:r>
              <a:rPr lang="en-US" altLang="ko-KR" dirty="0"/>
              <a:t>(public List&lt;</a:t>
            </a:r>
            <a:r>
              <a:rPr lang="en-US" altLang="ko-KR" dirty="0" err="1"/>
              <a:t>BoardVO</a:t>
            </a:r>
            <a:r>
              <a:rPr lang="en-US" altLang="ko-KR" dirty="0"/>
              <a:t>&gt; </a:t>
            </a:r>
            <a:r>
              <a:rPr lang="en-US" altLang="ko-KR" dirty="0" err="1"/>
              <a:t>getAllBoard</a:t>
            </a:r>
            <a:r>
              <a:rPr lang="en-US" altLang="ko-KR" dirty="0"/>
              <a:t>();)</a:t>
            </a:r>
          </a:p>
          <a:p>
            <a:pPr lvl="1"/>
            <a:r>
              <a:rPr lang="ko-KR" altLang="en-US" dirty="0"/>
              <a:t>메소드 반환 타입</a:t>
            </a:r>
            <a:r>
              <a:rPr lang="en-US" altLang="ko-KR" dirty="0"/>
              <a:t>, </a:t>
            </a:r>
            <a:r>
              <a:rPr lang="ko-KR" altLang="en-US" dirty="0" err="1"/>
              <a:t>메소드명에</a:t>
            </a:r>
            <a:r>
              <a:rPr lang="ko-KR" altLang="en-US" dirty="0"/>
              <a:t> 맞추어 작성한다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ko-KR" altLang="en-US" dirty="0"/>
              <a:t>쿼리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A849-EFF8-731F-B5CE-634F131CD280}"/>
              </a:ext>
            </a:extLst>
          </p:cNvPr>
          <p:cNvSpPr txBox="1"/>
          <p:nvPr/>
        </p:nvSpPr>
        <p:spPr>
          <a:xfrm>
            <a:off x="419100" y="2743200"/>
            <a:ext cx="83789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mapper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PUBLIC "-//mybatis.org//DTD Mapper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/mybatis-3-mapper.dtd"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getBoardAllCount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getAllBoard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1355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BoardDaoMapper.xml</a:t>
            </a:r>
          </a:p>
          <a:p>
            <a:pPr lvl="1"/>
            <a:r>
              <a:rPr lang="ko-KR" altLang="en-US" dirty="0"/>
              <a:t>쿼리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ko-KR" altLang="en-US" dirty="0"/>
              <a:t>쿼리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A849-EFF8-731F-B5CE-634F131CD280}"/>
              </a:ext>
            </a:extLst>
          </p:cNvPr>
          <p:cNvSpPr txBox="1"/>
          <p:nvPr/>
        </p:nvSpPr>
        <p:spPr>
          <a:xfrm>
            <a:off x="419100" y="1905000"/>
            <a:ext cx="83789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getBoardAllCount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SELECT COUNT(1)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FROM BOARD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getAllBoard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SELECT 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SUBJECT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VIEW_CNT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TO_CHAR(CRT_DT, 'YYYY-MM-DD')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TO_CHAR(MDFY_DT, 'YYYY-MM-DD')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FILE_NAME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ORIGIN_FILE_NAME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FROM BOARD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ORDER BY ID DESC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+mn-ea"/>
                <a:ea typeface="+mn-ea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34787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BoardDaoImpl</a:t>
            </a:r>
            <a:r>
              <a:rPr lang="en-US" altLang="ko-KR" dirty="0"/>
              <a:t> </a:t>
            </a:r>
            <a:r>
              <a:rPr lang="ko-KR" altLang="en-US" dirty="0"/>
              <a:t>에서 쿼리 호출 </a:t>
            </a:r>
            <a:r>
              <a:rPr lang="en-US" altLang="ko-KR" dirty="0"/>
              <a:t>( 1 / 2 )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SqlSessionDaoSupport</a:t>
            </a:r>
            <a:endParaRPr lang="en-US" altLang="ko-KR" dirty="0"/>
          </a:p>
          <a:p>
            <a:pPr lvl="2"/>
            <a:r>
              <a:rPr lang="en-US" altLang="ko-KR" dirty="0" err="1"/>
              <a:t>MyBatis</a:t>
            </a:r>
            <a:r>
              <a:rPr lang="ko-KR" altLang="en-US" dirty="0"/>
              <a:t> 내장 클래스</a:t>
            </a:r>
            <a:endParaRPr lang="en-US" altLang="ko-KR" dirty="0"/>
          </a:p>
          <a:p>
            <a:pPr lvl="2"/>
            <a:r>
              <a:rPr lang="en-US" altLang="ko-KR" dirty="0" err="1"/>
              <a:t>MyBatis</a:t>
            </a:r>
            <a:r>
              <a:rPr lang="ko-KR" altLang="en-US" dirty="0"/>
              <a:t>가 쿼리를 호출하고 결과를 받아오는 코드가 작성되어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SqlSessionTemplate</a:t>
            </a:r>
            <a:r>
              <a:rPr lang="en-US" altLang="ko-KR" dirty="0"/>
              <a:t>, </a:t>
            </a:r>
            <a:r>
              <a:rPr lang="en-US" altLang="ko-KR" dirty="0" err="1"/>
              <a:t>SqlSession</a:t>
            </a:r>
            <a:endParaRPr lang="en-US" altLang="ko-KR" dirty="0"/>
          </a:p>
          <a:p>
            <a:pPr lvl="2"/>
            <a:r>
              <a:rPr lang="en-US" altLang="ko-KR" dirty="0" err="1"/>
              <a:t>SqlSessionDaoSupport</a:t>
            </a:r>
            <a:r>
              <a:rPr lang="ko-KR" altLang="en-US" dirty="0"/>
              <a:t>에서 사용하는 </a:t>
            </a:r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ko-KR" altLang="en-US" dirty="0"/>
              <a:t>내장 클래스</a:t>
            </a:r>
            <a:endParaRPr lang="en-US" altLang="ko-KR" dirty="0"/>
          </a:p>
          <a:p>
            <a:pPr lvl="2"/>
            <a:r>
              <a:rPr lang="en-US" altLang="ko-KR" dirty="0" err="1"/>
              <a:t>selectOne</a:t>
            </a:r>
            <a:r>
              <a:rPr lang="en-US" altLang="ko-KR" dirty="0"/>
              <a:t>, </a:t>
            </a:r>
            <a:r>
              <a:rPr lang="en-US" altLang="ko-KR" dirty="0" err="1"/>
              <a:t>selectList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insert,</a:t>
            </a:r>
            <a:r>
              <a:rPr lang="ko-KR" altLang="en-US" dirty="0"/>
              <a:t> </a:t>
            </a:r>
            <a:r>
              <a:rPr lang="en-US" altLang="ko-KR" dirty="0"/>
              <a:t>update,</a:t>
            </a:r>
            <a:r>
              <a:rPr lang="ko-KR" altLang="en-US" dirty="0"/>
              <a:t> </a:t>
            </a:r>
            <a:r>
              <a:rPr lang="en-US" altLang="ko-KR" dirty="0"/>
              <a:t>delete </a:t>
            </a:r>
            <a:r>
              <a:rPr lang="ko-KR" altLang="en-US" dirty="0"/>
              <a:t>등의 메소드가 작성되어 있음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– </a:t>
            </a:r>
            <a:r>
              <a:rPr lang="en-US" altLang="ko-KR" sz="2800" dirty="0" err="1">
                <a:solidFill>
                  <a:schemeClr val="bg2">
                    <a:lumMod val="50000"/>
                  </a:schemeClr>
                </a:solidFill>
              </a:rPr>
              <a:t>DaoImpl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과 쿼리 연동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A466B-1004-0A5C-9F12-CEB587FB739E}"/>
              </a:ext>
            </a:extLst>
          </p:cNvPr>
          <p:cNvSpPr txBox="1"/>
          <p:nvPr/>
        </p:nvSpPr>
        <p:spPr>
          <a:xfrm>
            <a:off x="457200" y="1600200"/>
            <a:ext cx="8378952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mybatis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mybatis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support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Repository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32628124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ko-KR" altLang="en-US" dirty="0"/>
              <a:t>내장 </a:t>
            </a:r>
            <a:r>
              <a:rPr lang="en-US" altLang="ko-KR" dirty="0"/>
              <a:t>Type Alias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– </a:t>
            </a:r>
            <a:r>
              <a:rPr lang="en-US" altLang="ko-KR" sz="2800" dirty="0" err="1">
                <a:solidFill>
                  <a:schemeClr val="bg2">
                    <a:lumMod val="50000"/>
                  </a:schemeClr>
                </a:solidFill>
              </a:rPr>
              <a:t>DaoImpl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과 쿼리 연동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pic>
        <p:nvPicPr>
          <p:cNvPr id="6" name="그림 5" descr="화면 캡처">
            <a:extLst>
              <a:ext uri="{FF2B5EF4-FFF2-40B4-BE49-F238E27FC236}">
                <a16:creationId xmlns:a16="http://schemas.microsoft.com/office/drawing/2014/main" id="{47680BB3-1265-218A-9CE4-A111A45D8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49" y="1762125"/>
            <a:ext cx="905001" cy="3543795"/>
          </a:xfrm>
          <a:prstGeom prst="rect">
            <a:avLst/>
          </a:prstGeom>
        </p:spPr>
      </p:pic>
      <p:pic>
        <p:nvPicPr>
          <p:cNvPr id="7" name="그림 6" descr="화면 캡처">
            <a:extLst>
              <a:ext uri="{FF2B5EF4-FFF2-40B4-BE49-F238E27FC236}">
                <a16:creationId xmlns:a16="http://schemas.microsoft.com/office/drawing/2014/main" id="{7FD24A32-0A2A-18FB-5B74-18ABE5991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752600"/>
            <a:ext cx="1200318" cy="3572374"/>
          </a:xfrm>
          <a:prstGeom prst="rect">
            <a:avLst/>
          </a:prstGeom>
        </p:spPr>
      </p:pic>
      <p:pic>
        <p:nvPicPr>
          <p:cNvPr id="8" name="그림 7" descr="화면 캡처">
            <a:extLst>
              <a:ext uri="{FF2B5EF4-FFF2-40B4-BE49-F238E27FC236}">
                <a16:creationId xmlns:a16="http://schemas.microsoft.com/office/drawing/2014/main" id="{B4A870E0-B9AA-FDC3-F8C6-7912990DCB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218" y="1752600"/>
            <a:ext cx="562053" cy="323895"/>
          </a:xfrm>
          <a:prstGeom prst="rect">
            <a:avLst/>
          </a:prstGeom>
        </p:spPr>
      </p:pic>
      <p:pic>
        <p:nvPicPr>
          <p:cNvPr id="9" name="그림 8" descr="화면 캡처">
            <a:extLst>
              <a:ext uri="{FF2B5EF4-FFF2-40B4-BE49-F238E27FC236}">
                <a16:creationId xmlns:a16="http://schemas.microsoft.com/office/drawing/2014/main" id="{7C4FBF05-4FE5-0F14-87D8-FF143C2CD3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31" y="1781175"/>
            <a:ext cx="1086002" cy="295316"/>
          </a:xfrm>
          <a:prstGeom prst="rect">
            <a:avLst/>
          </a:prstGeom>
        </p:spPr>
      </p:pic>
      <p:pic>
        <p:nvPicPr>
          <p:cNvPr id="10" name="그림 9" descr="화면 캡처">
            <a:extLst>
              <a:ext uri="{FF2B5EF4-FFF2-40B4-BE49-F238E27FC236}">
                <a16:creationId xmlns:a16="http://schemas.microsoft.com/office/drawing/2014/main" id="{123720B4-F3E2-C97F-9EAA-80785A1975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667" y="2076491"/>
            <a:ext cx="819264" cy="3200847"/>
          </a:xfrm>
          <a:prstGeom prst="rect">
            <a:avLst/>
          </a:prstGeom>
        </p:spPr>
      </p:pic>
      <p:pic>
        <p:nvPicPr>
          <p:cNvPr id="11" name="그림 10" descr="화면 캡처">
            <a:extLst>
              <a:ext uri="{FF2B5EF4-FFF2-40B4-BE49-F238E27FC236}">
                <a16:creationId xmlns:a16="http://schemas.microsoft.com/office/drawing/2014/main" id="{D9F87547-8D28-ACB5-0D6A-D5D0097436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31" y="2076449"/>
            <a:ext cx="1200318" cy="3200847"/>
          </a:xfrm>
          <a:prstGeom prst="rect">
            <a:avLst/>
          </a:prstGeom>
        </p:spPr>
      </p:pic>
      <p:pic>
        <p:nvPicPr>
          <p:cNvPr id="12" name="그림 11" descr="화면 캡처">
            <a:extLst>
              <a:ext uri="{FF2B5EF4-FFF2-40B4-BE49-F238E27FC236}">
                <a16:creationId xmlns:a16="http://schemas.microsoft.com/office/drawing/2014/main" id="{5276DA5E-2E70-9C3C-079D-8F89B6AA8C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299" y="2057394"/>
            <a:ext cx="1171739" cy="3238952"/>
          </a:xfrm>
          <a:prstGeom prst="rect">
            <a:avLst/>
          </a:prstGeom>
        </p:spPr>
      </p:pic>
      <p:pic>
        <p:nvPicPr>
          <p:cNvPr id="13" name="그림 12" descr="화면 캡처">
            <a:extLst>
              <a:ext uri="{FF2B5EF4-FFF2-40B4-BE49-F238E27FC236}">
                <a16:creationId xmlns:a16="http://schemas.microsoft.com/office/drawing/2014/main" id="{1223FD48-9678-0F79-14F9-F5E9B93403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88" y="2066961"/>
            <a:ext cx="1219370" cy="3238952"/>
          </a:xfrm>
          <a:prstGeom prst="rect">
            <a:avLst/>
          </a:prstGeom>
        </p:spPr>
      </p:pic>
      <p:pic>
        <p:nvPicPr>
          <p:cNvPr id="14" name="그림 13" descr="화면 캡처">
            <a:extLst>
              <a:ext uri="{FF2B5EF4-FFF2-40B4-BE49-F238E27FC236}">
                <a16:creationId xmlns:a16="http://schemas.microsoft.com/office/drawing/2014/main" id="{C6FDBEAD-DA0A-C01F-062D-EDB46D321A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307" y="1743070"/>
            <a:ext cx="562053" cy="323895"/>
          </a:xfrm>
          <a:prstGeom prst="rect">
            <a:avLst/>
          </a:prstGeom>
        </p:spPr>
      </p:pic>
      <p:pic>
        <p:nvPicPr>
          <p:cNvPr id="15" name="그림 14" descr="화면 캡처">
            <a:extLst>
              <a:ext uri="{FF2B5EF4-FFF2-40B4-BE49-F238E27FC236}">
                <a16:creationId xmlns:a16="http://schemas.microsoft.com/office/drawing/2014/main" id="{8D2E6E1B-A844-5382-CFFD-4A96DD33C4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920" y="1771645"/>
            <a:ext cx="1086002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998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BoardDaoImpl</a:t>
            </a:r>
            <a:r>
              <a:rPr lang="en-US" altLang="ko-KR" dirty="0"/>
              <a:t> </a:t>
            </a:r>
            <a:r>
              <a:rPr lang="ko-KR" altLang="en-US" dirty="0"/>
              <a:t>에서 쿼리 호출 </a:t>
            </a:r>
            <a:r>
              <a:rPr lang="en-US" altLang="ko-KR" dirty="0"/>
              <a:t>( 2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– </a:t>
            </a:r>
            <a:r>
              <a:rPr lang="en-US" altLang="ko-KR" sz="2800" dirty="0" err="1">
                <a:solidFill>
                  <a:schemeClr val="bg2">
                    <a:lumMod val="50000"/>
                  </a:schemeClr>
                </a:solidFill>
              </a:rPr>
              <a:t>DaoImpl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과 쿼리 연동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A466B-1004-0A5C-9F12-CEB587FB739E}"/>
              </a:ext>
            </a:extLst>
          </p:cNvPr>
          <p:cNvSpPr txBox="1"/>
          <p:nvPr/>
        </p:nvSpPr>
        <p:spPr>
          <a:xfrm>
            <a:off x="457200" y="1600200"/>
            <a:ext cx="83789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getBoardAllCount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selectOne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getBoardAllCount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selectList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getAllBoard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97047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application.properties</a:t>
            </a:r>
            <a:endParaRPr lang="en-US" altLang="ko-KR" dirty="0"/>
          </a:p>
          <a:p>
            <a:pPr lvl="1"/>
            <a:r>
              <a:rPr lang="ko-KR" altLang="en-US" dirty="0"/>
              <a:t>쿼리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ko-KR" altLang="en-US" dirty="0"/>
              <a:t>연동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85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A849-EFF8-731F-B5CE-634F131CD280}"/>
              </a:ext>
            </a:extLst>
          </p:cNvPr>
          <p:cNvSpPr txBox="1"/>
          <p:nvPr/>
        </p:nvSpPr>
        <p:spPr>
          <a:xfrm>
            <a:off x="419100" y="1905000"/>
            <a:ext cx="8378952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 JDBC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설정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spring.datasource.url=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jdbc:oracle:thin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:@localhost:1521:XE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spring.datasource.username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SPRING_BOOT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spring.datasource.password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1234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spring.datasource.driver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-class-name=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oracle.jdbc.driver.OracleDriver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 JSP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경로 추가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spring.mvc.view.prefix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/WEB-INF/views/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spring.mvc.view.suffix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jsp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 </a:t>
            </a:r>
            <a:r>
              <a:rPr lang="en-US" altLang="ko-KR" sz="1400" b="0" dirty="0" err="1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MyBatis</a:t>
            </a:r>
            <a:r>
              <a:rPr lang="en-US" altLang="ko-KR" sz="1400" b="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93A1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설정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mybatis.config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-location=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classpath:mybatis</a:t>
            </a:r>
            <a:r>
              <a:rPr lang="en-US" altLang="ko-KR" sz="1400" b="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/mybatis-config.xml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mybatis.mapper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-locations=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classpath:com</a:t>
            </a:r>
            <a:r>
              <a:rPr lang="en-US" altLang="ko-KR" sz="1400" b="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/example/demo/**/</a:t>
            </a:r>
            <a:r>
              <a:rPr lang="en-US" altLang="ko-KR" sz="1400" b="0" dirty="0" err="1">
                <a:solidFill>
                  <a:srgbClr val="2AA19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2AA19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/mapper/*.xml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7460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목록 조회 화면 만들기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Service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11129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목록을 조회하기 위한 </a:t>
            </a:r>
            <a:r>
              <a:rPr lang="en-US" altLang="ko-KR" dirty="0"/>
              <a:t>Service </a:t>
            </a:r>
            <a:r>
              <a:rPr lang="ko-KR" altLang="en-US" dirty="0"/>
              <a:t>인터페이스 생성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Service</a:t>
            </a:r>
            <a:r>
              <a:rPr lang="ko-KR" altLang="en-US" dirty="0"/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87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8368A-05F4-CE7B-D827-95FEEEE2AD02}"/>
              </a:ext>
            </a:extLst>
          </p:cNvPr>
          <p:cNvSpPr txBox="1"/>
          <p:nvPr/>
        </p:nvSpPr>
        <p:spPr>
          <a:xfrm>
            <a:off x="457200" y="1676400"/>
            <a:ext cx="7086600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게시글의 목록과 게시글의 건수를 모두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10188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목록을 조회하기 위한 </a:t>
            </a:r>
            <a:r>
              <a:rPr lang="en-US" altLang="ko-KR" dirty="0"/>
              <a:t>Service </a:t>
            </a:r>
            <a:r>
              <a:rPr lang="ko-KR" altLang="en-US" dirty="0"/>
              <a:t>인터페이스 생성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</a:t>
            </a:r>
            <a:r>
              <a:rPr lang="en-US" altLang="ko-KR" dirty="0" err="1"/>
              <a:t>ServiceImpl</a:t>
            </a:r>
            <a:r>
              <a:rPr lang="ko-KR" altLang="en-US" dirty="0"/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88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8368A-05F4-CE7B-D827-95FEEEE2AD02}"/>
              </a:ext>
            </a:extLst>
          </p:cNvPr>
          <p:cNvSpPr txBox="1"/>
          <p:nvPr/>
        </p:nvSpPr>
        <p:spPr>
          <a:xfrm>
            <a:off x="457200" y="1587401"/>
            <a:ext cx="8382000" cy="5262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Bean Context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등록된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Bean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가져와 주입시킨다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건수와 게시글 목록을 가지는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객체 선언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총 건수 조회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setBoardCnt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getBoardAllCount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목록 조회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250726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목록 조회 화면 만들기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Controller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6190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 조회</a:t>
            </a:r>
            <a:r>
              <a:rPr lang="en-US" altLang="ko-KR" dirty="0"/>
              <a:t> </a:t>
            </a:r>
            <a:r>
              <a:rPr lang="ko-KR" altLang="en-US" dirty="0"/>
              <a:t>요청을 처리하기 위한 </a:t>
            </a:r>
            <a:r>
              <a:rPr lang="en-US" altLang="ko-KR" dirty="0"/>
              <a:t>Controller </a:t>
            </a:r>
            <a:r>
              <a:rPr lang="ko-KR" altLang="en-US" dirty="0"/>
              <a:t>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Controller</a:t>
            </a:r>
            <a:r>
              <a:rPr lang="ko-KR" altLang="en-US" dirty="0"/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90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8368A-05F4-CE7B-D827-95FEEEE2AD02}"/>
              </a:ext>
            </a:extLst>
          </p:cNvPr>
          <p:cNvSpPr txBox="1"/>
          <p:nvPr/>
        </p:nvSpPr>
        <p:spPr>
          <a:xfrm>
            <a:off x="457200" y="1676400"/>
            <a:ext cx="7086600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1265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목록 조회 화면 만들기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View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25795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목록을 보여주기 위한 </a:t>
            </a:r>
            <a:r>
              <a:rPr lang="en-US" altLang="ko-KR" dirty="0"/>
              <a:t>View </a:t>
            </a:r>
            <a:r>
              <a:rPr lang="ko-KR" altLang="en-US" dirty="0"/>
              <a:t>작성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/WEB-INF/views/board/</a:t>
            </a:r>
            <a:r>
              <a:rPr lang="en-US" altLang="ko-KR" dirty="0" err="1"/>
              <a:t>boardlist.jsp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View</a:t>
            </a:r>
            <a:r>
              <a:rPr lang="ko-KR" altLang="en-US" dirty="0"/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92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8368A-05F4-CE7B-D827-95FEEEE2AD02}"/>
              </a:ext>
            </a:extLst>
          </p:cNvPr>
          <p:cNvSpPr txBox="1"/>
          <p:nvPr/>
        </p:nvSpPr>
        <p:spPr>
          <a:xfrm>
            <a:off x="457200" y="1600200"/>
            <a:ext cx="708660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679CC-7AA9-885C-9315-504723AA692C}"/>
              </a:ext>
            </a:extLst>
          </p:cNvPr>
          <p:cNvSpPr txBox="1"/>
          <p:nvPr/>
        </p:nvSpPr>
        <p:spPr>
          <a:xfrm>
            <a:off x="457200" y="3081247"/>
            <a:ext cx="7086600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 title here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boardList.getBoardCnt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&lt;br/&gt;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조회한 게시글의 수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boardList.getBoardList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().size()}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976FF-7F2D-6B0C-6B12-B2B20FB7851B}"/>
              </a:ext>
            </a:extLst>
          </p:cNvPr>
          <p:cNvSpPr txBox="1"/>
          <p:nvPr/>
        </p:nvSpPr>
        <p:spPr>
          <a:xfrm>
            <a:off x="6094476" y="4364494"/>
            <a:ext cx="2971800" cy="2128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BoardListVO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boardCnt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boardList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 </a:t>
            </a:r>
            <a:r>
              <a:rPr lang="en-US" altLang="ko-KR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Getter</a:t>
            </a:r>
            <a:r>
              <a:rPr lang="ko-KR" altLang="en-US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ko-KR" altLang="en-US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Setter</a:t>
            </a:r>
            <a:r>
              <a:rPr lang="ko-KR" altLang="en-US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55549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브라우저로 </a:t>
            </a:r>
            <a:r>
              <a:rPr lang="en-US" altLang="ko-KR" dirty="0"/>
              <a:t>http://localhost:8080/board/list </a:t>
            </a:r>
            <a:r>
              <a:rPr lang="ko-KR" altLang="en-US" dirty="0"/>
              <a:t>접속해보기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 </a:t>
            </a:r>
            <a:r>
              <a:rPr lang="en-US" altLang="ko-KR" dirty="0"/>
              <a:t>– View</a:t>
            </a:r>
            <a:r>
              <a:rPr lang="ko-KR" altLang="en-US" dirty="0"/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93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470191-627B-CC2C-A1D7-F908168A1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5722"/>
            <a:ext cx="5836827" cy="474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325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등록 화면 만들기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94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09586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작성을 위한 화면 만들기</a:t>
            </a:r>
            <a:endParaRPr lang="en-US" altLang="ko-KR" dirty="0"/>
          </a:p>
          <a:p>
            <a:r>
              <a:rPr lang="en-US" altLang="ko-KR" dirty="0"/>
              <a:t>BoardController.java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2057400"/>
            <a:ext cx="7086600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viewBoardWritePage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boardwrite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63102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작성을 위한 화면 만들기</a:t>
            </a:r>
            <a:endParaRPr lang="en-US" altLang="ko-KR" dirty="0"/>
          </a:p>
          <a:p>
            <a:r>
              <a:rPr lang="en-US" altLang="ko-KR" dirty="0"/>
              <a:t>board/</a:t>
            </a:r>
            <a:r>
              <a:rPr lang="en-US" altLang="ko-KR" dirty="0" err="1"/>
              <a:t>boardwrite.jsp</a:t>
            </a:r>
            <a:r>
              <a:rPr lang="en-US" altLang="ko-KR" dirty="0"/>
              <a:t> ( 1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95834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div.btn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</a:t>
            </a:r>
            <a:r>
              <a:rPr lang="en-US" altLang="ko-KR" sz="1400" b="0" dirty="0" err="1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-align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98751363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작성을 위한 화면 만들기</a:t>
            </a:r>
            <a:endParaRPr lang="en-US" altLang="ko-KR" dirty="0"/>
          </a:p>
          <a:p>
            <a:r>
              <a:rPr lang="en-US" altLang="ko-KR" dirty="0"/>
              <a:t>board/</a:t>
            </a:r>
            <a:r>
              <a:rPr lang="en-US" altLang="ko-KR" dirty="0" err="1"/>
              <a:t>boardwrite.jsp</a:t>
            </a:r>
            <a:r>
              <a:rPr lang="en-US" altLang="ko-KR" dirty="0"/>
              <a:t> ( 2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95834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padding-left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button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"height: 300px;"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21807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작성을 위한 화면 만들기</a:t>
            </a:r>
            <a:endParaRPr lang="en-US" altLang="ko-KR" dirty="0"/>
          </a:p>
          <a:p>
            <a:r>
              <a:rPr lang="en-US" altLang="ko-KR" dirty="0"/>
              <a:t>board/</a:t>
            </a:r>
            <a:r>
              <a:rPr lang="en-US" altLang="ko-KR" dirty="0" err="1"/>
              <a:t>boardwrite.jsp</a:t>
            </a:r>
            <a:r>
              <a:rPr lang="en-US" altLang="ko-KR" dirty="0"/>
              <a:t> ( 3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958340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  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  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"submit"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저장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	       &lt;/div&gt;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&lt;/form&gt;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54110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확인해보기</a:t>
            </a:r>
            <a:endParaRPr lang="en-US" altLang="ko-KR" dirty="0"/>
          </a:p>
          <a:p>
            <a:r>
              <a:rPr lang="en-US" altLang="ko-KR" dirty="0"/>
              <a:t>http://localhost:8080/board/write </a:t>
            </a:r>
            <a:r>
              <a:rPr lang="ko-KR" altLang="en-US" dirty="0"/>
              <a:t>접속해보기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99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F12267-73B4-A27C-5745-4FB0C965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20" y="1981200"/>
            <a:ext cx="5101653" cy="4787705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391C116-540C-391B-70AC-1610B55E1BD7}"/>
              </a:ext>
            </a:extLst>
          </p:cNvPr>
          <p:cNvSpPr txBox="1">
            <a:spLocks/>
          </p:cNvSpPr>
          <p:nvPr/>
        </p:nvSpPr>
        <p:spPr>
          <a:xfrm>
            <a:off x="5526373" y="1981200"/>
            <a:ext cx="3617627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b="0" dirty="0"/>
              <a:t>“</a:t>
            </a:r>
            <a:r>
              <a:rPr lang="ko-KR" altLang="en-US" b="0" dirty="0"/>
              <a:t>저장</a:t>
            </a:r>
            <a:r>
              <a:rPr lang="en-US" altLang="ko-KR" b="0" dirty="0"/>
              <a:t>” </a:t>
            </a:r>
            <a:r>
              <a:rPr lang="ko-KR" altLang="en-US" b="0" dirty="0"/>
              <a:t>버튼을 누르면 게시글이 저장되어야 한다</a:t>
            </a:r>
            <a:r>
              <a:rPr lang="en-US" altLang="ko-KR" b="0" dirty="0"/>
              <a:t>.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0672979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저장</a:t>
            </a:r>
            <a:r>
              <a:rPr lang="en-US" altLang="ko-KR" dirty="0"/>
              <a:t>” </a:t>
            </a:r>
            <a:r>
              <a:rPr lang="ko-KR" altLang="en-US" dirty="0"/>
              <a:t>버튼 눌러보기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“/board/write” </a:t>
            </a:r>
            <a:r>
              <a:rPr lang="ko-KR" altLang="en-US" dirty="0"/>
              <a:t>주소가 </a:t>
            </a:r>
            <a:r>
              <a:rPr lang="en-US" altLang="ko-KR" dirty="0"/>
              <a:t>Get</a:t>
            </a:r>
            <a:r>
              <a:rPr lang="ko-KR" altLang="en-US" dirty="0"/>
              <a:t>에만 </a:t>
            </a:r>
            <a:r>
              <a:rPr lang="en-US" altLang="ko-KR" dirty="0"/>
              <a:t>Mapping</a:t>
            </a:r>
            <a:r>
              <a:rPr lang="ko-KR" altLang="en-US" dirty="0"/>
              <a:t>되어 있기 때문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100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A0D04EF-CD79-AA2B-B93A-A5806B87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40" y="1676400"/>
            <a:ext cx="8487960" cy="316274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B6734A-D037-34B9-75D2-53154204689F}"/>
              </a:ext>
            </a:extLst>
          </p:cNvPr>
          <p:cNvSpPr/>
          <p:nvPr/>
        </p:nvSpPr>
        <p:spPr>
          <a:xfrm>
            <a:off x="579840" y="3029171"/>
            <a:ext cx="2415180" cy="2286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58F1C21-0351-80C3-EB64-B876C00C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40" y="5438651"/>
            <a:ext cx="3648584" cy="885949"/>
          </a:xfrm>
          <a:prstGeom prst="rect">
            <a:avLst/>
          </a:prstGeom>
          <a:ln w="158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7425282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등록 처리 하기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9776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102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590798"/>
            <a:ext cx="296429" cy="31242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590800"/>
            <a:ext cx="296429" cy="3294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2724911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2832244"/>
            <a:ext cx="296429" cy="2782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3048000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AE60A8-7A5D-C2E1-7E2D-1702CA8A23BE}"/>
              </a:ext>
            </a:extLst>
          </p:cNvPr>
          <p:cNvSpPr/>
          <p:nvPr/>
        </p:nvSpPr>
        <p:spPr>
          <a:xfrm>
            <a:off x="6117845" y="4074132"/>
            <a:ext cx="296429" cy="109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2A6C673-64A6-C533-0CDA-D7B0E489140E}"/>
              </a:ext>
            </a:extLst>
          </p:cNvPr>
          <p:cNvCxnSpPr>
            <a:cxnSpLocks/>
          </p:cNvCxnSpPr>
          <p:nvPr/>
        </p:nvCxnSpPr>
        <p:spPr>
          <a:xfrm>
            <a:off x="4695698" y="4302732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182225" y="2494079"/>
            <a:ext cx="12025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등록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2974799" y="2795016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등록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DB3AF-44E0-601F-4444-F0F00C775885}"/>
              </a:ext>
            </a:extLst>
          </p:cNvPr>
          <p:cNvSpPr txBox="1"/>
          <p:nvPr/>
        </p:nvSpPr>
        <p:spPr>
          <a:xfrm>
            <a:off x="4817227" y="4050792"/>
            <a:ext cx="12025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4.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</a:t>
            </a:r>
            <a:r>
              <a:rPr lang="ko-KR" altLang="en-US" sz="900" b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둥록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요청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9815BA8-513C-8448-5DDC-DC84D73C8817}"/>
              </a:ext>
            </a:extLst>
          </p:cNvPr>
          <p:cNvSpPr/>
          <p:nvPr/>
        </p:nvSpPr>
        <p:spPr>
          <a:xfrm>
            <a:off x="7852785" y="4328979"/>
            <a:ext cx="296429" cy="724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08E9B7D-FE15-96E8-5A51-AC7558377B4F}"/>
              </a:ext>
            </a:extLst>
          </p:cNvPr>
          <p:cNvCxnSpPr>
            <a:cxnSpLocks/>
          </p:cNvCxnSpPr>
          <p:nvPr/>
        </p:nvCxnSpPr>
        <p:spPr>
          <a:xfrm>
            <a:off x="6430881" y="4470372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078700F-ADD8-4DBE-127B-1836193EBCE8}"/>
              </a:ext>
            </a:extLst>
          </p:cNvPr>
          <p:cNvSpPr txBox="1"/>
          <p:nvPr/>
        </p:nvSpPr>
        <p:spPr>
          <a:xfrm>
            <a:off x="6570943" y="4233672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삽입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D3B02EA-2C5C-E718-7C23-724BE2779224}"/>
              </a:ext>
            </a:extLst>
          </p:cNvPr>
          <p:cNvCxnSpPr>
            <a:cxnSpLocks/>
          </p:cNvCxnSpPr>
          <p:nvPr/>
        </p:nvCxnSpPr>
        <p:spPr>
          <a:xfrm flipH="1">
            <a:off x="6430881" y="492989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7E5DCCE-CEDB-89F8-61AC-79AE3455C1AF}"/>
              </a:ext>
            </a:extLst>
          </p:cNvPr>
          <p:cNvSpPr txBox="1"/>
          <p:nvPr/>
        </p:nvSpPr>
        <p:spPr>
          <a:xfrm>
            <a:off x="6473538" y="4680127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삽입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2CC7386-E341-0DB1-5A38-21A171DAC6A8}"/>
              </a:ext>
            </a:extLst>
          </p:cNvPr>
          <p:cNvCxnSpPr>
            <a:cxnSpLocks/>
          </p:cNvCxnSpPr>
          <p:nvPr/>
        </p:nvCxnSpPr>
        <p:spPr>
          <a:xfrm flipH="1">
            <a:off x="4677346" y="505387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711D40-D0FA-B3E5-0E8C-AEA28104CF30}"/>
              </a:ext>
            </a:extLst>
          </p:cNvPr>
          <p:cNvSpPr txBox="1"/>
          <p:nvPr/>
        </p:nvSpPr>
        <p:spPr>
          <a:xfrm>
            <a:off x="4724400" y="4804110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삽입 쿼리 결과 전달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543707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2971800" y="5187315"/>
            <a:ext cx="1473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게시글 등록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553366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274958" y="5283897"/>
            <a:ext cx="1433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9.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목록으로 이동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49CBD3-7CB9-B6A1-70AD-4B3864F86ADC}"/>
              </a:ext>
            </a:extLst>
          </p:cNvPr>
          <p:cNvSpPr/>
          <p:nvPr/>
        </p:nvSpPr>
        <p:spPr>
          <a:xfrm>
            <a:off x="4551669" y="3352800"/>
            <a:ext cx="296429" cy="481900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6E35130-1FB1-4BA3-4A00-23A4EB2810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0755" y="3309527"/>
            <a:ext cx="366470" cy="148216"/>
          </a:xfrm>
          <a:prstGeom prst="bentConnector4">
            <a:avLst>
              <a:gd name="adj1" fmla="val 492"/>
              <a:gd name="adj2" fmla="val 254234"/>
            </a:avLst>
          </a:prstGeom>
          <a:ln w="190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CB4B9EC-0223-9F81-EA53-5A6FEAFA2057}"/>
              </a:ext>
            </a:extLst>
          </p:cNvPr>
          <p:cNvSpPr txBox="1"/>
          <p:nvPr/>
        </p:nvSpPr>
        <p:spPr>
          <a:xfrm>
            <a:off x="5047706" y="3244525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ko-KR" altLang="en-US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파일 등록 처리</a:t>
            </a:r>
          </a:p>
        </p:txBody>
      </p:sp>
    </p:spTree>
    <p:extLst>
      <p:ext uri="{BB962C8B-B14F-4D97-AF65-F5344CB8AC3E}">
        <p14:creationId xmlns:p14="http://schemas.microsoft.com/office/powerpoint/2010/main" val="33889450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등록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Dao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732991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BoardDao.java</a:t>
            </a:r>
            <a:r>
              <a:rPr lang="ko-KR" altLang="en-US" dirty="0"/>
              <a:t>에 게시글 작성을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104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새로운 게시글을 등록한다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입력한 게시글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28240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BoardDaoImpl.java</a:t>
            </a:r>
            <a:r>
              <a:rPr lang="ko-KR" altLang="en-US" dirty="0"/>
              <a:t>에 게시글 작성을 위한 메소드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105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().insert()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개수를 반환한다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46606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등록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Query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05311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쿼리 작성</a:t>
            </a:r>
            <a:endParaRPr lang="en-US" altLang="ko-KR" dirty="0"/>
          </a:p>
          <a:p>
            <a:pPr lvl="1"/>
            <a:r>
              <a:rPr lang="en-US" altLang="ko-KR" dirty="0"/>
              <a:t>BoardDaoMapper.xml</a:t>
            </a:r>
          </a:p>
          <a:p>
            <a:pPr lvl="2"/>
            <a:r>
              <a:rPr lang="ko-KR" altLang="en-US" dirty="0"/>
              <a:t>게시글 등록을 위한 메소드 </a:t>
            </a:r>
            <a:r>
              <a:rPr lang="en-US" altLang="ko-KR" dirty="0"/>
              <a:t>public int </a:t>
            </a:r>
            <a:r>
              <a:rPr lang="en-US" altLang="ko-KR" dirty="0" err="1"/>
              <a:t>createNewBoard</a:t>
            </a:r>
            <a:r>
              <a:rPr lang="en-US" altLang="ko-KR" dirty="0"/>
              <a:t>(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en-US" altLang="ko-KR" dirty="0" err="1"/>
              <a:t>boardVO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/>
              <a:t>Insert Tag</a:t>
            </a:r>
            <a:r>
              <a:rPr lang="ko-KR" altLang="en-US" dirty="0"/>
              <a:t>로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Query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107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2536119"/>
            <a:ext cx="85313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INSERT INTO BOARD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ID, SUBJECT, 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EMAIL, VIEW_CNT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CRT_DT,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FILE_NAME, ORIGIN_FILE_NAME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VALUES(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SEQ_BOARD_PK.NEXTVAL, #{subject}, #{content}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#{email}, 0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SYSDATE, SYSDATE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#{fileName}, #{originFileName}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&lt;/insert&gt;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BDF3D-9876-7A09-EEF2-EBBB64F77D3A}"/>
              </a:ext>
            </a:extLst>
          </p:cNvPr>
          <p:cNvSpPr txBox="1"/>
          <p:nvPr/>
        </p:nvSpPr>
        <p:spPr>
          <a:xfrm>
            <a:off x="6246876" y="3705467"/>
            <a:ext cx="2819400" cy="28007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viewCnt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crtDt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mdfyDt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originFileName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 … Getter / Setter …</a:t>
            </a: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96982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쿼리 작성</a:t>
            </a:r>
            <a:endParaRPr lang="en-US" altLang="ko-KR" dirty="0"/>
          </a:p>
          <a:p>
            <a:pPr lvl="1"/>
            <a:r>
              <a:rPr lang="en-US" altLang="ko-KR" dirty="0"/>
              <a:t>BoardDaoMapper.xml</a:t>
            </a:r>
          </a:p>
          <a:p>
            <a:pPr lvl="1"/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MyBatis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쿼리에서 파라미터 바인딩을 할 경우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#{</a:t>
            </a:r>
            <a:r>
              <a:rPr lang="ko-KR" alt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변수명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 </a:t>
            </a: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으로 작성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</a:p>
          <a:p>
            <a:pPr lvl="2"/>
            <a:r>
              <a:rPr lang="en-US" altLang="ko-KR" dirty="0" err="1"/>
              <a:t>parameterType</a:t>
            </a:r>
            <a:r>
              <a:rPr lang="en-US" altLang="ko-KR" dirty="0"/>
              <a:t>="</a:t>
            </a:r>
            <a:r>
              <a:rPr lang="en-US" altLang="ko-KR" dirty="0" err="1"/>
              <a:t>com.example.demo.bbs.vo.BoardVO</a:t>
            </a:r>
            <a:r>
              <a:rPr lang="en-US" altLang="ko-KR" dirty="0"/>
              <a:t>“</a:t>
            </a:r>
          </a:p>
          <a:p>
            <a:pPr lvl="2"/>
            <a:r>
              <a:rPr lang="en-US" altLang="ko-KR" dirty="0"/>
              <a:t>#{email}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 err="1">
                <a:sym typeface="Wingdings" panose="05000000000000000000" pitchFamily="2" charset="2"/>
              </a:rPr>
              <a:t>BoardVO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 err="1">
                <a:sym typeface="Wingdings" panose="05000000000000000000" pitchFamily="2" charset="2"/>
              </a:rPr>
              <a:t>getEmail</a:t>
            </a:r>
            <a:r>
              <a:rPr lang="en-US" altLang="ko-KR" dirty="0">
                <a:sym typeface="Wingdings" panose="05000000000000000000" pitchFamily="2" charset="2"/>
              </a:rPr>
              <a:t>() </a:t>
            </a:r>
            <a:r>
              <a:rPr lang="ko-KR" altLang="en-US" dirty="0">
                <a:sym typeface="Wingdings" panose="05000000000000000000" pitchFamily="2" charset="2"/>
              </a:rPr>
              <a:t>을 호출해 반환되는 값을 바인딩 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등록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Query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108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2816921"/>
            <a:ext cx="83789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 … Getter / Setter 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68451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등록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Service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109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87123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BoardService.java</a:t>
            </a:r>
            <a:r>
              <a:rPr lang="ko-KR" altLang="en-US" dirty="0"/>
              <a:t>에 게시글 작성을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110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09929"/>
            <a:ext cx="83789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새로운 게시글 등록 처리한다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입력한 게시글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정상적으로 등록되었는지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230430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BoardServiceImpl.java</a:t>
            </a:r>
            <a:r>
              <a:rPr lang="ko-KR" altLang="en-US" dirty="0"/>
              <a:t>에 게시글 작성을 위한 메소드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111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09929"/>
            <a:ext cx="83789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게시글 등록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등록한 게시글의 개수를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등록한 개수가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보다 크다면 성공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아니라면 실패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790638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등록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Controller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78304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BoardController.java</a:t>
            </a:r>
            <a:r>
              <a:rPr lang="ko-KR" altLang="en-US" dirty="0"/>
              <a:t>에 게시글 작성 요청처리를 위한 메소드 작성 </a:t>
            </a:r>
            <a:r>
              <a:rPr lang="en-US" altLang="ko-KR" dirty="0"/>
              <a:t>( 1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113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09929"/>
            <a:ext cx="83789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BoardWrite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(@ModelAttribute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boardVO.getMdfyD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boardVO.getO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9466718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BoardController.java</a:t>
            </a:r>
            <a:r>
              <a:rPr lang="ko-KR" altLang="en-US" dirty="0"/>
              <a:t>에 게시글 작성 요청처리를 위한 메소드 작성 </a:t>
            </a:r>
            <a:r>
              <a:rPr lang="en-US" altLang="ko-KR" dirty="0"/>
              <a:t>( 1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114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09929"/>
            <a:ext cx="83789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elAndView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new ModelAndVie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 결과가 성공이라면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/board/list URL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 이동한다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"redirect:/board/list"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 결과가 실패라면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작성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화면으로 데이터를 보내준다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작성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화면에서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값으로 등록 값을 설정해야 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write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elAn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060072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@ModelAttribute 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en-US" altLang="ko-KR" dirty="0" err="1"/>
              <a:t>boardVO</a:t>
            </a:r>
            <a:endParaRPr lang="en-US" altLang="ko-KR" dirty="0"/>
          </a:p>
          <a:p>
            <a:pPr lvl="1"/>
            <a:r>
              <a:rPr lang="en-US" altLang="ko-KR" dirty="0"/>
              <a:t>Controller</a:t>
            </a:r>
            <a:r>
              <a:rPr lang="ko-KR" altLang="en-US" dirty="0"/>
              <a:t>로 전달된 파라미터를 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ko-KR" altLang="en-US" dirty="0"/>
              <a:t>클래스의 형태로 </a:t>
            </a:r>
            <a:r>
              <a:rPr lang="ko-KR" altLang="en-US" dirty="0" err="1"/>
              <a:t>받아옴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/>
              <a:t>== Command Object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115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3FBE1-A787-E521-1C5F-18F862435E82}"/>
              </a:ext>
            </a:extLst>
          </p:cNvPr>
          <p:cNvSpPr txBox="1"/>
          <p:nvPr/>
        </p:nvSpPr>
        <p:spPr>
          <a:xfrm>
            <a:off x="457200" y="2150726"/>
            <a:ext cx="8153400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"height: 300px;"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&lt;/form&gt;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94398-0CF2-74EC-41CB-550748750E56}"/>
              </a:ext>
            </a:extLst>
          </p:cNvPr>
          <p:cNvSpPr txBox="1"/>
          <p:nvPr/>
        </p:nvSpPr>
        <p:spPr>
          <a:xfrm>
            <a:off x="5836920" y="3920709"/>
            <a:ext cx="2819400" cy="28007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bbs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BoardVO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subject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content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viewCnt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crtDt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mdfyDt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originFileName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100" b="0" dirty="0">
                <a:solidFill>
                  <a:srgbClr val="000000"/>
                </a:solidFill>
                <a:latin typeface="Consolas" panose="020B0609020204030204" pitchFamily="49" charset="0"/>
              </a:rPr>
              <a:t> … Getter / Setter …</a:t>
            </a: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108B27B-58EB-C33B-8B4E-3F2EA3A8CEC1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5032108" y="3883290"/>
            <a:ext cx="695222" cy="1661161"/>
          </a:xfrm>
          <a:prstGeom prst="curvedConnector2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39AEA3-0324-25C3-A372-7A9A7F5A0C18}"/>
              </a:ext>
            </a:extLst>
          </p:cNvPr>
          <p:cNvSpPr/>
          <p:nvPr/>
        </p:nvSpPr>
        <p:spPr>
          <a:xfrm>
            <a:off x="3291839" y="2842260"/>
            <a:ext cx="25146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959F5A-79F5-8F22-1944-959549264B77}"/>
              </a:ext>
            </a:extLst>
          </p:cNvPr>
          <p:cNvSpPr/>
          <p:nvPr/>
        </p:nvSpPr>
        <p:spPr>
          <a:xfrm>
            <a:off x="6210300" y="4801871"/>
            <a:ext cx="1790700" cy="519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C8B9DB-1231-5B02-1ADC-93C14AF3BE25}"/>
              </a:ext>
            </a:extLst>
          </p:cNvPr>
          <p:cNvSpPr txBox="1"/>
          <p:nvPr/>
        </p:nvSpPr>
        <p:spPr>
          <a:xfrm>
            <a:off x="1581090" y="5950968"/>
            <a:ext cx="3421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@ModelAttribute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ko-KR" altLang="en-US" sz="1400" dirty="0"/>
          </a:p>
        </p:txBody>
      </p:sp>
      <p:cxnSp>
        <p:nvCxnSpPr>
          <p:cNvPr id="19" name="직선 화살표 연결선 10">
            <a:extLst>
              <a:ext uri="{FF2B5EF4-FFF2-40B4-BE49-F238E27FC236}">
                <a16:creationId xmlns:a16="http://schemas.microsoft.com/office/drawing/2014/main" id="{2149903A-C505-362D-8808-63531AF44F11}"/>
              </a:ext>
            </a:extLst>
          </p:cNvPr>
          <p:cNvCxnSpPr>
            <a:cxnSpLocks/>
            <a:stCxn id="9" idx="1"/>
            <a:endCxn id="18" idx="0"/>
          </p:cNvCxnSpPr>
          <p:nvPr/>
        </p:nvCxnSpPr>
        <p:spPr>
          <a:xfrm rot="10800000" flipV="1">
            <a:off x="3291840" y="5321092"/>
            <a:ext cx="2545081" cy="629875"/>
          </a:xfrm>
          <a:prstGeom prst="curvedConnector2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DFC6D0E-0001-3F8C-9486-F90B216A47C3}"/>
              </a:ext>
            </a:extLst>
          </p:cNvPr>
          <p:cNvSpPr txBox="1"/>
          <p:nvPr/>
        </p:nvSpPr>
        <p:spPr>
          <a:xfrm rot="1800000">
            <a:off x="3314541" y="4852610"/>
            <a:ext cx="2949141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Name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의 값과 일치하는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setter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를 호출함</a:t>
            </a:r>
          </a:p>
        </p:txBody>
      </p:sp>
    </p:spTree>
    <p:extLst>
      <p:ext uri="{BB962C8B-B14F-4D97-AF65-F5344CB8AC3E}">
        <p14:creationId xmlns:p14="http://schemas.microsoft.com/office/powerpoint/2010/main" val="70640536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내용 조회 화면 만들기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993099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 조회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내용 조회 화면 만들기</a:t>
            </a:r>
            <a:endParaRPr lang="ko-KR" altLang="en-US" sz="2800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117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590798"/>
            <a:ext cx="296429" cy="31242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590800"/>
            <a:ext cx="296429" cy="3294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2724911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2832244"/>
            <a:ext cx="296429" cy="2782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3048000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AE60A8-7A5D-C2E1-7E2D-1702CA8A23BE}"/>
              </a:ext>
            </a:extLst>
          </p:cNvPr>
          <p:cNvSpPr/>
          <p:nvPr/>
        </p:nvSpPr>
        <p:spPr>
          <a:xfrm>
            <a:off x="6117845" y="3048000"/>
            <a:ext cx="296429" cy="109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2A6C673-64A6-C533-0CDA-D7B0E489140E}"/>
              </a:ext>
            </a:extLst>
          </p:cNvPr>
          <p:cNvCxnSpPr>
            <a:cxnSpLocks/>
          </p:cNvCxnSpPr>
          <p:nvPr/>
        </p:nvCxnSpPr>
        <p:spPr>
          <a:xfrm>
            <a:off x="4695698" y="3276600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182225" y="2494079"/>
            <a:ext cx="15135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내용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2974799" y="2795016"/>
            <a:ext cx="128272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내용 조회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DB3AF-44E0-601F-4444-F0F00C775885}"/>
              </a:ext>
            </a:extLst>
          </p:cNvPr>
          <p:cNvSpPr txBox="1"/>
          <p:nvPr/>
        </p:nvSpPr>
        <p:spPr>
          <a:xfrm>
            <a:off x="4692155" y="3024660"/>
            <a:ext cx="15135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내용 조회 요청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9815BA8-513C-8448-5DDC-DC84D73C8817}"/>
              </a:ext>
            </a:extLst>
          </p:cNvPr>
          <p:cNvSpPr/>
          <p:nvPr/>
        </p:nvSpPr>
        <p:spPr>
          <a:xfrm>
            <a:off x="7852785" y="3302847"/>
            <a:ext cx="296429" cy="724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08E9B7D-FE15-96E8-5A51-AC7558377B4F}"/>
              </a:ext>
            </a:extLst>
          </p:cNvPr>
          <p:cNvCxnSpPr>
            <a:cxnSpLocks/>
          </p:cNvCxnSpPr>
          <p:nvPr/>
        </p:nvCxnSpPr>
        <p:spPr>
          <a:xfrm>
            <a:off x="6430881" y="3444240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078700F-ADD8-4DBE-127B-1836193EBCE8}"/>
              </a:ext>
            </a:extLst>
          </p:cNvPr>
          <p:cNvSpPr txBox="1"/>
          <p:nvPr/>
        </p:nvSpPr>
        <p:spPr>
          <a:xfrm>
            <a:off x="6570943" y="3207540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4.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D3B02EA-2C5C-E718-7C23-724BE2779224}"/>
              </a:ext>
            </a:extLst>
          </p:cNvPr>
          <p:cNvCxnSpPr>
            <a:cxnSpLocks/>
          </p:cNvCxnSpPr>
          <p:nvPr/>
        </p:nvCxnSpPr>
        <p:spPr>
          <a:xfrm flipH="1">
            <a:off x="6430881" y="390375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7E5DCCE-CEDB-89F8-61AC-79AE3455C1AF}"/>
              </a:ext>
            </a:extLst>
          </p:cNvPr>
          <p:cNvSpPr txBox="1"/>
          <p:nvPr/>
        </p:nvSpPr>
        <p:spPr>
          <a:xfrm>
            <a:off x="6473538" y="3653995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2CC7386-E341-0DB1-5A38-21A171DAC6A8}"/>
              </a:ext>
            </a:extLst>
          </p:cNvPr>
          <p:cNvCxnSpPr>
            <a:cxnSpLocks/>
          </p:cNvCxnSpPr>
          <p:nvPr/>
        </p:nvCxnSpPr>
        <p:spPr>
          <a:xfrm flipH="1">
            <a:off x="4677346" y="4027742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711D40-D0FA-B3E5-0E8C-AEA28104CF30}"/>
              </a:ext>
            </a:extLst>
          </p:cNvPr>
          <p:cNvSpPr txBox="1"/>
          <p:nvPr/>
        </p:nvSpPr>
        <p:spPr>
          <a:xfrm>
            <a:off x="4807205" y="3777978"/>
            <a:ext cx="12025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내용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543707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3053567" y="5187315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내용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553366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329652" y="5283897"/>
            <a:ext cx="130676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내용 응답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 (HTML)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D2CA16-2BB5-2C9C-20F4-98CBA73DB2D4}"/>
              </a:ext>
            </a:extLst>
          </p:cNvPr>
          <p:cNvSpPr/>
          <p:nvPr/>
        </p:nvSpPr>
        <p:spPr>
          <a:xfrm>
            <a:off x="6117845" y="4354007"/>
            <a:ext cx="296429" cy="109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8BD9DEB-FE0D-A89F-EC23-C779D421B73B}"/>
              </a:ext>
            </a:extLst>
          </p:cNvPr>
          <p:cNvCxnSpPr>
            <a:cxnSpLocks/>
          </p:cNvCxnSpPr>
          <p:nvPr/>
        </p:nvCxnSpPr>
        <p:spPr>
          <a:xfrm>
            <a:off x="4695698" y="4549414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06124BD-30F5-5DF3-1A72-CE7313950AED}"/>
              </a:ext>
            </a:extLst>
          </p:cNvPr>
          <p:cNvSpPr txBox="1"/>
          <p:nvPr/>
        </p:nvSpPr>
        <p:spPr>
          <a:xfrm>
            <a:off x="4692155" y="4297474"/>
            <a:ext cx="1473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조회수 증가 처리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7DF1ED-66CD-94BC-F465-127314242FF5}"/>
              </a:ext>
            </a:extLst>
          </p:cNvPr>
          <p:cNvSpPr/>
          <p:nvPr/>
        </p:nvSpPr>
        <p:spPr>
          <a:xfrm>
            <a:off x="7852785" y="4459514"/>
            <a:ext cx="296429" cy="8200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E0C376A-A388-F55D-F35A-90207085164A}"/>
              </a:ext>
            </a:extLst>
          </p:cNvPr>
          <p:cNvCxnSpPr>
            <a:cxnSpLocks/>
          </p:cNvCxnSpPr>
          <p:nvPr/>
        </p:nvCxnSpPr>
        <p:spPr>
          <a:xfrm>
            <a:off x="6430881" y="4657595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E8C8D3A-9024-ACE5-4333-1AB8528A3EBD}"/>
              </a:ext>
            </a:extLst>
          </p:cNvPr>
          <p:cNvSpPr txBox="1"/>
          <p:nvPr/>
        </p:nvSpPr>
        <p:spPr>
          <a:xfrm>
            <a:off x="6570943" y="4420895"/>
            <a:ext cx="13179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업데이트 쿼리 실행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AB99665-083C-3168-860A-2D5BA6B8B359}"/>
              </a:ext>
            </a:extLst>
          </p:cNvPr>
          <p:cNvCxnSpPr>
            <a:cxnSpLocks/>
          </p:cNvCxnSpPr>
          <p:nvPr/>
        </p:nvCxnSpPr>
        <p:spPr>
          <a:xfrm flipH="1">
            <a:off x="6430881" y="511711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EE5653-C28F-FA0E-C650-BA28F1E31164}"/>
              </a:ext>
            </a:extLst>
          </p:cNvPr>
          <p:cNvSpPr txBox="1"/>
          <p:nvPr/>
        </p:nvSpPr>
        <p:spPr>
          <a:xfrm>
            <a:off x="6496254" y="4867350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9.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업데이트 쿼리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 결과 전달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B69CF1B-9325-874F-AD91-4209FFD04799}"/>
              </a:ext>
            </a:extLst>
          </p:cNvPr>
          <p:cNvCxnSpPr>
            <a:cxnSpLocks/>
          </p:cNvCxnSpPr>
          <p:nvPr/>
        </p:nvCxnSpPr>
        <p:spPr>
          <a:xfrm flipH="1">
            <a:off x="4681249" y="5245950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D90A404-1385-8040-BCC7-FF3A5FD7C336}"/>
              </a:ext>
            </a:extLst>
          </p:cNvPr>
          <p:cNvSpPr txBox="1"/>
          <p:nvPr/>
        </p:nvSpPr>
        <p:spPr>
          <a:xfrm>
            <a:off x="4746622" y="4996186"/>
            <a:ext cx="11512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10.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업데이트 쿼리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 결과 전달</a:t>
            </a:r>
          </a:p>
        </p:txBody>
      </p:sp>
    </p:spTree>
    <p:extLst>
      <p:ext uri="{BB962C8B-B14F-4D97-AF65-F5344CB8AC3E}">
        <p14:creationId xmlns:p14="http://schemas.microsoft.com/office/powerpoint/2010/main" val="348664938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내용 조회 화면 만들기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Dao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30956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BoardDao.java</a:t>
            </a:r>
            <a:r>
              <a:rPr lang="ko-KR" altLang="en-US" dirty="0"/>
              <a:t>에 게시글 조회와 조회수 증가를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119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조회수를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증가 시킨다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번호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increaseViewCount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게시글 정보를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번호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410379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BoardDaoImpl.java</a:t>
            </a:r>
            <a:r>
              <a:rPr lang="ko-KR" altLang="en-US" dirty="0"/>
              <a:t>에 게시글 조회와 조회수 증가를 위한 메소드 구현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120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@Overri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increaseViewCount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update("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incre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aseViewCount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selectOne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247172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내용 조회 화면 만들기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Query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097078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쿼리 작성 </a:t>
            </a:r>
            <a:r>
              <a:rPr lang="en-US" altLang="ko-KR" dirty="0"/>
              <a:t>( 1 / 2 )</a:t>
            </a:r>
          </a:p>
          <a:p>
            <a:pPr lvl="1"/>
            <a:r>
              <a:rPr lang="en-US" altLang="ko-KR" dirty="0"/>
              <a:t>BoardDaoMapper.xml</a:t>
            </a:r>
          </a:p>
          <a:p>
            <a:pPr lvl="2"/>
            <a:r>
              <a:rPr lang="ko-KR" altLang="en-US" dirty="0"/>
              <a:t>게시글 조회를 위한 메소드 </a:t>
            </a:r>
            <a:r>
              <a:rPr lang="en-US" altLang="ko-KR" dirty="0"/>
              <a:t>public int </a:t>
            </a:r>
            <a:r>
              <a:rPr lang="en-US" altLang="ko-KR" dirty="0" err="1"/>
              <a:t>increaseViewCount</a:t>
            </a:r>
            <a:r>
              <a:rPr lang="en-US" altLang="ko-KR" dirty="0"/>
              <a:t>(int id);</a:t>
            </a:r>
          </a:p>
          <a:p>
            <a:pPr lvl="2"/>
            <a:r>
              <a:rPr lang="ko-KR" altLang="en-US" dirty="0"/>
              <a:t>조회 수 증가를 위한 메소드 </a:t>
            </a:r>
            <a:r>
              <a:rPr lang="en-US" altLang="ko-KR" dirty="0"/>
              <a:t>public 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en-US" altLang="ko-KR" dirty="0" err="1"/>
              <a:t>getOneBoard</a:t>
            </a:r>
            <a:r>
              <a:rPr lang="en-US" altLang="ko-KR" dirty="0"/>
              <a:t>(int id);</a:t>
            </a:r>
          </a:p>
          <a:p>
            <a:pPr lvl="1"/>
            <a:r>
              <a:rPr lang="en-US" altLang="ko-KR" dirty="0"/>
              <a:t>update,</a:t>
            </a:r>
            <a:r>
              <a:rPr lang="ko-KR" altLang="en-US" dirty="0"/>
              <a:t> </a:t>
            </a:r>
            <a:r>
              <a:rPr lang="en-US" altLang="ko-KR" dirty="0"/>
              <a:t>select Tag</a:t>
            </a:r>
            <a:r>
              <a:rPr lang="ko-KR" altLang="en-US" dirty="0"/>
              <a:t>로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Query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122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2819400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increaseViewCount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UPDATE BOARD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SET VIEW_CNT = VIEW_CNT + 1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WHERE 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&lt;/update&gt;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0905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쿼리 작성 </a:t>
            </a:r>
            <a:r>
              <a:rPr lang="en-US" altLang="ko-KR" dirty="0"/>
              <a:t>( 2 / 2 )</a:t>
            </a:r>
          </a:p>
          <a:p>
            <a:pPr lvl="1"/>
            <a:r>
              <a:rPr lang="en-US" altLang="ko-KR" dirty="0"/>
              <a:t>BoardDaoMapper.xml</a:t>
            </a:r>
          </a:p>
          <a:p>
            <a:pPr lvl="2"/>
            <a:r>
              <a:rPr lang="ko-KR" altLang="en-US" dirty="0"/>
              <a:t>게시글 조회를 위한 메소드 </a:t>
            </a:r>
            <a:r>
              <a:rPr lang="en-US" altLang="ko-KR" dirty="0"/>
              <a:t>public int </a:t>
            </a:r>
            <a:r>
              <a:rPr lang="en-US" altLang="ko-KR" dirty="0" err="1"/>
              <a:t>increaseViewCount</a:t>
            </a:r>
            <a:r>
              <a:rPr lang="en-US" altLang="ko-KR" dirty="0"/>
              <a:t>(int id);</a:t>
            </a:r>
          </a:p>
          <a:p>
            <a:pPr lvl="2"/>
            <a:r>
              <a:rPr lang="ko-KR" altLang="en-US" dirty="0"/>
              <a:t>조회 수 증가를 위한 메소드 </a:t>
            </a:r>
            <a:r>
              <a:rPr lang="en-US" altLang="ko-KR" dirty="0"/>
              <a:t>public 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en-US" altLang="ko-KR" dirty="0" err="1"/>
              <a:t>getOneBoard</a:t>
            </a:r>
            <a:r>
              <a:rPr lang="en-US" altLang="ko-KR" dirty="0"/>
              <a:t>(int id);</a:t>
            </a:r>
          </a:p>
          <a:p>
            <a:pPr lvl="1"/>
            <a:r>
              <a:rPr lang="en-US" altLang="ko-KR" dirty="0"/>
              <a:t>update,</a:t>
            </a:r>
            <a:r>
              <a:rPr lang="ko-KR" altLang="en-US" dirty="0"/>
              <a:t> </a:t>
            </a:r>
            <a:r>
              <a:rPr lang="en-US" altLang="ko-KR" dirty="0"/>
              <a:t>select Tag</a:t>
            </a:r>
            <a:r>
              <a:rPr lang="ko-KR" altLang="en-US" dirty="0"/>
              <a:t>로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Query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123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28194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getOneBoard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"_int"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SELECT 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SUBJECT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VIEW_CNT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TO_CHAR(CRT_DT, 'YYYY-MM-DD')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TO_CHAR(MDFY_DT, 'YYYY-MM-DD')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FILE_NAME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ORIGIN_FILE_NAME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FROM BOARD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WHERE 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00277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내용 조회 화면 만들기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Service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842504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BoardService.java</a:t>
            </a:r>
            <a:r>
              <a:rPr lang="ko-KR" altLang="en-US" dirty="0"/>
              <a:t>에 게시글 조회를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125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09929"/>
            <a:ext cx="83789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 게시글을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게시글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조회시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조회수도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증가한다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조회할 게시글의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92739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BoardServiceImpl.java</a:t>
            </a:r>
            <a:r>
              <a:rPr lang="ko-KR" altLang="en-US" dirty="0"/>
              <a:t>에 게시글 조회를 위한 메소드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126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09929"/>
            <a:ext cx="8378952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게시글의 조회 수 증가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업데이트한 게시글의 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increaseViewCount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(id);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이라는 것은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존재하지 않는다는 의미이다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경우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라고 사용자에게 예외 메시지를 보내준다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IllegalA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예외가 발생하지 않았다면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정보를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   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(id);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329181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내용 조회 화면 만들기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Controller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27761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BoardController.java</a:t>
            </a:r>
            <a:r>
              <a:rPr lang="ko-KR" altLang="en-US" dirty="0"/>
              <a:t>에 게시글 조회 요청 처리를 위한 메소드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128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67627"/>
            <a:ext cx="83789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"/board/view"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http://localhost:8080/board/view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?id=1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new ModelAnd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boardview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743418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@RequestParam int id</a:t>
            </a:r>
          </a:p>
          <a:p>
            <a:pPr lvl="1"/>
            <a:r>
              <a:rPr lang="en-US" altLang="ko-KR" dirty="0"/>
              <a:t>URL</a:t>
            </a:r>
            <a:r>
              <a:rPr lang="ko-KR" altLang="en-US" dirty="0"/>
              <a:t>로 전달한 파라미터를 받아올 수 있는 방법</a:t>
            </a:r>
            <a:endParaRPr lang="en-US" altLang="ko-KR" dirty="0"/>
          </a:p>
          <a:p>
            <a:pPr lvl="1"/>
            <a:r>
              <a:rPr lang="en-US" altLang="ko-KR" dirty="0"/>
              <a:t>http://localhost:8080/board/view</a:t>
            </a:r>
            <a:r>
              <a:rPr lang="en-US" altLang="ko-KR" b="1" dirty="0"/>
              <a:t>?id=1</a:t>
            </a:r>
          </a:p>
          <a:p>
            <a:pPr lvl="1"/>
            <a:r>
              <a:rPr lang="en-US" altLang="ko-KR" dirty="0"/>
              <a:t>URL </a:t>
            </a:r>
            <a:r>
              <a:rPr lang="ko-KR" altLang="en-US" dirty="0"/>
              <a:t>뒤에 </a:t>
            </a:r>
            <a:r>
              <a:rPr lang="en-US" altLang="ko-KR" dirty="0"/>
              <a:t>? </a:t>
            </a:r>
            <a:r>
              <a:rPr lang="ko-KR" altLang="en-US" dirty="0"/>
              <a:t>기호로 시작하는 파라미터를 </a:t>
            </a:r>
            <a:r>
              <a:rPr lang="en-US" altLang="ko-KR" dirty="0"/>
              <a:t>“Query</a:t>
            </a:r>
            <a:r>
              <a:rPr lang="ko-KR" altLang="en-US" dirty="0"/>
              <a:t> </a:t>
            </a:r>
            <a:r>
              <a:rPr lang="en-US" altLang="ko-KR" dirty="0"/>
              <a:t>String Parameter” 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Query String Parameter</a:t>
            </a:r>
            <a:r>
              <a:rPr lang="ko-KR" altLang="en-US" dirty="0"/>
              <a:t>도 </a:t>
            </a:r>
            <a:r>
              <a:rPr lang="en-US" altLang="ko-KR" dirty="0"/>
              <a:t>Command Object (@ModelAttribute)</a:t>
            </a:r>
            <a:r>
              <a:rPr lang="ko-KR" altLang="en-US" dirty="0"/>
              <a:t>로 받을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파라미터의 수가 </a:t>
            </a:r>
            <a:r>
              <a:rPr lang="en-US" altLang="ko-KR" dirty="0"/>
              <a:t>1</a:t>
            </a:r>
            <a:r>
              <a:rPr lang="ko-KR" altLang="en-US" dirty="0"/>
              <a:t>개 내지 </a:t>
            </a:r>
            <a:r>
              <a:rPr lang="en-US" altLang="ko-KR" dirty="0"/>
              <a:t>2</a:t>
            </a:r>
            <a:r>
              <a:rPr lang="ko-KR" altLang="en-US" dirty="0"/>
              <a:t>개 일 때</a:t>
            </a:r>
            <a:r>
              <a:rPr lang="en-US" altLang="ko-KR" dirty="0"/>
              <a:t>, VO</a:t>
            </a:r>
            <a:r>
              <a:rPr lang="ko-KR" altLang="en-US" dirty="0"/>
              <a:t>를 만들어 받는 것 보다</a:t>
            </a:r>
            <a:endParaRPr lang="en-US" altLang="ko-KR" dirty="0"/>
          </a:p>
          <a:p>
            <a:pPr lvl="1"/>
            <a:r>
              <a:rPr lang="en-US" altLang="ko-KR" dirty="0"/>
              <a:t>@RequestParam</a:t>
            </a:r>
            <a:r>
              <a:rPr lang="ko-KR" altLang="en-US" dirty="0"/>
              <a:t>으로 받는 것이 가독성에도 좋고 번거롭지도 않다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730187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내용 조회 화면 만들기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View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178357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게시글의</a:t>
            </a:r>
            <a:r>
              <a:rPr lang="en-US" altLang="ko-KR" dirty="0"/>
              <a:t> </a:t>
            </a:r>
            <a:r>
              <a:rPr lang="ko-KR" altLang="en-US" dirty="0"/>
              <a:t>내용을 표현할 </a:t>
            </a:r>
            <a:r>
              <a:rPr lang="en-US" altLang="ko-KR" dirty="0" err="1"/>
              <a:t>boardview.jsp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 ( 1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131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67627"/>
            <a:ext cx="83789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내용 조회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a:link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a:hover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a:active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text-decoration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div.btn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40671459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게시글의</a:t>
            </a:r>
            <a:r>
              <a:rPr lang="en-US" altLang="ko-KR" dirty="0"/>
              <a:t> </a:t>
            </a:r>
            <a:r>
              <a:rPr lang="ko-KR" altLang="en-US" dirty="0"/>
              <a:t>내용을 표현할 </a:t>
            </a:r>
            <a:r>
              <a:rPr lang="en-US" altLang="ko-KR" dirty="0" err="1"/>
              <a:t>boardview.jsp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 ( 2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67627"/>
            <a:ext cx="83789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div.right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padding-left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button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viewCnt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조회수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crtDt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881054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게시글의</a:t>
            </a:r>
            <a:r>
              <a:rPr lang="en-US" altLang="ko-KR" dirty="0"/>
              <a:t> </a:t>
            </a:r>
            <a:r>
              <a:rPr lang="ko-KR" altLang="en-US" dirty="0"/>
              <a:t>내용을 표현할 </a:t>
            </a:r>
            <a:r>
              <a:rPr lang="en-US" altLang="ko-KR" dirty="0" err="1"/>
              <a:t>boardview.jsp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 ( 3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F484C-AA5A-98D8-6ADA-0DA460BF89E2}"/>
              </a:ext>
            </a:extLst>
          </p:cNvPr>
          <p:cNvSpPr txBox="1"/>
          <p:nvPr/>
        </p:nvSpPr>
        <p:spPr>
          <a:xfrm>
            <a:off x="457200" y="1667627"/>
            <a:ext cx="8378952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mdfyDt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${boardVO.id}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"/board/delete/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${boardVO.id}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955924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http://localhost:8080/board/view?id=1</a:t>
            </a:r>
            <a:r>
              <a:rPr lang="en-US" altLang="ko-KR" dirty="0"/>
              <a:t> </a:t>
            </a:r>
            <a:r>
              <a:rPr lang="ko-KR" altLang="en-US" dirty="0"/>
              <a:t>로 접속해 게시글 내용이 잘 나오는지 확인</a:t>
            </a:r>
            <a:endParaRPr lang="en-US" altLang="ko-KR" dirty="0"/>
          </a:p>
          <a:p>
            <a:pPr lvl="1"/>
            <a:r>
              <a:rPr lang="en-US" altLang="ko-KR" dirty="0"/>
              <a:t>Id </a:t>
            </a:r>
            <a:r>
              <a:rPr lang="ko-KR" altLang="en-US" dirty="0"/>
              <a:t>값을 바꿔서 테스트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에 존재하지 않는 번호도 테스트 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조회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5416A0-6321-C710-D24A-6AC1027DE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49" y="2590800"/>
            <a:ext cx="8491627" cy="35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9729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수정 화면 만들기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27086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수정을 위한 화면 만들기</a:t>
            </a:r>
            <a:endParaRPr lang="en-US" altLang="ko-KR" dirty="0"/>
          </a:p>
          <a:p>
            <a:r>
              <a:rPr lang="en-US" altLang="ko-KR" dirty="0"/>
              <a:t>BoardController.java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2057400"/>
            <a:ext cx="8610600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{id}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http://localhost:8080/board/modify/2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viewBoardModifyPage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수정을 위해 게시글의 내용을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조회와 동일한 코드 호출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boardmodify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374249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@PathVariable</a:t>
            </a:r>
            <a:r>
              <a:rPr lang="ko-KR" altLang="en-US" dirty="0"/>
              <a:t> </a:t>
            </a:r>
            <a:r>
              <a:rPr lang="en-US" altLang="ko-KR" dirty="0">
                <a:highlight>
                  <a:srgbClr val="FFFF00"/>
                </a:highlight>
              </a:rPr>
              <a:t>int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US" altLang="ko-KR" dirty="0">
                <a:highlight>
                  <a:srgbClr val="FFFF00"/>
                </a:highlight>
              </a:rPr>
              <a:t>id</a:t>
            </a:r>
          </a:p>
          <a:p>
            <a:pPr lvl="1"/>
            <a:r>
              <a:rPr lang="en-US" altLang="ko-KR" dirty="0"/>
              <a:t>/board/modify/</a:t>
            </a:r>
            <a:r>
              <a:rPr lang="en-US" altLang="ko-KR" dirty="0">
                <a:highlight>
                  <a:srgbClr val="FFFF00"/>
                </a:highlight>
              </a:rPr>
              <a:t>{id}</a:t>
            </a:r>
          </a:p>
          <a:p>
            <a:pPr lvl="1"/>
            <a:r>
              <a:rPr lang="en-US" altLang="ko-KR" dirty="0"/>
              <a:t>http://localhost:8080/board/modify/</a:t>
            </a:r>
            <a:r>
              <a:rPr lang="en-US" altLang="ko-KR" b="1" dirty="0">
                <a:highlight>
                  <a:srgbClr val="FFFF00"/>
                </a:highlight>
              </a:rPr>
              <a:t>2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URL</a:t>
            </a:r>
            <a:r>
              <a:rPr lang="ko-KR" altLang="en-US" dirty="0"/>
              <a:t>의 일부분을 파라미터 변수로 사용하는 방법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Query String Parameter</a:t>
            </a:r>
            <a:r>
              <a:rPr lang="ko-KR" altLang="en-US" dirty="0"/>
              <a:t>를 사용하는 것보다 직관적이며 효율적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거의 대부분의 </a:t>
            </a:r>
            <a:r>
              <a:rPr lang="en-US" altLang="ko-KR" dirty="0"/>
              <a:t>Web Application</a:t>
            </a:r>
            <a:r>
              <a:rPr lang="ko-KR" altLang="en-US" dirty="0"/>
              <a:t>이 사용하는 방법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087491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수정을 위한 화면 만들기</a:t>
            </a:r>
            <a:endParaRPr lang="en-US" altLang="ko-KR" dirty="0"/>
          </a:p>
          <a:p>
            <a:r>
              <a:rPr lang="en-US" altLang="ko-KR" dirty="0"/>
              <a:t>board/</a:t>
            </a:r>
            <a:r>
              <a:rPr lang="en-US" altLang="ko-KR" dirty="0" err="1"/>
              <a:t>boardmodify.jsp</a:t>
            </a:r>
            <a:r>
              <a:rPr lang="en-US" altLang="ko-KR" dirty="0"/>
              <a:t> ( 1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95834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div.btn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div.right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92043027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수정을 위한 화면 만들기</a:t>
            </a:r>
            <a:endParaRPr lang="en-US" altLang="ko-KR" dirty="0"/>
          </a:p>
          <a:p>
            <a:r>
              <a:rPr lang="en-US" altLang="ko-KR" dirty="0"/>
              <a:t>board/</a:t>
            </a:r>
            <a:r>
              <a:rPr lang="en-US" altLang="ko-KR" dirty="0" err="1"/>
              <a:t>boardmodify.jsp</a:t>
            </a:r>
            <a:r>
              <a:rPr lang="en-US" altLang="ko-KR" dirty="0"/>
              <a:t> ( 2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139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95834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padding-left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button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"/board/modify"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"hidden"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"${boardVO.id}"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"subject“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boardVO.subject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boardVO.email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"height: 300px;"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655736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수정을 위한 화면 만들기</a:t>
            </a:r>
            <a:endParaRPr lang="en-US" altLang="ko-KR" dirty="0"/>
          </a:p>
          <a:p>
            <a:r>
              <a:rPr lang="en-US" altLang="ko-KR" dirty="0"/>
              <a:t>board/</a:t>
            </a:r>
            <a:r>
              <a:rPr lang="en-US" altLang="ko-KR" dirty="0" err="1"/>
              <a:t>boardmodify.jsp</a:t>
            </a:r>
            <a:r>
              <a:rPr lang="en-US" altLang="ko-KR" dirty="0"/>
              <a:t> ( 3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140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958340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"submit"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&lt;/form&gt;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95745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확인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http://localhost:8080/board/modify/1</a:t>
            </a:r>
            <a:r>
              <a:rPr lang="en-US" altLang="ko-KR" dirty="0"/>
              <a:t> </a:t>
            </a:r>
            <a:r>
              <a:rPr lang="ko-KR" altLang="en-US" dirty="0"/>
              <a:t>로 접근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ID </a:t>
            </a:r>
            <a:r>
              <a:rPr lang="ko-KR" altLang="en-US" dirty="0"/>
              <a:t>값을 변경하면서 조회</a:t>
            </a:r>
            <a:endParaRPr lang="en-US" altLang="ko-KR" dirty="0"/>
          </a:p>
          <a:p>
            <a:pPr lvl="1"/>
            <a:r>
              <a:rPr lang="ko-KR" altLang="en-US" dirty="0"/>
              <a:t>수정 페이지를 열 때 마다 </a:t>
            </a:r>
            <a:r>
              <a:rPr lang="en-US" altLang="ko-KR" dirty="0"/>
              <a:t>VIEW_CNT </a:t>
            </a:r>
            <a:r>
              <a:rPr lang="ko-KR" altLang="en-US" dirty="0"/>
              <a:t>확인해보면 값이 계속 </a:t>
            </a:r>
            <a:r>
              <a:rPr lang="en-US" altLang="ko-KR" dirty="0"/>
              <a:t>1</a:t>
            </a:r>
            <a:r>
              <a:rPr lang="ko-KR" altLang="en-US" dirty="0"/>
              <a:t>씩 증가하는 문제가 발생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Controller</a:t>
            </a:r>
            <a:r>
              <a:rPr lang="ko-KR" altLang="en-US" dirty="0"/>
              <a:t>가 호출하는 </a:t>
            </a:r>
            <a:r>
              <a:rPr lang="en-US" altLang="ko-KR" dirty="0"/>
              <a:t>Service</a:t>
            </a:r>
            <a:r>
              <a:rPr lang="ko-KR" altLang="en-US" dirty="0"/>
              <a:t>의 </a:t>
            </a:r>
            <a:r>
              <a:rPr lang="en-US" altLang="ko-KR" dirty="0" err="1"/>
              <a:t>getOneBoard</a:t>
            </a:r>
            <a:r>
              <a:rPr lang="en-US" altLang="ko-KR" dirty="0"/>
              <a:t>(id)</a:t>
            </a:r>
            <a:r>
              <a:rPr lang="ko-KR" altLang="en-US" dirty="0"/>
              <a:t>가 조회수를 </a:t>
            </a:r>
            <a:r>
              <a:rPr lang="en-US" altLang="ko-KR" dirty="0"/>
              <a:t>1 </a:t>
            </a:r>
            <a:r>
              <a:rPr lang="ko-KR" altLang="en-US" dirty="0"/>
              <a:t>증가 시키기 때문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수정 페이지에서 접근할 경우</a:t>
            </a:r>
            <a:r>
              <a:rPr lang="en-US" altLang="ko-KR" dirty="0"/>
              <a:t>, </a:t>
            </a:r>
            <a:r>
              <a:rPr lang="ko-KR" altLang="en-US" dirty="0"/>
              <a:t>조회수를 증가시키지 말아야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760247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조회수 증가 방지를 위한 </a:t>
            </a:r>
            <a:r>
              <a:rPr lang="en-US" altLang="ko-KR" dirty="0" err="1"/>
              <a:t>BoardService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수정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656772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 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 게시글을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게시글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조회시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조회수도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증가한다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조회할 게시글의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isIncrease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값이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면 조회수를 증가시킨다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isIncrease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306586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조회수 증가 방지를 위한 </a:t>
            </a:r>
            <a:r>
              <a:rPr lang="en-US" altLang="ko-KR" dirty="0" err="1"/>
              <a:t>BoardServiceImpl</a:t>
            </a:r>
            <a:r>
              <a:rPr lang="en-US" altLang="ko-KR" dirty="0"/>
              <a:t> </a:t>
            </a:r>
            <a:r>
              <a:rPr lang="ko-KR" altLang="en-US" dirty="0"/>
              <a:t>수정 </a:t>
            </a:r>
            <a:r>
              <a:rPr lang="en-US" altLang="ko-KR" dirty="0"/>
              <a:t>( 1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수정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656772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isIncrease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isIncrease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게시글의 조회 수 증가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업데이트한 게시글의 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increaseViewCount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이라는 것은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존재하지 않는다는 의미이다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경우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라고 사용자에게 예외 메시지를 보내준다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717409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조회수 증가 방지를 위한 </a:t>
            </a:r>
            <a:r>
              <a:rPr lang="en-US" altLang="ko-KR" dirty="0" err="1"/>
              <a:t>BoardServiceImpl</a:t>
            </a:r>
            <a:r>
              <a:rPr lang="en-US" altLang="ko-KR" dirty="0"/>
              <a:t> </a:t>
            </a:r>
            <a:r>
              <a:rPr lang="ko-KR" altLang="en-US" dirty="0"/>
              <a:t>수정 </a:t>
            </a:r>
            <a:r>
              <a:rPr lang="en-US" altLang="ko-KR" dirty="0"/>
              <a:t>( 2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수정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656772"/>
            <a:ext cx="853135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예외가 발생하지 않았다면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정보를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값이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에 존재하지 않을 경우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라고 사용자에게 예외 메시지를 보내준다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576848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코드 수정에 영향 받은 </a:t>
            </a:r>
            <a:r>
              <a:rPr lang="en-US" altLang="ko-KR" dirty="0" err="1"/>
              <a:t>BoardController</a:t>
            </a:r>
            <a:r>
              <a:rPr lang="en-US" altLang="ko-KR" dirty="0"/>
              <a:t> </a:t>
            </a:r>
            <a:r>
              <a:rPr lang="ko-KR" altLang="en-US" dirty="0"/>
              <a:t>수정하기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수정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9059-7C3D-41B9-742B-256FEE0067F9}"/>
              </a:ext>
            </a:extLst>
          </p:cNvPr>
          <p:cNvSpPr txBox="1"/>
          <p:nvPr/>
        </p:nvSpPr>
        <p:spPr>
          <a:xfrm>
            <a:off x="457200" y="1656772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"/board/view"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http://localhost:8080/board/view?id=1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http://localhost:8080/board/modify/2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viewBoardModifyPage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수정을 위해 게시글의 내용을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조회와 동일한 코드 호출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889148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다시 브라우저 확인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http://localhost:8080/board/modify/1</a:t>
            </a:r>
            <a:r>
              <a:rPr lang="en-US" altLang="ko-KR" dirty="0"/>
              <a:t> </a:t>
            </a:r>
            <a:r>
              <a:rPr lang="ko-KR" altLang="en-US" dirty="0"/>
              <a:t>로 접근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ID </a:t>
            </a:r>
            <a:r>
              <a:rPr lang="ko-KR" altLang="en-US" dirty="0"/>
              <a:t>값을 변경하면서 조회</a:t>
            </a:r>
            <a:endParaRPr lang="en-US" altLang="ko-KR" dirty="0"/>
          </a:p>
          <a:p>
            <a:pPr lvl="1"/>
            <a:r>
              <a:rPr lang="ko-KR" altLang="en-US" dirty="0"/>
              <a:t>수정 페이지를 열 때 마다 </a:t>
            </a:r>
            <a:r>
              <a:rPr lang="en-US" altLang="ko-KR" dirty="0"/>
              <a:t>VIEW_CNT </a:t>
            </a:r>
            <a:r>
              <a:rPr lang="ko-KR" altLang="en-US" dirty="0"/>
              <a:t>확인해보면 값이 증가하지 않는다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897948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수정 처리 하기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67297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148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590798"/>
            <a:ext cx="296429" cy="35972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590799"/>
            <a:ext cx="296429" cy="35972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2724911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2832243"/>
            <a:ext cx="296429" cy="33558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3048000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AE60A8-7A5D-C2E1-7E2D-1702CA8A23BE}"/>
              </a:ext>
            </a:extLst>
          </p:cNvPr>
          <p:cNvSpPr/>
          <p:nvPr/>
        </p:nvSpPr>
        <p:spPr>
          <a:xfrm>
            <a:off x="6117845" y="4610991"/>
            <a:ext cx="296429" cy="109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2A6C673-64A6-C533-0CDA-D7B0E489140E}"/>
              </a:ext>
            </a:extLst>
          </p:cNvPr>
          <p:cNvCxnSpPr>
            <a:cxnSpLocks/>
          </p:cNvCxnSpPr>
          <p:nvPr/>
        </p:nvCxnSpPr>
        <p:spPr>
          <a:xfrm>
            <a:off x="4704407" y="4908849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182225" y="2494079"/>
            <a:ext cx="12025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수정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2974799" y="2795016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DB3AF-44E0-601F-4444-F0F00C775885}"/>
              </a:ext>
            </a:extLst>
          </p:cNvPr>
          <p:cNvSpPr txBox="1"/>
          <p:nvPr/>
        </p:nvSpPr>
        <p:spPr>
          <a:xfrm>
            <a:off x="4700864" y="4656909"/>
            <a:ext cx="12025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수정 요청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9815BA8-513C-8448-5DDC-DC84D73C8817}"/>
              </a:ext>
            </a:extLst>
          </p:cNvPr>
          <p:cNvSpPr/>
          <p:nvPr/>
        </p:nvSpPr>
        <p:spPr>
          <a:xfrm>
            <a:off x="7852785" y="4865838"/>
            <a:ext cx="296429" cy="724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08E9B7D-FE15-96E8-5A51-AC7558377B4F}"/>
              </a:ext>
            </a:extLst>
          </p:cNvPr>
          <p:cNvCxnSpPr>
            <a:cxnSpLocks/>
          </p:cNvCxnSpPr>
          <p:nvPr/>
        </p:nvCxnSpPr>
        <p:spPr>
          <a:xfrm>
            <a:off x="6430881" y="5007231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078700F-ADD8-4DBE-127B-1836193EBCE8}"/>
              </a:ext>
            </a:extLst>
          </p:cNvPr>
          <p:cNvSpPr txBox="1"/>
          <p:nvPr/>
        </p:nvSpPr>
        <p:spPr>
          <a:xfrm>
            <a:off x="6570943" y="4770531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D3B02EA-2C5C-E718-7C23-724BE2779224}"/>
              </a:ext>
            </a:extLst>
          </p:cNvPr>
          <p:cNvCxnSpPr>
            <a:cxnSpLocks/>
          </p:cNvCxnSpPr>
          <p:nvPr/>
        </p:nvCxnSpPr>
        <p:spPr>
          <a:xfrm flipH="1">
            <a:off x="6430881" y="5466750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7E5DCCE-CEDB-89F8-61AC-79AE3455C1AF}"/>
              </a:ext>
            </a:extLst>
          </p:cNvPr>
          <p:cNvSpPr txBox="1"/>
          <p:nvPr/>
        </p:nvSpPr>
        <p:spPr>
          <a:xfrm>
            <a:off x="6473538" y="5216986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수정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2CC7386-E341-0DB1-5A38-21A171DAC6A8}"/>
              </a:ext>
            </a:extLst>
          </p:cNvPr>
          <p:cNvCxnSpPr>
            <a:cxnSpLocks/>
          </p:cNvCxnSpPr>
          <p:nvPr/>
        </p:nvCxnSpPr>
        <p:spPr>
          <a:xfrm flipH="1">
            <a:off x="4677346" y="5590733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711D40-D0FA-B3E5-0E8C-AEA28104CF30}"/>
              </a:ext>
            </a:extLst>
          </p:cNvPr>
          <p:cNvSpPr txBox="1"/>
          <p:nvPr/>
        </p:nvSpPr>
        <p:spPr>
          <a:xfrm>
            <a:off x="4772369" y="5340969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수정 쿼리 결과 전달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581236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3001313" y="5562600"/>
            <a:ext cx="1473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9.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게시글 수정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6070520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231413" y="5820756"/>
            <a:ext cx="14975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10.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내용으로 이동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49CBD3-7CB9-B6A1-70AD-4B3864F86ADC}"/>
              </a:ext>
            </a:extLst>
          </p:cNvPr>
          <p:cNvSpPr/>
          <p:nvPr/>
        </p:nvSpPr>
        <p:spPr>
          <a:xfrm>
            <a:off x="4551669" y="3352800"/>
            <a:ext cx="296429" cy="481900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6E35130-1FB1-4BA3-4A00-23A4EB2810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0755" y="3309527"/>
            <a:ext cx="366470" cy="148216"/>
          </a:xfrm>
          <a:prstGeom prst="bentConnector4">
            <a:avLst>
              <a:gd name="adj1" fmla="val 492"/>
              <a:gd name="adj2" fmla="val 254234"/>
            </a:avLst>
          </a:prstGeom>
          <a:ln w="19050">
            <a:solidFill>
              <a:schemeClr val="bg2">
                <a:lumMod val="50000"/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CB4B9EC-0223-9F81-EA53-5A6FEAFA2057}"/>
              </a:ext>
            </a:extLst>
          </p:cNvPr>
          <p:cNvSpPr txBox="1"/>
          <p:nvPr/>
        </p:nvSpPr>
        <p:spPr>
          <a:xfrm>
            <a:off x="5047706" y="3244525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ko-KR" altLang="en-US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파일 등록 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CA2DB8-DE07-BDA1-CD7A-DF88F159A461}"/>
              </a:ext>
            </a:extLst>
          </p:cNvPr>
          <p:cNvSpPr/>
          <p:nvPr/>
        </p:nvSpPr>
        <p:spPr>
          <a:xfrm>
            <a:off x="4551669" y="4111014"/>
            <a:ext cx="296429" cy="481900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24">
            <a:extLst>
              <a:ext uri="{FF2B5EF4-FFF2-40B4-BE49-F238E27FC236}">
                <a16:creationId xmlns:a16="http://schemas.microsoft.com/office/drawing/2014/main" id="{0781FD40-B2E6-75A7-6032-F56EFBCEDD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0755" y="4067741"/>
            <a:ext cx="366470" cy="148216"/>
          </a:xfrm>
          <a:prstGeom prst="bentConnector4">
            <a:avLst>
              <a:gd name="adj1" fmla="val 492"/>
              <a:gd name="adj2" fmla="val 254234"/>
            </a:avLst>
          </a:prstGeom>
          <a:ln w="19050">
            <a:solidFill>
              <a:schemeClr val="bg2">
                <a:lumMod val="50000"/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86671A-C3CB-6F7B-569A-DBA53B83EFC9}"/>
              </a:ext>
            </a:extLst>
          </p:cNvPr>
          <p:cNvSpPr txBox="1"/>
          <p:nvPr/>
        </p:nvSpPr>
        <p:spPr>
          <a:xfrm>
            <a:off x="5047706" y="4002739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4. </a:t>
            </a:r>
            <a:r>
              <a:rPr lang="ko-KR" altLang="en-US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파일 삭제 처리</a:t>
            </a:r>
          </a:p>
        </p:txBody>
      </p:sp>
    </p:spTree>
    <p:extLst>
      <p:ext uri="{BB962C8B-B14F-4D97-AF65-F5344CB8AC3E}">
        <p14:creationId xmlns:p14="http://schemas.microsoft.com/office/powerpoint/2010/main" val="38551134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수정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Dao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00065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BoardDao.java</a:t>
            </a:r>
            <a:r>
              <a:rPr lang="ko-KR" altLang="en-US" dirty="0"/>
              <a:t>에 게시글 수정을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150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게시글의 정보를 수정한다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값에 수정할 게시글의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값이 있어야 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수정한 게시글의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게시글의 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359329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BoardDaoImpl.java</a:t>
            </a:r>
            <a:r>
              <a:rPr lang="ko-KR" altLang="en-US" dirty="0"/>
              <a:t>에 게시글 수정을 위한 메소드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151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95176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수정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Query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060257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 쿼리 작성</a:t>
            </a:r>
            <a:endParaRPr lang="en-US" altLang="ko-KR" dirty="0"/>
          </a:p>
          <a:p>
            <a:pPr lvl="1"/>
            <a:r>
              <a:rPr lang="en-US" altLang="ko-KR" dirty="0"/>
              <a:t>BoardDaoMapper.xml</a:t>
            </a:r>
          </a:p>
          <a:p>
            <a:pPr lvl="2"/>
            <a:r>
              <a:rPr lang="ko-KR" altLang="en-US" dirty="0"/>
              <a:t>게시글 수정을 위한 메소드 </a:t>
            </a:r>
            <a:r>
              <a:rPr lang="en-US" altLang="ko-KR" dirty="0"/>
              <a:t>public int </a:t>
            </a:r>
            <a:r>
              <a:rPr lang="en-US" altLang="ko-KR" dirty="0" err="1"/>
              <a:t>updateOneBoard</a:t>
            </a:r>
            <a:r>
              <a:rPr lang="en-US" altLang="ko-KR" dirty="0"/>
              <a:t>(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en-US" altLang="ko-KR" dirty="0" err="1"/>
              <a:t>boardVO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/>
              <a:t>update Tag</a:t>
            </a:r>
            <a:r>
              <a:rPr lang="ko-KR" altLang="en-US" dirty="0"/>
              <a:t>로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Query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153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2514534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UPDATE BOARD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SET SUBJECT = #{subject}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CONTENT = #{content}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EMAIL = #{email}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MDFY_DT = SYSDATE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ID = #{id}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&lt;/update&gt;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994999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수정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Service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050069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BoardService.java</a:t>
            </a:r>
            <a:r>
              <a:rPr lang="ko-KR" altLang="en-US" dirty="0"/>
              <a:t>에 게시글 수정을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155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게시글의 정보를 수정한다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값에 수정할 게시글의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값이 있어야 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수정한 게시글의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정상적으로 수정되었는지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99321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BoardServiceImpl.java</a:t>
            </a:r>
            <a:r>
              <a:rPr lang="ko-KR" altLang="en-US" dirty="0"/>
              <a:t>에 게시글 수정을 위한 메소드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156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수정된 게시글의 정보로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업데이트한 게시글의 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198706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수정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Controller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204093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BoardController.java</a:t>
            </a:r>
            <a:r>
              <a:rPr lang="ko-KR" altLang="en-US" dirty="0"/>
              <a:t>에 게시글 수정 요청처리를 위한 메소드 작성 </a:t>
            </a:r>
            <a:r>
              <a:rPr lang="en-US" altLang="ko-KR" dirty="0"/>
              <a:t>( 1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158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"ID: 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</p:txBody>
      </p:sp>
    </p:spTree>
    <p:extLst>
      <p:ext uri="{BB962C8B-B14F-4D97-AF65-F5344CB8AC3E}">
        <p14:creationId xmlns:p14="http://schemas.microsoft.com/office/powerpoint/2010/main" val="357936451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BoardController.java</a:t>
            </a:r>
            <a:r>
              <a:rPr lang="ko-KR" altLang="en-US" dirty="0"/>
              <a:t>에 게시글 수정 요청처리를 위한 메소드 작성 </a:t>
            </a:r>
            <a:r>
              <a:rPr lang="en-US" altLang="ko-KR" dirty="0"/>
              <a:t>( 2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159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 결과가 성공이라면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/board/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view?id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=id URL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 이동한다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"redirect:/board/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view?id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 결과가 실패라면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 화면으로 데이터를 보내준다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boardmodify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65976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브라우저로 게시글 내용 조회 화면으로 이동해</a:t>
            </a:r>
            <a:r>
              <a:rPr lang="en-US" altLang="ko-KR" dirty="0"/>
              <a:t>, </a:t>
            </a:r>
            <a:r>
              <a:rPr lang="ko-KR" altLang="en-US" dirty="0"/>
              <a:t>수정해보기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61468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삭제 처리 하기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91328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삭제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삭제 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162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590798"/>
            <a:ext cx="296429" cy="31242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590800"/>
            <a:ext cx="296429" cy="3294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2724911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2832244"/>
            <a:ext cx="296429" cy="2782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3048000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AE60A8-7A5D-C2E1-7E2D-1702CA8A23BE}"/>
              </a:ext>
            </a:extLst>
          </p:cNvPr>
          <p:cNvSpPr/>
          <p:nvPr/>
        </p:nvSpPr>
        <p:spPr>
          <a:xfrm>
            <a:off x="6117845" y="4074132"/>
            <a:ext cx="296429" cy="109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2A6C673-64A6-C533-0CDA-D7B0E489140E}"/>
              </a:ext>
            </a:extLst>
          </p:cNvPr>
          <p:cNvCxnSpPr>
            <a:cxnSpLocks/>
          </p:cNvCxnSpPr>
          <p:nvPr/>
        </p:nvCxnSpPr>
        <p:spPr>
          <a:xfrm>
            <a:off x="4695698" y="4302732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182225" y="2494079"/>
            <a:ext cx="12025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삭제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2974799" y="2795016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삭제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DB3AF-44E0-601F-4444-F0F00C775885}"/>
              </a:ext>
            </a:extLst>
          </p:cNvPr>
          <p:cNvSpPr txBox="1"/>
          <p:nvPr/>
        </p:nvSpPr>
        <p:spPr>
          <a:xfrm>
            <a:off x="4692155" y="4050792"/>
            <a:ext cx="12025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4.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삭제 요청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9815BA8-513C-8448-5DDC-DC84D73C8817}"/>
              </a:ext>
            </a:extLst>
          </p:cNvPr>
          <p:cNvSpPr/>
          <p:nvPr/>
        </p:nvSpPr>
        <p:spPr>
          <a:xfrm>
            <a:off x="7852785" y="4328979"/>
            <a:ext cx="296429" cy="724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08E9B7D-FE15-96E8-5A51-AC7558377B4F}"/>
              </a:ext>
            </a:extLst>
          </p:cNvPr>
          <p:cNvCxnSpPr>
            <a:cxnSpLocks/>
          </p:cNvCxnSpPr>
          <p:nvPr/>
        </p:nvCxnSpPr>
        <p:spPr>
          <a:xfrm>
            <a:off x="6430881" y="4470372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078700F-ADD8-4DBE-127B-1836193EBCE8}"/>
              </a:ext>
            </a:extLst>
          </p:cNvPr>
          <p:cNvSpPr txBox="1"/>
          <p:nvPr/>
        </p:nvSpPr>
        <p:spPr>
          <a:xfrm>
            <a:off x="6570943" y="4233672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삭제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D3B02EA-2C5C-E718-7C23-724BE2779224}"/>
              </a:ext>
            </a:extLst>
          </p:cNvPr>
          <p:cNvCxnSpPr>
            <a:cxnSpLocks/>
          </p:cNvCxnSpPr>
          <p:nvPr/>
        </p:nvCxnSpPr>
        <p:spPr>
          <a:xfrm flipH="1">
            <a:off x="6430881" y="492989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7E5DCCE-CEDB-89F8-61AC-79AE3455C1AF}"/>
              </a:ext>
            </a:extLst>
          </p:cNvPr>
          <p:cNvSpPr txBox="1"/>
          <p:nvPr/>
        </p:nvSpPr>
        <p:spPr>
          <a:xfrm>
            <a:off x="6473538" y="4680127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삭제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2CC7386-E341-0DB1-5A38-21A171DAC6A8}"/>
              </a:ext>
            </a:extLst>
          </p:cNvPr>
          <p:cNvCxnSpPr>
            <a:cxnSpLocks/>
          </p:cNvCxnSpPr>
          <p:nvPr/>
        </p:nvCxnSpPr>
        <p:spPr>
          <a:xfrm flipH="1">
            <a:off x="4677346" y="505387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711D40-D0FA-B3E5-0E8C-AEA28104CF30}"/>
              </a:ext>
            </a:extLst>
          </p:cNvPr>
          <p:cNvSpPr txBox="1"/>
          <p:nvPr/>
        </p:nvSpPr>
        <p:spPr>
          <a:xfrm>
            <a:off x="4746244" y="4804110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삭제 쿼리 결과 전달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543707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2983897" y="5187315"/>
            <a:ext cx="1473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게시글 삭제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553366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266249" y="5283897"/>
            <a:ext cx="1433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9.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게시글 목록으로 이동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49CBD3-7CB9-B6A1-70AD-4B3864F86ADC}"/>
              </a:ext>
            </a:extLst>
          </p:cNvPr>
          <p:cNvSpPr/>
          <p:nvPr/>
        </p:nvSpPr>
        <p:spPr>
          <a:xfrm>
            <a:off x="4551669" y="3352800"/>
            <a:ext cx="296429" cy="481900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6E35130-1FB1-4BA3-4A00-23A4EB2810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0755" y="3309527"/>
            <a:ext cx="366470" cy="148216"/>
          </a:xfrm>
          <a:prstGeom prst="bentConnector4">
            <a:avLst>
              <a:gd name="adj1" fmla="val 492"/>
              <a:gd name="adj2" fmla="val 254234"/>
            </a:avLst>
          </a:prstGeom>
          <a:ln w="19050">
            <a:solidFill>
              <a:schemeClr val="bg2">
                <a:lumMod val="50000"/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CB4B9EC-0223-9F81-EA53-5A6FEAFA2057}"/>
              </a:ext>
            </a:extLst>
          </p:cNvPr>
          <p:cNvSpPr txBox="1"/>
          <p:nvPr/>
        </p:nvSpPr>
        <p:spPr>
          <a:xfrm>
            <a:off x="5047706" y="3244525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ko-KR" altLang="en-US" sz="900" b="0" dirty="0">
                <a:solidFill>
                  <a:schemeClr val="bg2">
                    <a:lumMod val="90000"/>
                  </a:schemeClr>
                </a:solidFill>
                <a:effectLst/>
                <a:latin typeface="+mn-ea"/>
                <a:ea typeface="+mn-ea"/>
              </a:rPr>
              <a:t>파일 삭제 처리</a:t>
            </a:r>
          </a:p>
        </p:txBody>
      </p:sp>
    </p:spTree>
    <p:extLst>
      <p:ext uri="{BB962C8B-B14F-4D97-AF65-F5344CB8AC3E}">
        <p14:creationId xmlns:p14="http://schemas.microsoft.com/office/powerpoint/2010/main" val="405424298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삭제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Dao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80901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BoardDao.java</a:t>
            </a:r>
            <a:r>
              <a:rPr lang="ko-KR" altLang="en-US" dirty="0"/>
              <a:t>에 게시글 삭제를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삭제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164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파라미터로 전달받은 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게시글을 삭제한다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번호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게시글의 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028835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BoardDaoImpl.java</a:t>
            </a:r>
            <a:r>
              <a:rPr lang="ko-KR" altLang="en-US" dirty="0"/>
              <a:t>에 게시글 삭제를 위한 메소드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삭제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Dao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165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179925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삭제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Query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998269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삭제 쿼리 작성</a:t>
            </a:r>
            <a:endParaRPr lang="en-US" altLang="ko-KR" dirty="0"/>
          </a:p>
          <a:p>
            <a:pPr lvl="1"/>
            <a:r>
              <a:rPr lang="en-US" altLang="ko-KR" dirty="0"/>
              <a:t>BoardDaoMapper.xml</a:t>
            </a:r>
          </a:p>
          <a:p>
            <a:pPr lvl="2"/>
            <a:r>
              <a:rPr lang="ko-KR" altLang="en-US" dirty="0"/>
              <a:t>게시글 수정을 위한 메소드 </a:t>
            </a:r>
            <a:r>
              <a:rPr lang="en-US" altLang="ko-KR" dirty="0"/>
              <a:t>public int </a:t>
            </a:r>
            <a:r>
              <a:rPr lang="en-US" altLang="ko-KR" dirty="0" err="1"/>
              <a:t>updateOneBoard</a:t>
            </a:r>
            <a:r>
              <a:rPr lang="en-US" altLang="ko-KR" dirty="0"/>
              <a:t>(</a:t>
            </a:r>
            <a:r>
              <a:rPr lang="en-US" altLang="ko-KR" dirty="0" err="1"/>
              <a:t>BoardVO</a:t>
            </a:r>
            <a:r>
              <a:rPr lang="en-US" altLang="ko-KR" dirty="0"/>
              <a:t> </a:t>
            </a:r>
            <a:r>
              <a:rPr lang="en-US" altLang="ko-KR" dirty="0" err="1"/>
              <a:t>boardVO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/>
              <a:t>delete Tag</a:t>
            </a:r>
            <a:r>
              <a:rPr lang="ko-KR" altLang="en-US" dirty="0"/>
              <a:t>로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수정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Query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167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2514534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mapper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PUBLIC "-//mybatis.org//DTD Mapper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/mybatis-3-mapper.dtd"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DELETE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BOARD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ID = #{_parameter}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&lt;/delete&gt;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15155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삭제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Service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448488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BoardService.java</a:t>
            </a:r>
            <a:r>
              <a:rPr lang="ko-KR" altLang="en-US" dirty="0"/>
              <a:t>에 게시글 삭제를 위한 메소드 정의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삭제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169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파라미터로 전달받은 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게시글을 삭제한다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게시글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번호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정상적으로 삭제되었는지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828924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BoardServiceImpl.java</a:t>
            </a:r>
            <a:r>
              <a:rPr lang="ko-KR" altLang="en-US" dirty="0"/>
              <a:t>에 게시글 삭제를 위한 메소드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삭제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Service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 게시글을 삭제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에서 삭제한 게시글의 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527864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삭제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처리 하기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Controller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작성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087209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BoardController.java</a:t>
            </a:r>
            <a:r>
              <a:rPr lang="ko-KR" altLang="en-US" dirty="0"/>
              <a:t>에 게시글 삭제 요청처리를 위한 메소드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–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삭제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 작성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686A-D359-F991-76F8-85341AB8F7B8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"/board/delete/{id}"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doDeleteBoard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"redirect:/board/list"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"redirect:/board/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view?id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833220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7. </a:t>
            </a:r>
            <a:r>
              <a:rPr lang="ko-KR" altLang="en-US" sz="4000" b="1" dirty="0">
                <a:latin typeface="+mj-ea"/>
              </a:rPr>
              <a:t>게시판 만들어 보기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목록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View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완성하기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173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62300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 게시글 목록 페이지는 게시글의 수만 나타남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Jsp</a:t>
            </a:r>
            <a:r>
              <a:rPr lang="ko-KR" altLang="en-US" dirty="0"/>
              <a:t>로 전달된 </a:t>
            </a:r>
            <a:r>
              <a:rPr lang="en-US" altLang="ko-KR" dirty="0" err="1"/>
              <a:t>BoardListVO</a:t>
            </a:r>
            <a:r>
              <a:rPr lang="ko-KR" altLang="en-US" dirty="0"/>
              <a:t>의 </a:t>
            </a:r>
            <a:r>
              <a:rPr lang="en-US" altLang="ko-KR" dirty="0" err="1"/>
              <a:t>boardList</a:t>
            </a:r>
            <a:r>
              <a:rPr lang="ko-KR" altLang="en-US" dirty="0"/>
              <a:t>를 반복하며 게시글 목록을 나타내야 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174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6804DE4-3C40-FC81-34B7-A50A15E41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091" y="2151830"/>
            <a:ext cx="4972941" cy="423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40454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로 전달된 </a:t>
            </a:r>
            <a:r>
              <a:rPr lang="en-US" altLang="ko-KR" dirty="0"/>
              <a:t>Model</a:t>
            </a:r>
            <a:r>
              <a:rPr lang="ko-KR" altLang="en-US" dirty="0"/>
              <a:t>을 반복하려면 </a:t>
            </a:r>
            <a:r>
              <a:rPr lang="en-US" altLang="ko-KR" dirty="0"/>
              <a:t>JSTL</a:t>
            </a:r>
            <a:r>
              <a:rPr lang="ko-KR" altLang="en-US" dirty="0"/>
              <a:t>이 필요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JSP Standard Tag Library : JSP </a:t>
            </a:r>
            <a:r>
              <a:rPr lang="ko-KR" altLang="en-US" dirty="0"/>
              <a:t>표준 태그 라이브러리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JSP</a:t>
            </a:r>
            <a:r>
              <a:rPr lang="ko-KR" altLang="en-US" dirty="0"/>
              <a:t>에서 자주 사용하는 기능</a:t>
            </a:r>
            <a:r>
              <a:rPr lang="en-US" altLang="ko-KR" dirty="0"/>
              <a:t>(</a:t>
            </a:r>
            <a:r>
              <a:rPr lang="ko-KR" altLang="en-US" dirty="0"/>
              <a:t>반복 </a:t>
            </a:r>
            <a:r>
              <a:rPr lang="en-US" altLang="ko-KR" dirty="0"/>
              <a:t>/ </a:t>
            </a:r>
            <a:r>
              <a:rPr lang="ko-KR" altLang="en-US" dirty="0"/>
              <a:t>조건 </a:t>
            </a:r>
            <a:r>
              <a:rPr lang="en-US" altLang="ko-KR" dirty="0"/>
              <a:t>/ </a:t>
            </a:r>
            <a:r>
              <a:rPr lang="ko-KR" altLang="en-US" dirty="0"/>
              <a:t>데이터 </a:t>
            </a:r>
            <a:r>
              <a:rPr lang="ko-KR" altLang="en-US" dirty="0" err="1"/>
              <a:t>포멧</a:t>
            </a:r>
            <a:r>
              <a:rPr lang="en-US" altLang="ko-KR" dirty="0"/>
              <a:t>)</a:t>
            </a:r>
            <a:r>
              <a:rPr lang="ko-KR" altLang="en-US" dirty="0"/>
              <a:t>을 구현해 놓은 태그 라이브러리</a:t>
            </a:r>
          </a:p>
          <a:p>
            <a:pPr lvl="1"/>
            <a:r>
              <a:rPr lang="en-US" altLang="ko-KR" dirty="0"/>
              <a:t>JSP</a:t>
            </a:r>
            <a:r>
              <a:rPr lang="ko-KR" altLang="en-US" dirty="0"/>
              <a:t>의 </a:t>
            </a:r>
            <a:r>
              <a:rPr lang="en-US" altLang="ko-KR" dirty="0"/>
              <a:t>EL</a:t>
            </a:r>
            <a:r>
              <a:rPr lang="ko-KR" altLang="en-US" dirty="0"/>
              <a:t>과 함께 사용함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궁극적인 목표는 </a:t>
            </a:r>
            <a:r>
              <a:rPr lang="en-US" altLang="ko-KR" dirty="0"/>
              <a:t>JSP </a:t>
            </a:r>
            <a:r>
              <a:rPr lang="ko-KR" altLang="en-US" dirty="0"/>
              <a:t>의 </a:t>
            </a:r>
            <a:r>
              <a:rPr lang="en-US" altLang="ko-KR" dirty="0" err="1"/>
              <a:t>Scriptlet</a:t>
            </a:r>
            <a:r>
              <a:rPr lang="en-US" altLang="ko-KR" dirty="0"/>
              <a:t> </a:t>
            </a:r>
            <a:r>
              <a:rPr lang="ko-KR" altLang="en-US" dirty="0"/>
              <a:t>을 제거하기 위한 솔루션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Apache Jakarta Project </a:t>
            </a:r>
            <a:r>
              <a:rPr lang="ko-KR" altLang="en-US" dirty="0"/>
              <a:t>에서 </a:t>
            </a:r>
            <a:r>
              <a:rPr lang="en-US" altLang="ko-KR" dirty="0"/>
              <a:t>Tomcat Project </a:t>
            </a:r>
            <a:r>
              <a:rPr lang="ko-KR" altLang="en-US" dirty="0"/>
              <a:t>로 합병됨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JSTL Dependency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1"/>
            <a:r>
              <a:rPr lang="en-US" altLang="ko-KR" dirty="0"/>
              <a:t>pom.xml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46423-4C44-DB45-D36B-67682E560D18}"/>
              </a:ext>
            </a:extLst>
          </p:cNvPr>
          <p:cNvSpPr txBox="1"/>
          <p:nvPr/>
        </p:nvSpPr>
        <p:spPr>
          <a:xfrm>
            <a:off x="876300" y="3733800"/>
            <a:ext cx="723900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org.glassfish.web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jakarta.servlet.jsp.jstl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jakarta.servlet.jsp.jstl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jakarta.servlet.jsp.jstl-api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1555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Tab Library </a:t>
            </a:r>
            <a:r>
              <a:rPr lang="ko-KR" altLang="en-US" dirty="0"/>
              <a:t>사용을 위해서 </a:t>
            </a:r>
            <a:r>
              <a:rPr lang="en-US" altLang="ko-KR" dirty="0" err="1"/>
              <a:t>taglib</a:t>
            </a:r>
            <a:r>
              <a:rPr lang="en-US" altLang="ko-KR" dirty="0"/>
              <a:t> Directive </a:t>
            </a:r>
            <a:r>
              <a:rPr lang="ko-KR" altLang="en-US" dirty="0"/>
              <a:t>생성한다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1171B-5654-5F76-0D9E-A87A1AC36873}"/>
              </a:ext>
            </a:extLst>
          </p:cNvPr>
          <p:cNvSpPr txBox="1"/>
          <p:nvPr/>
        </p:nvSpPr>
        <p:spPr>
          <a:xfrm>
            <a:off x="456050" y="1676400"/>
            <a:ext cx="7773549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prefix="c"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jakarta.tags.core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81987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BoardListVO</a:t>
            </a:r>
            <a:r>
              <a:rPr lang="ko-KR" altLang="en-US" dirty="0"/>
              <a:t> 반복 시켜보기</a:t>
            </a:r>
            <a:r>
              <a:rPr lang="en-US" altLang="ko-KR" dirty="0"/>
              <a:t> ( 1 / 5 )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6C5DF-FAA7-6C7B-E3C3-38A931B9C49F}"/>
              </a:ext>
            </a:extLst>
          </p:cNvPr>
          <p:cNvSpPr txBox="1"/>
          <p:nvPr/>
        </p:nvSpPr>
        <p:spPr>
          <a:xfrm>
            <a:off x="456050" y="1676400"/>
            <a:ext cx="7773549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prefix="c"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="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jakarta.tags.core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 title here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a:link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a:hover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a:active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a:visited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text-decoration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border-collapse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collapse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border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#DDD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thead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#FFF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22281628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BoardListVO</a:t>
            </a:r>
            <a:r>
              <a:rPr lang="ko-KR" altLang="en-US" dirty="0"/>
              <a:t> 반복 시켜보기</a:t>
            </a:r>
            <a:r>
              <a:rPr lang="en-US" altLang="ko-KR" dirty="0"/>
              <a:t> ( 2 / 5 )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6C5DF-FAA7-6C7B-E3C3-38A931B9C49F}"/>
              </a:ext>
            </a:extLst>
          </p:cNvPr>
          <p:cNvSpPr txBox="1"/>
          <p:nvPr/>
        </p:nvSpPr>
        <p:spPr>
          <a:xfrm>
            <a:off x="456050" y="1676400"/>
            <a:ext cx="7773549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thead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border-right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#F0F0F0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th:last-child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td:last-child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border-right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tr:nth-child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(odd)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#F5F5F5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tr:hover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#FAFAFA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table.table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197990720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BoardListVO</a:t>
            </a:r>
            <a:r>
              <a:rPr lang="ko-KR" altLang="en-US" dirty="0"/>
              <a:t> 반복 시켜보기</a:t>
            </a:r>
            <a:r>
              <a:rPr lang="en-US" altLang="ko-KR" dirty="0"/>
              <a:t> ( 3 / 5 )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179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6C5DF-FAA7-6C7B-E3C3-38A931B9C49F}"/>
              </a:ext>
            </a:extLst>
          </p:cNvPr>
          <p:cNvSpPr txBox="1"/>
          <p:nvPr/>
        </p:nvSpPr>
        <p:spPr>
          <a:xfrm>
            <a:off x="456050" y="1676400"/>
            <a:ext cx="7773549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  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div.right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총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boardList.boardCnt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건의 게시글이 검색되었습니다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"table"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thead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&lt;th&gt;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번호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&lt;/th&gt;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&lt;th&gt;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&lt;/th&gt;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76090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BoardListVO</a:t>
            </a:r>
            <a:r>
              <a:rPr lang="ko-KR" altLang="en-US" dirty="0"/>
              <a:t> 반복 시켜보기</a:t>
            </a:r>
            <a:r>
              <a:rPr lang="en-US" altLang="ko-KR" dirty="0"/>
              <a:t> ( 4 / 5 )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6C5DF-FAA7-6C7B-E3C3-38A931B9C49F}"/>
              </a:ext>
            </a:extLst>
          </p:cNvPr>
          <p:cNvSpPr txBox="1"/>
          <p:nvPr/>
        </p:nvSpPr>
        <p:spPr>
          <a:xfrm>
            <a:off x="456050" y="1676400"/>
            <a:ext cx="7773549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&lt;th&gt;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&lt;/th&gt;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&lt;th&gt;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조회수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&lt;/th&gt;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&lt;th&gt;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&lt;/th&gt;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&lt;th&gt;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&lt;/th&gt;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thead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tbody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items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boardList.boardList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"board"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&lt;tr&gt;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${board.id}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"/board/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view?id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=${board.id}"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               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board.subject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board.email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board.viewCnt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board.crtDt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board.mdfyDt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&lt;/tr&gt;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tbody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397846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BoardListVO</a:t>
            </a:r>
            <a:r>
              <a:rPr lang="ko-KR" altLang="en-US" dirty="0"/>
              <a:t> 반복 시켜보기</a:t>
            </a:r>
            <a:r>
              <a:rPr lang="en-US" altLang="ko-KR" dirty="0"/>
              <a:t> ( 5 / 5 )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JSTL </a:t>
            </a:r>
            <a:r>
              <a:rPr lang="ko-KR" altLang="en-US" dirty="0"/>
              <a:t>코드는 </a:t>
            </a:r>
            <a:r>
              <a:rPr lang="en-US" altLang="ko-KR" dirty="0"/>
              <a:t>HTML</a:t>
            </a:r>
            <a:r>
              <a:rPr lang="ko-KR" altLang="en-US" dirty="0"/>
              <a:t>로 변환되어 처리된다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6C5DF-FAA7-6C7B-E3C3-38A931B9C49F}"/>
              </a:ext>
            </a:extLst>
          </p:cNvPr>
          <p:cNvSpPr txBox="1"/>
          <p:nvPr/>
        </p:nvSpPr>
        <p:spPr>
          <a:xfrm>
            <a:off x="456050" y="1676400"/>
            <a:ext cx="7773549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&lt;/table&gt;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317469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확인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모든 게시글의 내용 보기 페이지로 들어가 게시글을 삭제해본다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59DD68-5A35-6C94-F35D-26F266171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4563059" cy="388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3270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게시글이 없을 때</a:t>
            </a:r>
            <a:r>
              <a:rPr lang="en-US" altLang="ko-KR" dirty="0"/>
              <a:t>, “</a:t>
            </a:r>
            <a:r>
              <a:rPr lang="ko-KR" altLang="en-US" dirty="0"/>
              <a:t>등록된 게시글이 없습니다</a:t>
            </a:r>
            <a:r>
              <a:rPr lang="en-US" altLang="ko-KR" dirty="0"/>
              <a:t>“ </a:t>
            </a:r>
            <a:r>
              <a:rPr lang="ko-KR" altLang="en-US" dirty="0"/>
              <a:t>라고 표시해주기</a:t>
            </a:r>
            <a:endParaRPr lang="en-US" altLang="ko-KR" dirty="0"/>
          </a:p>
          <a:p>
            <a:pPr lvl="1"/>
            <a:r>
              <a:rPr lang="ko-KR" altLang="en-US" dirty="0"/>
              <a:t>게시글 </a:t>
            </a:r>
            <a:r>
              <a:rPr lang="en-US" altLang="ko-KR" dirty="0"/>
              <a:t>List</a:t>
            </a:r>
            <a:r>
              <a:rPr lang="ko-KR" altLang="en-US" dirty="0"/>
              <a:t>가 없는지 확인하고 없다면 </a:t>
            </a:r>
            <a:r>
              <a:rPr lang="en-US" altLang="ko-KR" dirty="0"/>
              <a:t>“</a:t>
            </a:r>
            <a:r>
              <a:rPr lang="ko-KR" altLang="en-US" dirty="0"/>
              <a:t>등록된 게시글이 없습니다</a:t>
            </a:r>
            <a:r>
              <a:rPr lang="en-US" altLang="ko-KR" dirty="0"/>
              <a:t>“ </a:t>
            </a:r>
            <a:r>
              <a:rPr lang="ko-KR" altLang="en-US" dirty="0"/>
              <a:t>라고 표시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E1129-8CDB-5C00-3DB4-A1E4079FE8D6}"/>
              </a:ext>
            </a:extLst>
          </p:cNvPr>
          <p:cNvSpPr txBox="1"/>
          <p:nvPr/>
        </p:nvSpPr>
        <p:spPr>
          <a:xfrm>
            <a:off x="456050" y="1905000"/>
            <a:ext cx="8687950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tbody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"${not empty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boardList.boardList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items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boardList.boardList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&lt;tr&gt;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&lt;td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colspan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"6"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등록된 게시글이 없습니다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&lt;/tr&gt;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tbody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26617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게시글이 없을 때</a:t>
            </a:r>
            <a:r>
              <a:rPr lang="en-US" altLang="ko-KR" dirty="0"/>
              <a:t>, “</a:t>
            </a:r>
            <a:r>
              <a:rPr lang="ko-KR" altLang="en-US" dirty="0"/>
              <a:t>등록된 게시글이 없습니다</a:t>
            </a:r>
            <a:r>
              <a:rPr lang="en-US" altLang="ko-KR" dirty="0"/>
              <a:t>“ </a:t>
            </a:r>
            <a:r>
              <a:rPr lang="ko-KR" altLang="en-US" dirty="0"/>
              <a:t>라고 표시해주기</a:t>
            </a:r>
            <a:endParaRPr lang="en-US" altLang="ko-KR" dirty="0"/>
          </a:p>
          <a:p>
            <a:pPr lvl="1"/>
            <a:r>
              <a:rPr lang="ko-KR" altLang="en-US" dirty="0"/>
              <a:t>게시글 </a:t>
            </a:r>
            <a:r>
              <a:rPr lang="en-US" altLang="ko-KR" dirty="0"/>
              <a:t>List</a:t>
            </a:r>
            <a:r>
              <a:rPr lang="ko-KR" altLang="en-US" dirty="0"/>
              <a:t>가 없는지 확인하고 없다면 </a:t>
            </a:r>
            <a:r>
              <a:rPr lang="en-US" altLang="ko-KR" dirty="0"/>
              <a:t>“</a:t>
            </a:r>
            <a:r>
              <a:rPr lang="ko-KR" altLang="en-US" dirty="0"/>
              <a:t>등록된 게시글이 없습니다</a:t>
            </a:r>
            <a:r>
              <a:rPr lang="en-US" altLang="ko-KR" dirty="0"/>
              <a:t>“ </a:t>
            </a:r>
            <a:r>
              <a:rPr lang="ko-KR" altLang="en-US" dirty="0"/>
              <a:t>라고 표시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게시글을 등록하면 등록한 게시글이 나타난다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게시판 만들어 보기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View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완성하기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0F958F-04B2-A5FA-0ADD-BF5908FAC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905000"/>
            <a:ext cx="4676422" cy="398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0676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8. </a:t>
            </a:r>
            <a:r>
              <a:rPr lang="ko-KR" altLang="en-US" sz="4000" b="1" dirty="0">
                <a:latin typeface="+mj-ea"/>
              </a:rPr>
              <a:t>파일 업로드</a:t>
            </a:r>
            <a:r>
              <a:rPr lang="en-US" altLang="ko-KR" sz="4000" b="1" dirty="0">
                <a:latin typeface="+mj-ea"/>
              </a:rPr>
              <a:t>/</a:t>
            </a:r>
            <a:r>
              <a:rPr lang="ko-KR" altLang="en-US" sz="4000" b="1" dirty="0">
                <a:latin typeface="+mj-ea"/>
              </a:rPr>
              <a:t>다운로드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23644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</a:t>
            </a:r>
            <a:r>
              <a:rPr lang="en-US" altLang="ko-KR" dirty="0"/>
              <a:t>/</a:t>
            </a:r>
            <a:r>
              <a:rPr lang="ko-KR" altLang="en-US" dirty="0"/>
              <a:t>수정 시 파일을 업로드 할 수 있도록 개선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파일 업로드를 위한 설정</a:t>
            </a:r>
            <a:endParaRPr lang="en-US" altLang="ko-KR" dirty="0"/>
          </a:p>
          <a:p>
            <a:pPr lvl="1"/>
            <a:r>
              <a:rPr lang="en-US" altLang="ko-KR" dirty="0" err="1"/>
              <a:t>application.properties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2303418"/>
            <a:ext cx="7239000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#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파일 업로드 설정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#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사용자 정의 프로퍼티 </a:t>
            </a: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(Spring Boot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설정과는 관련 없음</a:t>
            </a: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app.multipart.base-dir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C:/uploadfiles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#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파일명 난독화 설정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app.multipart.obfuscation.enable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true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#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파일 확장자 가릴 것 인지 설정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app.multipart.obfuscation.hide-ext.enable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true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br>
              <a:rPr lang="ko-KR" alt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#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스프링 파일 업로드 설정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#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최대 업로드 파일 크기 설정 </a:t>
            </a: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(100MB)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spring.servlet.multipart.max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-file-size=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104857600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# </a:t>
            </a:r>
            <a:r>
              <a:rPr lang="ko-KR" altLang="en-US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요청당 최대 업로드 파일 크기 설정 </a:t>
            </a:r>
            <a:r>
              <a:rPr lang="en-US" altLang="ko-KR" sz="1400" b="0" dirty="0">
                <a:solidFill>
                  <a:srgbClr val="93A1A1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(10MB)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spring.servlet.multipart.max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-request-size=</a:t>
            </a:r>
            <a:r>
              <a:rPr lang="en-US" altLang="ko-KR" sz="1400" b="0" dirty="0">
                <a:solidFill>
                  <a:srgbClr val="2AA198"/>
                </a:solidFill>
                <a:effectLst/>
                <a:latin typeface="Courier New" panose="02070309020205020404" pitchFamily="49" charset="0"/>
                <a:ea typeface="맑은 고딕" panose="020B0503020000020004" pitchFamily="50" charset="-127"/>
              </a:rPr>
              <a:t>10485760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787262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업로드만 처리하는 </a:t>
            </a:r>
            <a:r>
              <a:rPr lang="en-US" altLang="ko-KR" dirty="0"/>
              <a:t>Class </a:t>
            </a:r>
            <a:r>
              <a:rPr lang="ko-KR" altLang="en-US" dirty="0"/>
              <a:t>작성하기</a:t>
            </a:r>
            <a:r>
              <a:rPr lang="en-US" altLang="ko-KR" dirty="0"/>
              <a:t>. ( 1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187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600200"/>
            <a:ext cx="8686800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IOException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UUID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294857971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업로드만 처리하는 </a:t>
            </a:r>
            <a:r>
              <a:rPr lang="en-US" altLang="ko-KR" dirty="0"/>
              <a:t>Class </a:t>
            </a:r>
            <a:r>
              <a:rPr lang="ko-KR" altLang="en-US" dirty="0"/>
              <a:t>작성하기</a:t>
            </a:r>
            <a:r>
              <a:rPr lang="en-US" altLang="ko-KR" dirty="0"/>
              <a:t>. ( 2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188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600200"/>
            <a:ext cx="8686800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getObfuscationFileName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getOriginalFilename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storePath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getParentFile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exists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storePath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getParentFile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mkdirs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transferTo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IllegalStateException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|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IOException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getOriginalFilename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4497524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업로드만 처리하는 </a:t>
            </a:r>
            <a:r>
              <a:rPr lang="en-US" altLang="ko-KR" dirty="0"/>
              <a:t>Class </a:t>
            </a:r>
            <a:r>
              <a:rPr lang="ko-KR" altLang="en-US" dirty="0"/>
              <a:t>작성하기</a:t>
            </a:r>
            <a:r>
              <a:rPr lang="en-US" altLang="ko-KR" dirty="0"/>
              <a:t>. ( 3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189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600200"/>
            <a:ext cx="8686800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   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getObfuscationFileName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substring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lastIndexOf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obfuscationName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UUID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randomUUID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toString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obfuscationName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obfuscationName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realFilePath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88009906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업로드만 처리하는 </a:t>
            </a:r>
            <a:r>
              <a:rPr lang="en-US" altLang="ko-KR" dirty="0"/>
              <a:t>Class </a:t>
            </a:r>
            <a:r>
              <a:rPr lang="ko-KR" altLang="en-US" dirty="0"/>
              <a:t>작성하기</a:t>
            </a:r>
            <a:r>
              <a:rPr lang="en-US" altLang="ko-KR" dirty="0"/>
              <a:t>. ( 4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600200"/>
            <a:ext cx="86868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      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realFilePath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getAbsolutePath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getRealFilePath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realFilePath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getFileSize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483651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업로드만 처리하는 </a:t>
            </a:r>
            <a:r>
              <a:rPr lang="en-US" altLang="ko-KR" dirty="0"/>
              <a:t>Bean </a:t>
            </a:r>
            <a:r>
              <a:rPr lang="ko-KR" altLang="en-US" dirty="0"/>
              <a:t>생성하기</a:t>
            </a:r>
            <a:r>
              <a:rPr lang="en-US" altLang="ko-KR" dirty="0"/>
              <a:t>.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600200"/>
            <a:ext cx="8686800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SpringBootConfiguration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SpringBootConfiguration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CustomBeanInitializer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"${app.multipart.base-dir:C:/uploadfiles}"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"${app.multipart.obfuscation.enable:false}"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"${app.multipart.obfuscation.hide-ext.enable:false}"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Bean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550257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업로드만 처리하는 </a:t>
            </a:r>
            <a:r>
              <a:rPr lang="en-US" altLang="ko-KR" dirty="0"/>
              <a:t>Bean </a:t>
            </a:r>
            <a:r>
              <a:rPr lang="ko-KR" altLang="en-US" dirty="0"/>
              <a:t>생성하기</a:t>
            </a:r>
            <a:r>
              <a:rPr lang="en-US" altLang="ko-KR" dirty="0"/>
              <a:t>.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192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600200"/>
            <a:ext cx="8686800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enableObfuscation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075145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화면에 </a:t>
            </a:r>
            <a:r>
              <a:rPr lang="en-US" altLang="ko-KR" dirty="0"/>
              <a:t>file </a:t>
            </a:r>
            <a:r>
              <a:rPr lang="ko-KR" altLang="en-US" dirty="0"/>
              <a:t>업로드 객체 추가하기</a:t>
            </a:r>
            <a:r>
              <a:rPr lang="en-US" altLang="ko-KR" dirty="0"/>
              <a:t>. ( 1 / 2 )</a:t>
            </a:r>
          </a:p>
          <a:p>
            <a:pPr lvl="1"/>
            <a:r>
              <a:rPr lang="en-US" altLang="ko-KR" dirty="0" err="1"/>
              <a:t>boardwrite.jsp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892271"/>
            <a:ext cx="86868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button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[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]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"multipart/form-data"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838357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화면에 </a:t>
            </a:r>
            <a:r>
              <a:rPr lang="en-US" altLang="ko-KR" dirty="0"/>
              <a:t>file </a:t>
            </a:r>
            <a:r>
              <a:rPr lang="ko-KR" altLang="en-US" dirty="0"/>
              <a:t>업로드 객체 추가하기</a:t>
            </a:r>
            <a:r>
              <a:rPr lang="en-US" altLang="ko-KR" dirty="0"/>
              <a:t>. ( 2 / 2 )</a:t>
            </a:r>
          </a:p>
          <a:p>
            <a:pPr lvl="1"/>
            <a:r>
              <a:rPr lang="en-US" altLang="ko-KR" dirty="0" err="1"/>
              <a:t>boardwrite.jsp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892271"/>
            <a:ext cx="86868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"height: 300px;"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"submit"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저장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&lt;/form&gt;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835095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등록 화면에 </a:t>
            </a:r>
            <a:r>
              <a:rPr lang="en-US" altLang="ko-KR" dirty="0"/>
              <a:t>file </a:t>
            </a:r>
            <a:r>
              <a:rPr lang="ko-KR" altLang="en-US" dirty="0"/>
              <a:t>업로드 객체 추가하기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boardwrite.jsp</a:t>
            </a:r>
            <a:endParaRPr lang="en-US" altLang="ko-KR" dirty="0"/>
          </a:p>
          <a:p>
            <a:pPr lvl="1"/>
            <a:r>
              <a:rPr lang="en-US" altLang="ko-KR" dirty="0"/>
              <a:t>Controller</a:t>
            </a:r>
            <a:r>
              <a:rPr lang="ko-KR" altLang="en-US" dirty="0"/>
              <a:t>로 파일을 보내려면 </a:t>
            </a:r>
            <a:r>
              <a:rPr lang="en-US" altLang="ko-KR" dirty="0"/>
              <a:t>form</a:t>
            </a:r>
            <a:r>
              <a:rPr lang="ko-KR" altLang="en-US" dirty="0"/>
              <a:t>의 </a:t>
            </a:r>
            <a:r>
              <a:rPr lang="en-US" altLang="ko-KR" dirty="0" err="1"/>
              <a:t>enctype</a:t>
            </a:r>
            <a:r>
              <a:rPr lang="ko-KR" altLang="en-US" dirty="0"/>
              <a:t>을 </a:t>
            </a:r>
            <a:r>
              <a:rPr lang="en-US" altLang="ko-KR" dirty="0"/>
              <a:t>“multipart/form-data”</a:t>
            </a:r>
            <a:r>
              <a:rPr lang="ko-KR" altLang="en-US" dirty="0"/>
              <a:t>로 </a:t>
            </a:r>
            <a:r>
              <a:rPr lang="ko-KR" altLang="en-US" dirty="0" err="1"/>
              <a:t>작성해야한다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382379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확인하기</a:t>
            </a:r>
            <a:endParaRPr lang="en-US" altLang="ko-KR" dirty="0"/>
          </a:p>
          <a:p>
            <a:pPr lvl="1"/>
            <a:r>
              <a:rPr lang="en-US" altLang="ko-KR" dirty="0"/>
              <a:t>BoardController.java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54EF-8930-892F-C63C-D31E26A3BCC3}"/>
              </a:ext>
            </a:extLst>
          </p:cNvPr>
          <p:cNvSpPr txBox="1"/>
          <p:nvPr/>
        </p:nvSpPr>
        <p:spPr>
          <a:xfrm>
            <a:off x="379476" y="1892271"/>
            <a:ext cx="86868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첨부파일명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getOriginalFilename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473694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확인하기</a:t>
            </a:r>
            <a:endParaRPr lang="en-US" altLang="ko-KR" dirty="0"/>
          </a:p>
          <a:p>
            <a:pPr lvl="1"/>
            <a:r>
              <a:rPr lang="en-US" altLang="ko-KR" dirty="0"/>
              <a:t>BoardController.java</a:t>
            </a:r>
          </a:p>
          <a:p>
            <a:pPr lvl="2"/>
            <a:r>
              <a:rPr lang="en-US" altLang="ko-KR" dirty="0"/>
              <a:t>@RequestParam </a:t>
            </a:r>
            <a:r>
              <a:rPr lang="en-US" altLang="ko-KR" dirty="0" err="1"/>
              <a:t>MultipartFile</a:t>
            </a:r>
            <a:r>
              <a:rPr lang="en-US" altLang="ko-KR" dirty="0"/>
              <a:t> file</a:t>
            </a:r>
          </a:p>
          <a:p>
            <a:pPr lvl="2"/>
            <a:r>
              <a:rPr lang="ko-KR" altLang="en-US" dirty="0"/>
              <a:t>사용자가 업로드한 파일은 </a:t>
            </a:r>
            <a:r>
              <a:rPr lang="en-US" altLang="ko-KR" dirty="0" err="1"/>
              <a:t>MultipartFile</a:t>
            </a:r>
            <a:r>
              <a:rPr lang="en-US" altLang="ko-KR" dirty="0"/>
              <a:t> </a:t>
            </a:r>
            <a:r>
              <a:rPr lang="ko-KR" altLang="en-US" dirty="0"/>
              <a:t>타입으로 가져올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변수명은</a:t>
            </a:r>
            <a:r>
              <a:rPr lang="en-US" altLang="ko-KR" dirty="0"/>
              <a:t> input type=file </a:t>
            </a:r>
            <a:r>
              <a:rPr lang="ko-KR" altLang="en-US" dirty="0"/>
              <a:t>의 </a:t>
            </a:r>
            <a:r>
              <a:rPr lang="en-US" altLang="ko-KR" dirty="0"/>
              <a:t>name</a:t>
            </a:r>
            <a:r>
              <a:rPr lang="ko-KR" altLang="en-US" dirty="0"/>
              <a:t>과 동일하게 해야 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805604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하기</a:t>
            </a:r>
            <a:endParaRPr lang="en-US" altLang="ko-KR" dirty="0"/>
          </a:p>
          <a:p>
            <a:pPr lvl="1"/>
            <a:r>
              <a:rPr lang="en-US" altLang="ko-KR" dirty="0"/>
              <a:t>BoardService.java</a:t>
            </a:r>
          </a:p>
          <a:p>
            <a:pPr lvl="2"/>
            <a:r>
              <a:rPr lang="ko-KR" altLang="en-US" dirty="0"/>
              <a:t>게시글</a:t>
            </a:r>
            <a:r>
              <a:rPr lang="en-US" altLang="ko-KR" dirty="0"/>
              <a:t> </a:t>
            </a:r>
            <a:r>
              <a:rPr lang="ko-KR" altLang="en-US" dirty="0"/>
              <a:t>작성 </a:t>
            </a:r>
            <a:r>
              <a:rPr lang="en-US" altLang="ko-KR" dirty="0" err="1"/>
              <a:t>createNewBoard</a:t>
            </a:r>
            <a:r>
              <a:rPr lang="en-US" altLang="ko-KR" dirty="0"/>
              <a:t> </a:t>
            </a:r>
            <a:r>
              <a:rPr lang="ko-KR" altLang="en-US" dirty="0"/>
              <a:t>메소드에 </a:t>
            </a:r>
            <a:r>
              <a:rPr lang="en-US" altLang="ko-KR" dirty="0" err="1"/>
              <a:t>MultipartFile</a:t>
            </a:r>
            <a:r>
              <a:rPr lang="en-US" altLang="ko-KR" dirty="0"/>
              <a:t> </a:t>
            </a:r>
            <a:r>
              <a:rPr lang="ko-KR" altLang="en-US" dirty="0"/>
              <a:t>파라미터를 추가한다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F939A-63BD-366C-77E7-064D2BA65CC9}"/>
              </a:ext>
            </a:extLst>
          </p:cNvPr>
          <p:cNvSpPr txBox="1"/>
          <p:nvPr/>
        </p:nvSpPr>
        <p:spPr>
          <a:xfrm>
            <a:off x="379476" y="2286000"/>
            <a:ext cx="8686800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새로운 게시글 등록 처리한다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입력한 게시글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사용자가 업로드한 파일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정상적으로 등록되었는지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513889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하기</a:t>
            </a:r>
            <a:endParaRPr lang="en-US" altLang="ko-KR" dirty="0"/>
          </a:p>
          <a:p>
            <a:pPr lvl="1"/>
            <a:r>
              <a:rPr lang="en-US" altLang="ko-KR" dirty="0"/>
              <a:t>BoardServiceImpl.java</a:t>
            </a:r>
          </a:p>
          <a:p>
            <a:pPr lvl="2"/>
            <a:r>
              <a:rPr lang="ko-KR" altLang="en-US" dirty="0"/>
              <a:t>게시글</a:t>
            </a:r>
            <a:r>
              <a:rPr lang="en-US" altLang="ko-KR" dirty="0"/>
              <a:t> </a:t>
            </a:r>
            <a:r>
              <a:rPr lang="ko-KR" altLang="en-US" dirty="0"/>
              <a:t>작성 </a:t>
            </a:r>
            <a:r>
              <a:rPr lang="en-US" altLang="ko-KR" dirty="0" err="1"/>
              <a:t>createNewBoard</a:t>
            </a:r>
            <a:r>
              <a:rPr lang="en-US" altLang="ko-KR" dirty="0"/>
              <a:t> </a:t>
            </a:r>
            <a:r>
              <a:rPr lang="ko-KR" altLang="en-US" dirty="0"/>
              <a:t>메소드에 </a:t>
            </a:r>
            <a:r>
              <a:rPr lang="en-US" altLang="ko-KR" dirty="0" err="1"/>
              <a:t>MultipartFile</a:t>
            </a:r>
            <a:r>
              <a:rPr lang="en-US" altLang="ko-KR" dirty="0"/>
              <a:t> </a:t>
            </a:r>
            <a:r>
              <a:rPr lang="ko-KR" altLang="en-US" dirty="0"/>
              <a:t>파라미터를 추가한다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199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F939A-63BD-366C-77E7-064D2BA65CC9}"/>
              </a:ext>
            </a:extLst>
          </p:cNvPr>
          <p:cNvSpPr txBox="1"/>
          <p:nvPr/>
        </p:nvSpPr>
        <p:spPr>
          <a:xfrm>
            <a:off x="379476" y="2286000"/>
            <a:ext cx="8686800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게시글 등록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등록한 게시글의 개수를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등록한 개수가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보다 크다면 성공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아니라면 실패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027878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하기</a:t>
            </a:r>
            <a:endParaRPr lang="en-US" altLang="ko-KR" dirty="0"/>
          </a:p>
          <a:p>
            <a:pPr lvl="1"/>
            <a:r>
              <a:rPr lang="en-US" altLang="ko-KR" dirty="0"/>
              <a:t>BoardServiceImpl.java </a:t>
            </a:r>
            <a:r>
              <a:rPr lang="ko-KR" altLang="en-US" dirty="0"/>
              <a:t>에 앞서 만든 </a:t>
            </a:r>
            <a:r>
              <a:rPr lang="en-US" altLang="ko-KR" dirty="0" err="1"/>
              <a:t>FileHandler</a:t>
            </a:r>
            <a:r>
              <a:rPr lang="en-US" altLang="ko-KR" dirty="0"/>
              <a:t> Bean</a:t>
            </a:r>
            <a:r>
              <a:rPr lang="ko-KR" altLang="en-US" dirty="0"/>
              <a:t>을 </a:t>
            </a:r>
            <a:r>
              <a:rPr lang="en-US" altLang="ko-KR" dirty="0"/>
              <a:t>DI </a:t>
            </a:r>
            <a:r>
              <a:rPr lang="ko-KR" altLang="en-US" dirty="0"/>
              <a:t>해야 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F939A-63BD-366C-77E7-064D2BA65CC9}"/>
              </a:ext>
            </a:extLst>
          </p:cNvPr>
          <p:cNvSpPr txBox="1"/>
          <p:nvPr/>
        </p:nvSpPr>
        <p:spPr>
          <a:xfrm>
            <a:off x="379476" y="1892271"/>
            <a:ext cx="8686800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463838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하기</a:t>
            </a:r>
            <a:endParaRPr lang="en-US" altLang="ko-KR" dirty="0"/>
          </a:p>
          <a:p>
            <a:pPr lvl="1"/>
            <a:r>
              <a:rPr lang="en-US" altLang="ko-KR" dirty="0"/>
              <a:t>BoardServiceImpl.java</a:t>
            </a:r>
            <a:r>
              <a:rPr lang="ko-KR" altLang="en-US" dirty="0"/>
              <a:t>에 업로드 로직 구현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F939A-63BD-366C-77E7-064D2BA65CC9}"/>
              </a:ext>
            </a:extLst>
          </p:cNvPr>
          <p:cNvSpPr txBox="1"/>
          <p:nvPr/>
        </p:nvSpPr>
        <p:spPr>
          <a:xfrm>
            <a:off x="379476" y="1892271"/>
            <a:ext cx="86868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파일을 업로드하고 결과를 받아온다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RealFileName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FileSize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println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RealFilePath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getRealFilePath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68817111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하기</a:t>
            </a:r>
            <a:endParaRPr lang="en-US" altLang="ko-KR" dirty="0"/>
          </a:p>
          <a:p>
            <a:pPr lvl="1"/>
            <a:r>
              <a:rPr lang="en-US" altLang="ko-KR" dirty="0"/>
              <a:t>BoardServiceImpl.java</a:t>
            </a:r>
            <a:r>
              <a:rPr lang="ko-KR" altLang="en-US" dirty="0"/>
              <a:t>에 업로드 로직 구현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F939A-63BD-366C-77E7-064D2BA65CC9}"/>
              </a:ext>
            </a:extLst>
          </p:cNvPr>
          <p:cNvSpPr txBox="1"/>
          <p:nvPr/>
        </p:nvSpPr>
        <p:spPr>
          <a:xfrm>
            <a:off x="379476" y="1892271"/>
            <a:ext cx="8686800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게시글 등록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등록한 게시글의 개수를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등록한 개수가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보다 크다면 성공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아니라면 실패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539390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업로드 하기</a:t>
            </a:r>
            <a:endParaRPr lang="en-US" altLang="ko-KR" dirty="0"/>
          </a:p>
          <a:p>
            <a:pPr lvl="1"/>
            <a:r>
              <a:rPr lang="ko-KR" altLang="en-US" dirty="0"/>
              <a:t>변경된 </a:t>
            </a:r>
            <a:r>
              <a:rPr lang="en-US" altLang="ko-KR" dirty="0" err="1"/>
              <a:t>BoardService</a:t>
            </a:r>
            <a:r>
              <a:rPr lang="en-US" altLang="ko-KR" dirty="0"/>
              <a:t> </a:t>
            </a:r>
            <a:r>
              <a:rPr lang="ko-KR" altLang="en-US" dirty="0"/>
              <a:t>인터페이스로 </a:t>
            </a:r>
            <a:r>
              <a:rPr lang="ko-KR" altLang="en-US" dirty="0" err="1"/>
              <a:t>영향받은</a:t>
            </a:r>
            <a:r>
              <a:rPr lang="ko-KR" altLang="en-US" dirty="0"/>
              <a:t> </a:t>
            </a:r>
            <a:r>
              <a:rPr lang="en-US" altLang="ko-KR" dirty="0" err="1"/>
              <a:t>BoardController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F939A-63BD-366C-77E7-064D2BA65CC9}"/>
              </a:ext>
            </a:extLst>
          </p:cNvPr>
          <p:cNvSpPr txBox="1"/>
          <p:nvPr/>
        </p:nvSpPr>
        <p:spPr>
          <a:xfrm>
            <a:off x="379476" y="2209800"/>
            <a:ext cx="8686800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   ,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759496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업로드 테스트 하기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8C073A-C0F0-7E0E-14CE-20CFEA91C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1945"/>
            <a:ext cx="5913647" cy="497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9966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업로드 테스트 하기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서버 콘솔 </a:t>
            </a:r>
            <a:r>
              <a:rPr lang="en-US" altLang="ko-KR" dirty="0"/>
              <a:t>(STS4 </a:t>
            </a:r>
            <a:r>
              <a:rPr lang="ko-KR" altLang="en-US" dirty="0"/>
              <a:t>콘솔</a:t>
            </a:r>
            <a:r>
              <a:rPr lang="en-US" altLang="ko-KR" dirty="0"/>
              <a:t>)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RealFilePath</a:t>
            </a:r>
            <a:r>
              <a:rPr lang="ko-KR" altLang="en-US" dirty="0"/>
              <a:t>가 존재하는지 확인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522AF-AB15-9859-7CB6-3B77DE1E8ED3}"/>
              </a:ext>
            </a:extLst>
          </p:cNvPr>
          <p:cNvSpPr txBox="1"/>
          <p:nvPr/>
        </p:nvSpPr>
        <p:spPr>
          <a:xfrm>
            <a:off x="800100" y="1905000"/>
            <a:ext cx="7315200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License.txt</a:t>
            </a:r>
          </a:p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72ebadc0-8e83-4804-a092-af58fc772eb3</a:t>
            </a:r>
          </a:p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3324</a:t>
            </a:r>
          </a:p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RealFilePath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C:\uploadfiles\72ebadc0-8e83-4804-a092-af58fc772eb3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5CDC55-2A79-1933-DAA3-1F33DEC2C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657600"/>
            <a:ext cx="6158464" cy="269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01715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업로드 테스트 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RealFilePath</a:t>
            </a:r>
            <a:r>
              <a:rPr lang="ko-KR" altLang="en-US" dirty="0"/>
              <a:t>가 존재하는지 확인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522AF-AB15-9859-7CB6-3B77DE1E8ED3}"/>
              </a:ext>
            </a:extLst>
          </p:cNvPr>
          <p:cNvSpPr txBox="1"/>
          <p:nvPr/>
        </p:nvSpPr>
        <p:spPr>
          <a:xfrm>
            <a:off x="800100" y="1905000"/>
            <a:ext cx="7315200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License.txt</a:t>
            </a:r>
          </a:p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72ebadc0-8e83-4804-a092-af58fc772eb3</a:t>
            </a:r>
          </a:p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3324</a:t>
            </a:r>
          </a:p>
          <a:p>
            <a:pPr algn="l"/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RealFilePath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C:\uploadfiles\72ebadc0-8e83-4804-a092-af58fc772eb3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4952DB-64D4-E68C-FB6E-3A0E7B4D2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29" y="3657600"/>
            <a:ext cx="8363949" cy="6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1900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다운로드를 위해 게시글 내용 보기에 첨부파일 내용 추가하기 </a:t>
            </a:r>
            <a:r>
              <a:rPr lang="en-US" altLang="ko-KR" dirty="0"/>
              <a:t>( 1 / 2 )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BAFEF-D454-255D-41F7-B8FE65B68A9F}"/>
              </a:ext>
            </a:extLst>
          </p:cNvPr>
          <p:cNvSpPr txBox="1"/>
          <p:nvPr/>
        </p:nvSpPr>
        <p:spPr>
          <a:xfrm>
            <a:off x="685800" y="1905000"/>
            <a:ext cx="83820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viewCnt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조회수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6514881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다운로드를 위해 게시글 내용 보기에 첨부파일 내용 추가하기 </a:t>
            </a:r>
            <a:r>
              <a:rPr lang="en-US" altLang="ko-KR" dirty="0"/>
              <a:t>( 2 / 2 )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BAFEF-D454-255D-41F7-B8FE65B68A9F}"/>
              </a:ext>
            </a:extLst>
          </p:cNvPr>
          <p:cNvSpPr txBox="1"/>
          <p:nvPr/>
        </p:nvSpPr>
        <p:spPr>
          <a:xfrm>
            <a:off x="685800" y="1905000"/>
            <a:ext cx="838200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</a:t>
            </a:r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/download/${boardVO.id}"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183359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다운로드 처리하기</a:t>
            </a:r>
            <a:endParaRPr lang="en-US" altLang="ko-KR" dirty="0"/>
          </a:p>
          <a:p>
            <a:pPr lvl="1"/>
            <a:r>
              <a:rPr lang="en-US" altLang="ko-KR" dirty="0"/>
              <a:t>FileHandler.java</a:t>
            </a:r>
          </a:p>
          <a:p>
            <a:pPr lvl="2"/>
            <a:r>
              <a:rPr lang="ko-KR" altLang="en-US" dirty="0"/>
              <a:t>저장된 파일의 정확한 경로를 얻기 위해 메소드 추가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209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BAFEF-D454-255D-41F7-B8FE65B68A9F}"/>
              </a:ext>
            </a:extLst>
          </p:cNvPr>
          <p:cNvSpPr txBox="1"/>
          <p:nvPr/>
        </p:nvSpPr>
        <p:spPr>
          <a:xfrm>
            <a:off x="685800" y="2209800"/>
            <a:ext cx="8382000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enableObfuscationHideExt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baseDir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074286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다운로드 처리하기 </a:t>
            </a:r>
            <a:r>
              <a:rPr lang="en-US" altLang="ko-KR" dirty="0"/>
              <a:t>( 1 / 3 )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2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BAFEF-D454-255D-41F7-B8FE65B68A9F}"/>
              </a:ext>
            </a:extLst>
          </p:cNvPr>
          <p:cNvSpPr txBox="1"/>
          <p:nvPr/>
        </p:nvSpPr>
        <p:spPr>
          <a:xfrm>
            <a:off x="685800" y="1962490"/>
            <a:ext cx="83820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FileInputStream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core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core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HttpHeaders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MediaType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3371026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다운로드 처리하기 </a:t>
            </a:r>
            <a:r>
              <a:rPr lang="en-US" altLang="ko-KR" dirty="0"/>
              <a:t>( 2 / 3 )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2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BAFEF-D454-255D-41F7-B8FE65B68A9F}"/>
              </a:ext>
            </a:extLst>
          </p:cNvPr>
          <p:cNvSpPr txBox="1"/>
          <p:nvPr/>
        </p:nvSpPr>
        <p:spPr>
          <a:xfrm>
            <a:off x="685800" y="1962490"/>
            <a:ext cx="83820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"/board/file/download/{id}"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downloadFile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HttpHeaders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HttpHeaders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HttpHeaders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CONTENT_DISPOSITION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"attachment; filename="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FileInputStream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파일이 존재하지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297577820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다운로드 처리하기 </a:t>
            </a:r>
            <a:r>
              <a:rPr lang="en-US" altLang="ko-KR" dirty="0"/>
              <a:t>( 3 / 3 )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2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BAFEF-D454-255D-41F7-B8FE65B68A9F}"/>
              </a:ext>
            </a:extLst>
          </p:cNvPr>
          <p:cNvSpPr txBox="1"/>
          <p:nvPr/>
        </p:nvSpPr>
        <p:spPr>
          <a:xfrm>
            <a:off x="685800" y="1962490"/>
            <a:ext cx="8382000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contentLength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contentType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MediaType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parseMediaType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"application/octet-stream"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http://localhost:8080/board/modify/2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270129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수정할 때</a:t>
            </a:r>
            <a:r>
              <a:rPr lang="en-US" altLang="ko-KR" dirty="0"/>
              <a:t>, </a:t>
            </a:r>
            <a:r>
              <a:rPr lang="ko-KR" altLang="en-US" dirty="0"/>
              <a:t>새로운 파일이 업로드 되면 기존의 파일은 삭제하고</a:t>
            </a:r>
            <a:br>
              <a:rPr lang="en-US" altLang="ko-KR" dirty="0"/>
            </a:br>
            <a:r>
              <a:rPr lang="ko-KR" altLang="en-US" dirty="0"/>
              <a:t>새로운 파일을 업로드 처리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r>
              <a:rPr lang="en-US" altLang="ko-KR" dirty="0"/>
              <a:t>( 1 / 2 )</a:t>
            </a:r>
          </a:p>
          <a:p>
            <a:pPr lvl="1"/>
            <a:r>
              <a:rPr lang="en-US" altLang="ko-KR" dirty="0" err="1"/>
              <a:t>boardmodify.jsp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2133600"/>
            <a:ext cx="81122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[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]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enctype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"multipart/form-data"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action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"hidden"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"${boardVO.id}"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539457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수정할 때</a:t>
            </a:r>
            <a:r>
              <a:rPr lang="en-US" altLang="ko-KR" dirty="0"/>
              <a:t>, </a:t>
            </a:r>
            <a:r>
              <a:rPr lang="ko-KR" altLang="en-US" dirty="0"/>
              <a:t>새로운 파일이 업로드 되면 기존의 파일은 삭제하고</a:t>
            </a:r>
            <a:br>
              <a:rPr lang="en-US" altLang="ko-KR" dirty="0"/>
            </a:br>
            <a:r>
              <a:rPr lang="ko-KR" altLang="en-US" dirty="0"/>
              <a:t>새로운 파일을 업로드 처리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r>
              <a:rPr lang="en-US" altLang="ko-KR" dirty="0"/>
              <a:t>( 2 / 2 )</a:t>
            </a:r>
          </a:p>
          <a:p>
            <a:pPr lvl="1"/>
            <a:r>
              <a:rPr lang="en-US" altLang="ko-KR" dirty="0" err="1"/>
              <a:t>boardmodify.jsp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2133600"/>
            <a:ext cx="81122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현재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업로드된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파일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&lt;/form&gt;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316405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 메소드에서 파일 업로드를 처리할 수 있도록 파라미터 추가하기</a:t>
            </a:r>
            <a:endParaRPr lang="en-US" altLang="ko-KR" dirty="0"/>
          </a:p>
          <a:p>
            <a:pPr lvl="1"/>
            <a:r>
              <a:rPr lang="en-US" altLang="ko-KR" dirty="0"/>
              <a:t>BoardService.java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1905000"/>
            <a:ext cx="81122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게시글의 정보를 수정한다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값에 수정할 게시글의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값이 있어야 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수정한 게시글의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업로드한 파일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정상적으로 수정되었는지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1833672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BoardServiceImpl.java ( 1 / 2 )</a:t>
            </a:r>
          </a:p>
          <a:p>
            <a:pPr lvl="1"/>
            <a:r>
              <a:rPr lang="ko-KR" altLang="en-US" dirty="0"/>
              <a:t>파일이 업로드 되었을 경우</a:t>
            </a:r>
            <a:r>
              <a:rPr lang="en-US" altLang="ko-KR" dirty="0"/>
              <a:t>, </a:t>
            </a:r>
            <a:r>
              <a:rPr lang="ko-KR" altLang="en-US" dirty="0"/>
              <a:t>기존의 파일은 삭제하고</a:t>
            </a:r>
            <a:endParaRPr lang="en-US" altLang="ko-KR" dirty="0"/>
          </a:p>
          <a:p>
            <a:pPr lvl="1"/>
            <a:r>
              <a:rPr lang="ko-KR" altLang="en-US" dirty="0"/>
              <a:t>새로운 파일을 업로드 처리하기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2133600"/>
            <a:ext cx="81122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파일을 업로드 했는지 확인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!=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&amp;&amp; 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변경되기 전의 게시글 정보 가져오기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!=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&amp;&amp;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!=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변경되기 전의 게시글이 파일이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업로드된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게시글일 경우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994680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BoardServiceImpl.java ( 2 / 2 )</a:t>
            </a:r>
          </a:p>
          <a:p>
            <a:pPr lvl="1"/>
            <a:r>
              <a:rPr lang="ko-KR" altLang="en-US" dirty="0"/>
              <a:t>파일이 업로드 되었을 경우</a:t>
            </a:r>
            <a:r>
              <a:rPr lang="en-US" altLang="ko-KR" dirty="0"/>
              <a:t>, </a:t>
            </a:r>
            <a:r>
              <a:rPr lang="ko-KR" altLang="en-US" dirty="0"/>
              <a:t>기존의 파일은 삭제하고</a:t>
            </a:r>
            <a:endParaRPr lang="en-US" altLang="ko-KR" dirty="0"/>
          </a:p>
          <a:p>
            <a:pPr lvl="1"/>
            <a:r>
              <a:rPr lang="ko-KR" altLang="en-US" dirty="0"/>
              <a:t>새로운 파일을 업로드 처리하기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2133600"/>
            <a:ext cx="81122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파일이 있는지 확인하고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삭제한다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exists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&amp;&amp;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파일을 업로드하고 결과를 받아온다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getRealFileName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전달받은 수정된 게시글의 정보로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업데이트한 게시글의 수를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658690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BoardDaoMapper.xml</a:t>
            </a:r>
          </a:p>
          <a:p>
            <a:pPr lvl="1"/>
            <a:r>
              <a:rPr lang="ko-KR" altLang="en-US" dirty="0"/>
              <a:t>파일을 업로드 했을 때에만 파일 컬럼 수정하기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1856482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UPDATE BOARD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SET SUBJECT = #{subject}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CONTENT = #{content}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EMAIL = #{email}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MDFY_DT = SYSDATE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'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!= null and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!= ""'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FILE_NAME = #{fileName}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ORIGIN_FILE_NAME = #{originFileName}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&lt;/if&gt;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ID = #{id}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&lt;/update&gt;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964259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BoardService.java</a:t>
            </a:r>
            <a:r>
              <a:rPr lang="ko-KR" altLang="en-US" dirty="0"/>
              <a:t>의 수정으로 </a:t>
            </a:r>
            <a:r>
              <a:rPr lang="ko-KR" altLang="en-US" dirty="0" err="1"/>
              <a:t>영향받은</a:t>
            </a:r>
            <a:r>
              <a:rPr lang="ko-KR" altLang="en-US" dirty="0"/>
              <a:t> 부분 수정</a:t>
            </a:r>
            <a:endParaRPr lang="en-US" altLang="ko-KR" dirty="0"/>
          </a:p>
          <a:p>
            <a:pPr lvl="1"/>
            <a:r>
              <a:rPr lang="en-US" altLang="ko-KR" dirty="0"/>
              <a:t>BoardController.java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219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1856482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6700032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확인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게시글 수정 화면으로 접속해 파일 업로드 해보기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40352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삭제할 때</a:t>
            </a:r>
            <a:r>
              <a:rPr lang="en-US" altLang="ko-KR" dirty="0"/>
              <a:t>, </a:t>
            </a:r>
            <a:r>
              <a:rPr lang="ko-KR" altLang="en-US" dirty="0"/>
              <a:t>업로드한 파일이 있는 게시글이라면</a:t>
            </a:r>
            <a:r>
              <a:rPr lang="en-US" altLang="ko-KR" dirty="0"/>
              <a:t> </a:t>
            </a:r>
            <a:r>
              <a:rPr lang="ko-KR" altLang="en-US" dirty="0"/>
              <a:t>파일 삭제하도록 개선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BoardServiceImpl.java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1905000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삭제되기 전의 게시글 정보 가져오기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!=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&amp;&amp;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!=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삭제되기 전의 게시글이 파일이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업로드된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게시글일 경우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파일이 있는지 확인하고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삭제한다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exists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&amp;&amp;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044000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삭제할 때</a:t>
            </a:r>
            <a:r>
              <a:rPr lang="en-US" altLang="ko-KR" dirty="0"/>
              <a:t>, </a:t>
            </a:r>
            <a:r>
              <a:rPr lang="ko-KR" altLang="en-US" dirty="0"/>
              <a:t>업로드한 파일이 있는 게시글이라면</a:t>
            </a:r>
            <a:r>
              <a:rPr lang="en-US" altLang="ko-KR" dirty="0"/>
              <a:t> </a:t>
            </a:r>
            <a:r>
              <a:rPr lang="ko-KR" altLang="en-US" dirty="0"/>
              <a:t>파일 삭제하도록 개선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BoardServiceImpl.java 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10060-6CA3-4B15-EDF3-C7F7E62648C3}"/>
              </a:ext>
            </a:extLst>
          </p:cNvPr>
          <p:cNvSpPr txBox="1"/>
          <p:nvPr/>
        </p:nvSpPr>
        <p:spPr>
          <a:xfrm>
            <a:off x="876300" y="1905000"/>
            <a:ext cx="811225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812307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확인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게시글 내용 보기 화면으로 접속해 게시글 삭제하면 파일도 삭제되는지 확인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파일 업로드</a:t>
            </a:r>
            <a:r>
              <a:rPr lang="en-US" altLang="ko-KR" dirty="0"/>
              <a:t>/</a:t>
            </a:r>
            <a:r>
              <a:rPr lang="ko-KR" altLang="en-US" dirty="0"/>
              <a:t>다운로드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050188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9. </a:t>
            </a:r>
            <a:r>
              <a:rPr lang="ko-KR" altLang="en-US" sz="4000" b="1" dirty="0">
                <a:latin typeface="+mj-ea"/>
              </a:rPr>
              <a:t>파라미터 유효성 검사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51477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개발에서 입력 폼의 값이 </a:t>
            </a:r>
            <a:r>
              <a:rPr lang="ko-KR" altLang="en-US" dirty="0" err="1"/>
              <a:t>올바른지</a:t>
            </a:r>
            <a:r>
              <a:rPr lang="ko-KR" altLang="en-US" dirty="0"/>
              <a:t> 검증하는 것은 매우 중요한 작업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요청 파라미터의 값을 확인하지 않고 그대로 사용했을 때</a:t>
            </a:r>
            <a:r>
              <a:rPr lang="en-US" altLang="ko-KR" dirty="0"/>
              <a:t> </a:t>
            </a:r>
            <a:r>
              <a:rPr lang="ko-KR" altLang="en-US" dirty="0"/>
              <a:t>데이터베이스 등에 </a:t>
            </a:r>
            <a:br>
              <a:rPr lang="en-US" altLang="ko-KR" dirty="0"/>
            </a:br>
            <a:r>
              <a:rPr lang="ko-KR" altLang="en-US" dirty="0"/>
              <a:t>잘못된 데이터가 들어갈 가능성이 높아져 시스템의 신뢰도가 떨어짐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요청 파라미터 값을 검사할 때에는 크게 두 가지 방법을 이용함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웹 브라우저</a:t>
            </a:r>
            <a:endParaRPr lang="en-US" altLang="ko-KR" dirty="0"/>
          </a:p>
          <a:p>
            <a:pPr lvl="2"/>
            <a:r>
              <a:rPr lang="ko-KR" altLang="en-US" dirty="0"/>
              <a:t>자바스크립트를 이용해서 데이터를 웹 서버에 전송하기 전에 미리 검사함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웹 서버</a:t>
            </a:r>
            <a:endParaRPr lang="en-US" altLang="ko-KR" dirty="0"/>
          </a:p>
          <a:p>
            <a:pPr lvl="2"/>
            <a:r>
              <a:rPr lang="ko-KR" altLang="en-US" dirty="0"/>
              <a:t>전달받은 요청 파라미터의 값을 검사함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파라미터 값이 올바르지 않을 경우 에러 코드를 응답하거나 </a:t>
            </a:r>
            <a:endParaRPr lang="en-US" altLang="ko-KR" dirty="0"/>
          </a:p>
          <a:p>
            <a:pPr lvl="2"/>
            <a:r>
              <a:rPr lang="ko-KR" altLang="en-US" dirty="0"/>
              <a:t>재입력을 위한 폼 화면을 웹 브라우저에 전송함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웹 브라우저에서 자바스크립트를 이용해서 폼 값을 검사하는 것은 </a:t>
            </a:r>
            <a:br>
              <a:rPr lang="en-US" altLang="ko-KR" dirty="0"/>
            </a:br>
            <a:r>
              <a:rPr lang="ko-KR" altLang="en-US" dirty="0"/>
              <a:t>사용자에게 빠르게 검사 결과를 보여줄 수 있기 때문에 사용자 입장에서 중요하다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악의적으로 잘못된 데이터를 서버에 전송하거나 </a:t>
            </a:r>
            <a:br>
              <a:rPr lang="en-US" altLang="ko-KR" dirty="0"/>
            </a:br>
            <a:r>
              <a:rPr lang="ko-KR" altLang="en-US" dirty="0"/>
              <a:t>클라이언트에서 완전히 값을 검증하지 못할 수도 있기 때문에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서버에서도 반드시 값을 검증해야만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897173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등록 </a:t>
            </a:r>
            <a:r>
              <a:rPr lang="en-US" altLang="ko-KR" dirty="0"/>
              <a:t>/ </a:t>
            </a:r>
            <a:r>
              <a:rPr lang="ko-KR" altLang="en-US" dirty="0"/>
              <a:t>수정할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Pom.xml</a:t>
            </a:r>
            <a:r>
              <a:rPr lang="ko-KR" altLang="en-US" dirty="0"/>
              <a:t> 에 유효성 검사를 위한 </a:t>
            </a:r>
            <a:r>
              <a:rPr lang="en-US" altLang="ko-KR" dirty="0"/>
              <a:t>Dependency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유효성 검사를 위해 설정 추가</a:t>
            </a:r>
            <a:endParaRPr lang="en-US" altLang="ko-KR" dirty="0"/>
          </a:p>
          <a:p>
            <a:pPr lvl="2"/>
            <a:r>
              <a:rPr lang="en-US" altLang="ko-KR" dirty="0"/>
              <a:t>@EnableWebMvc </a:t>
            </a:r>
            <a:r>
              <a:rPr lang="ko-KR" altLang="en-US" dirty="0"/>
              <a:t>설정이 없으면 유효성 검사가 실행되지 않는다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4DCD5-1868-8547-4FF6-C44C97A3D48A}"/>
              </a:ext>
            </a:extLst>
          </p:cNvPr>
          <p:cNvSpPr txBox="1"/>
          <p:nvPr/>
        </p:nvSpPr>
        <p:spPr>
          <a:xfrm>
            <a:off x="515874" y="1905000"/>
            <a:ext cx="81122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spring-boot-starter-validation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6BD33-2AB4-F89E-77E0-C6FA7A789AE9}"/>
              </a:ext>
            </a:extLst>
          </p:cNvPr>
          <p:cNvSpPr txBox="1"/>
          <p:nvPr/>
        </p:nvSpPr>
        <p:spPr>
          <a:xfrm>
            <a:off x="515874" y="3894138"/>
            <a:ext cx="8112252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Configurable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EnableWebMvc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WebMvcConfigurer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Configurable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EnableWebMvc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WebMvcConfigurer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3252342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등록 </a:t>
            </a:r>
            <a:r>
              <a:rPr lang="en-US" altLang="ko-KR" dirty="0"/>
              <a:t>/ </a:t>
            </a:r>
            <a:r>
              <a:rPr lang="ko-KR" altLang="en-US" dirty="0"/>
              <a:t>수정할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BoardVO.java</a:t>
            </a:r>
            <a:r>
              <a:rPr lang="ko-KR" altLang="en-US" dirty="0"/>
              <a:t>에 유효성 검사 규칙 작성하기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1" y="1981200"/>
            <a:ext cx="81122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constraints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constraints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제목을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내용을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이메일을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올바른 형식으로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400255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11E63-BBC9-713C-9450-B55E853A4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Validator Annotation</a:t>
            </a:r>
            <a:r>
              <a:rPr lang="ko-KR" altLang="en-US" dirty="0"/>
              <a:t>의 종류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 </a:t>
            </a:r>
            <a:r>
              <a:rPr lang="ko-KR" altLang="en-US" dirty="0"/>
              <a:t>파라미터 유효성 검사</a:t>
            </a: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E165156E-F294-487D-14A6-0B7913D4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5A3D90-EB24-A62B-5383-0282CE07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05" y="1577258"/>
            <a:ext cx="5830114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5478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등록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BoardController.java</a:t>
            </a:r>
            <a:r>
              <a:rPr lang="ko-KR" altLang="en-US" dirty="0"/>
              <a:t> 에서 유효성 검사 수행하기</a:t>
            </a:r>
            <a:r>
              <a:rPr lang="en-US" altLang="ko-KR" dirty="0"/>
              <a:t>.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229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1" y="1981200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,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boardwrite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67115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등록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BoardController.java</a:t>
            </a:r>
            <a:r>
              <a:rPr lang="ko-KR" altLang="en-US" dirty="0"/>
              <a:t> 에서 유효성 검사 수행하기</a:t>
            </a:r>
            <a:r>
              <a:rPr lang="en-US" altLang="ko-KR" dirty="0"/>
              <a:t>. 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230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1" y="1981200"/>
            <a:ext cx="81122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139045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등록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boardwrite.jsp</a:t>
            </a:r>
            <a:r>
              <a:rPr lang="en-US" altLang="ko-KR" dirty="0"/>
              <a:t> </a:t>
            </a:r>
            <a:r>
              <a:rPr lang="ko-KR" altLang="en-US" dirty="0"/>
              <a:t>에 유효성 검사 결과 삽입하기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231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0" y="1981200"/>
            <a:ext cx="8412589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prefix="form"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="http://www.springframework.org/tags/form"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div.errors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#ff00004a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opacity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div.errors:last-child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margin-bottom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15px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204523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등록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boardwrite.jsp</a:t>
            </a:r>
            <a:r>
              <a:rPr lang="en-US" altLang="ko-KR" dirty="0"/>
              <a:t> </a:t>
            </a:r>
            <a:r>
              <a:rPr lang="ko-KR" altLang="en-US" dirty="0"/>
              <a:t>에 유효성 검사 결과 삽입하기 </a:t>
            </a:r>
            <a:r>
              <a:rPr lang="en-US" altLang="ko-KR" dirty="0"/>
              <a:t>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0" y="1981200"/>
            <a:ext cx="8412589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"multipart/form-data"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"subject“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boardVO.subject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boardVO.email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첨부파일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158689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등록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boardwrite.jsp</a:t>
            </a:r>
            <a:r>
              <a:rPr lang="en-US" altLang="ko-KR" dirty="0"/>
              <a:t> </a:t>
            </a:r>
            <a:r>
              <a:rPr lang="ko-KR" altLang="en-US" dirty="0"/>
              <a:t>에 유효성 검사 결과 삽입하기 </a:t>
            </a:r>
            <a:r>
              <a:rPr lang="en-US" altLang="ko-KR" dirty="0"/>
              <a:t>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0" y="1981200"/>
            <a:ext cx="841258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"height: 300px;"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"submit"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저장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41351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수정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BoardController.java</a:t>
            </a:r>
            <a:r>
              <a:rPr lang="ko-KR" altLang="en-US" dirty="0"/>
              <a:t> 에서 유효성 검사 수행하기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1" y="1981200"/>
            <a:ext cx="81122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,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       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boardmodify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9269244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수정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boardmodify.jsp</a:t>
            </a:r>
            <a:r>
              <a:rPr lang="en-US" altLang="ko-KR" dirty="0"/>
              <a:t> </a:t>
            </a:r>
            <a:r>
              <a:rPr lang="ko-KR" altLang="en-US" dirty="0"/>
              <a:t>에 유효성 검사 결과 삽입하기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0" y="1981200"/>
            <a:ext cx="8412589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prefix="form"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="http://www.springframework.org/tags/form"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div.errors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#ff00004a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opacity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div.errors:last-child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margin-bottom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15px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680225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게시글을 수정 할 때 필수 값이나 형식을 제대로 입력했는지 확인하기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boardmodify.jsp</a:t>
            </a:r>
            <a:r>
              <a:rPr lang="en-US" altLang="ko-KR" dirty="0"/>
              <a:t> </a:t>
            </a:r>
            <a:r>
              <a:rPr lang="ko-KR" altLang="en-US" dirty="0"/>
              <a:t>에 유효성 검사 결과 삽입하기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파라미터 유효성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F43E9-BB27-9CAB-88A5-D256AE36791C}"/>
              </a:ext>
            </a:extLst>
          </p:cNvPr>
          <p:cNvSpPr txBox="1"/>
          <p:nvPr/>
        </p:nvSpPr>
        <p:spPr>
          <a:xfrm>
            <a:off x="502810" y="1981200"/>
            <a:ext cx="8412589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"multipart/form-data"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"hidden"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"${boardVO.id}"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2993656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519602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회원 가입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27604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게시판을 로그인 한 회원만 사용할 수 있도록 개선해본다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회원 가입기능 개발</a:t>
            </a:r>
            <a:endParaRPr lang="en-US" altLang="ko-KR" dirty="0"/>
          </a:p>
          <a:p>
            <a:pPr lvl="1"/>
            <a:r>
              <a:rPr lang="ko-KR" altLang="en-US" dirty="0"/>
              <a:t>아래 패키지 생성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com.example.demo.member.dao</a:t>
            </a:r>
            <a:endParaRPr lang="en-US" altLang="ko-KR" dirty="0"/>
          </a:p>
          <a:p>
            <a:pPr lvl="2"/>
            <a:r>
              <a:rPr lang="en-US" altLang="ko-KR" dirty="0" err="1"/>
              <a:t>com.example.demo.member.service</a:t>
            </a:r>
            <a:endParaRPr lang="ko-KR" altLang="en-US" dirty="0"/>
          </a:p>
          <a:p>
            <a:pPr lvl="2"/>
            <a:r>
              <a:rPr lang="en-US" altLang="ko-KR" dirty="0" err="1"/>
              <a:t>com.example.demo.member.vo</a:t>
            </a:r>
            <a:endParaRPr lang="ko-KR" altLang="en-US" dirty="0"/>
          </a:p>
          <a:p>
            <a:pPr lvl="2"/>
            <a:r>
              <a:rPr lang="en-US" altLang="ko-KR" dirty="0" err="1"/>
              <a:t>com.example.demo.member.web</a:t>
            </a:r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239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7E6E68-124D-8F97-3059-FC4B2A3E7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352800"/>
            <a:ext cx="3276600" cy="298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7783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요청 처리를 위한 </a:t>
            </a:r>
            <a:r>
              <a:rPr lang="en-US" altLang="ko-KR" dirty="0"/>
              <a:t>MemberController.java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/>
            <a:r>
              <a:rPr lang="ko-KR" altLang="en-US" dirty="0"/>
              <a:t>회원가입 페이지 </a:t>
            </a:r>
            <a:r>
              <a:rPr lang="en-US" altLang="ko-KR" dirty="0"/>
              <a:t>URL</a:t>
            </a:r>
            <a:r>
              <a:rPr lang="ko-KR" altLang="en-US" dirty="0"/>
              <a:t> 만들기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981200"/>
            <a:ext cx="81122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"/member/regist"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viewRegistMemberPage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memberregist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7255727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페이지를 위한 </a:t>
            </a:r>
            <a:r>
              <a:rPr lang="en-US" altLang="ko-KR" dirty="0"/>
              <a:t>member/</a:t>
            </a:r>
            <a:r>
              <a:rPr lang="en-US" altLang="ko-KR" dirty="0" err="1"/>
              <a:t>memberregist.jsp</a:t>
            </a:r>
            <a:r>
              <a:rPr lang="en-US" altLang="ko-KR" dirty="0"/>
              <a:t> </a:t>
            </a:r>
            <a:r>
              <a:rPr lang="ko-KR" altLang="en-US" dirty="0"/>
              <a:t>작성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1981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div.btn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div.right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1782680928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페이지를 위한 </a:t>
            </a:r>
            <a:r>
              <a:rPr lang="en-US" altLang="ko-KR" dirty="0"/>
              <a:t>member/</a:t>
            </a:r>
            <a:r>
              <a:rPr lang="en-US" altLang="ko-KR" dirty="0" err="1"/>
              <a:t>memberregist.jsp</a:t>
            </a:r>
            <a:r>
              <a:rPr lang="en-US" altLang="ko-KR" dirty="0"/>
              <a:t> </a:t>
            </a:r>
            <a:r>
              <a:rPr lang="ko-KR" altLang="en-US" dirty="0"/>
              <a:t>작성 </a:t>
            </a:r>
            <a:r>
              <a:rPr lang="en-US" altLang="ko-KR" dirty="0"/>
              <a:t>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1981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padding-left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button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]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이름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507563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페이지를 위한 </a:t>
            </a:r>
            <a:r>
              <a:rPr lang="en-US" altLang="ko-KR" dirty="0"/>
              <a:t>member/</a:t>
            </a:r>
            <a:r>
              <a:rPr lang="en-US" altLang="ko-KR" dirty="0" err="1"/>
              <a:t>memberregist.jsp</a:t>
            </a:r>
            <a:r>
              <a:rPr lang="en-US" altLang="ko-KR" dirty="0"/>
              <a:t> </a:t>
            </a:r>
            <a:r>
              <a:rPr lang="ko-KR" altLang="en-US" dirty="0"/>
              <a:t>작성 </a:t>
            </a:r>
            <a:r>
              <a:rPr lang="en-US" altLang="ko-KR" dirty="0"/>
              <a:t>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1981"/>
            <a:ext cx="811225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 확인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"submit"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&lt;/form&gt;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089393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브라우저로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41A718-AE1E-7454-CA7F-B401EDAEC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53342"/>
            <a:ext cx="643979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20830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회원 가입 처리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024015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 가입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590798"/>
            <a:ext cx="296429" cy="31242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590800"/>
            <a:ext cx="296429" cy="3294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2724911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2832244"/>
            <a:ext cx="296429" cy="2782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3048000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AE60A8-7A5D-C2E1-7E2D-1702CA8A23BE}"/>
              </a:ext>
            </a:extLst>
          </p:cNvPr>
          <p:cNvSpPr/>
          <p:nvPr/>
        </p:nvSpPr>
        <p:spPr>
          <a:xfrm>
            <a:off x="6117845" y="4202358"/>
            <a:ext cx="296429" cy="109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2A6C673-64A6-C533-0CDA-D7B0E489140E}"/>
              </a:ext>
            </a:extLst>
          </p:cNvPr>
          <p:cNvCxnSpPr>
            <a:cxnSpLocks/>
          </p:cNvCxnSpPr>
          <p:nvPr/>
        </p:nvCxnSpPr>
        <p:spPr>
          <a:xfrm>
            <a:off x="4695698" y="4430958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347690" y="2494079"/>
            <a:ext cx="1047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회원가입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2974799" y="2795016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회원가입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DB3AF-44E0-601F-4444-F0F00C775885}"/>
              </a:ext>
            </a:extLst>
          </p:cNvPr>
          <p:cNvSpPr txBox="1"/>
          <p:nvPr/>
        </p:nvSpPr>
        <p:spPr>
          <a:xfrm>
            <a:off x="4817227" y="4179018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회원가입 요청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9815BA8-513C-8448-5DDC-DC84D73C8817}"/>
              </a:ext>
            </a:extLst>
          </p:cNvPr>
          <p:cNvSpPr/>
          <p:nvPr/>
        </p:nvSpPr>
        <p:spPr>
          <a:xfrm>
            <a:off x="7852785" y="4457205"/>
            <a:ext cx="296429" cy="724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08E9B7D-FE15-96E8-5A51-AC7558377B4F}"/>
              </a:ext>
            </a:extLst>
          </p:cNvPr>
          <p:cNvCxnSpPr>
            <a:cxnSpLocks/>
          </p:cNvCxnSpPr>
          <p:nvPr/>
        </p:nvCxnSpPr>
        <p:spPr>
          <a:xfrm>
            <a:off x="6430881" y="4598598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078700F-ADD8-4DBE-127B-1836193EBCE8}"/>
              </a:ext>
            </a:extLst>
          </p:cNvPr>
          <p:cNvSpPr txBox="1"/>
          <p:nvPr/>
        </p:nvSpPr>
        <p:spPr>
          <a:xfrm>
            <a:off x="6570943" y="4361898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8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삽입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D3B02EA-2C5C-E718-7C23-724BE2779224}"/>
              </a:ext>
            </a:extLst>
          </p:cNvPr>
          <p:cNvCxnSpPr>
            <a:cxnSpLocks/>
          </p:cNvCxnSpPr>
          <p:nvPr/>
        </p:nvCxnSpPr>
        <p:spPr>
          <a:xfrm flipH="1">
            <a:off x="6430881" y="5058117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7E5DCCE-CEDB-89F8-61AC-79AE3455C1AF}"/>
              </a:ext>
            </a:extLst>
          </p:cNvPr>
          <p:cNvSpPr txBox="1"/>
          <p:nvPr/>
        </p:nvSpPr>
        <p:spPr>
          <a:xfrm>
            <a:off x="6473538" y="4808353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9.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삽입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2CC7386-E341-0DB1-5A38-21A171DAC6A8}"/>
              </a:ext>
            </a:extLst>
          </p:cNvPr>
          <p:cNvCxnSpPr>
            <a:cxnSpLocks/>
          </p:cNvCxnSpPr>
          <p:nvPr/>
        </p:nvCxnSpPr>
        <p:spPr>
          <a:xfrm flipH="1">
            <a:off x="4677346" y="5182100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711D40-D0FA-B3E5-0E8C-AEA28104CF30}"/>
              </a:ext>
            </a:extLst>
          </p:cNvPr>
          <p:cNvSpPr txBox="1"/>
          <p:nvPr/>
        </p:nvSpPr>
        <p:spPr>
          <a:xfrm>
            <a:off x="4724400" y="4932336"/>
            <a:ext cx="14221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10.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삽입 쿼리 결과 전달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543707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3048000" y="5187315"/>
            <a:ext cx="13179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회원가입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553366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274958" y="5283897"/>
            <a:ext cx="1433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9.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로그인 페이지로 이동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9400EE-5946-2DAF-933F-33EA7F590ABB}"/>
              </a:ext>
            </a:extLst>
          </p:cNvPr>
          <p:cNvSpPr/>
          <p:nvPr/>
        </p:nvSpPr>
        <p:spPr>
          <a:xfrm>
            <a:off x="6117845" y="2957016"/>
            <a:ext cx="296429" cy="1099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7A574AD-37D4-E922-717F-553A0D054CB0}"/>
              </a:ext>
            </a:extLst>
          </p:cNvPr>
          <p:cNvCxnSpPr>
            <a:cxnSpLocks/>
          </p:cNvCxnSpPr>
          <p:nvPr/>
        </p:nvCxnSpPr>
        <p:spPr>
          <a:xfrm>
            <a:off x="4695698" y="3185616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162BD9-5AAA-7164-C4D5-8ECAE84ED3EE}"/>
              </a:ext>
            </a:extLst>
          </p:cNvPr>
          <p:cNvSpPr txBox="1"/>
          <p:nvPr/>
        </p:nvSpPr>
        <p:spPr>
          <a:xfrm>
            <a:off x="4817227" y="2933676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같은 이메일이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있는지 조회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46996F-AA83-14F5-21EE-956015C66C94}"/>
              </a:ext>
            </a:extLst>
          </p:cNvPr>
          <p:cNvSpPr/>
          <p:nvPr/>
        </p:nvSpPr>
        <p:spPr>
          <a:xfrm>
            <a:off x="7852785" y="3211863"/>
            <a:ext cx="296429" cy="724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7B1FD9F-2BDA-A7CC-11EE-DB208C38A2B4}"/>
              </a:ext>
            </a:extLst>
          </p:cNvPr>
          <p:cNvCxnSpPr>
            <a:cxnSpLocks/>
          </p:cNvCxnSpPr>
          <p:nvPr/>
        </p:nvCxnSpPr>
        <p:spPr>
          <a:xfrm>
            <a:off x="6430881" y="3353256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9F1175-57D3-4187-D5FA-9931E6908F5D}"/>
              </a:ext>
            </a:extLst>
          </p:cNvPr>
          <p:cNvSpPr txBox="1"/>
          <p:nvPr/>
        </p:nvSpPr>
        <p:spPr>
          <a:xfrm>
            <a:off x="6570943" y="3116556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4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514BF69-19C8-ED7F-7968-E149C6B81E46}"/>
              </a:ext>
            </a:extLst>
          </p:cNvPr>
          <p:cNvCxnSpPr>
            <a:cxnSpLocks/>
          </p:cNvCxnSpPr>
          <p:nvPr/>
        </p:nvCxnSpPr>
        <p:spPr>
          <a:xfrm flipH="1">
            <a:off x="6430881" y="3812775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64AB9F-70E7-900E-876A-399BEFE72034}"/>
              </a:ext>
            </a:extLst>
          </p:cNvPr>
          <p:cNvSpPr txBox="1"/>
          <p:nvPr/>
        </p:nvSpPr>
        <p:spPr>
          <a:xfrm>
            <a:off x="6473538" y="3563011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EA367C8-2D24-4630-2D3D-9B69B2A761EE}"/>
              </a:ext>
            </a:extLst>
          </p:cNvPr>
          <p:cNvCxnSpPr>
            <a:cxnSpLocks/>
          </p:cNvCxnSpPr>
          <p:nvPr/>
        </p:nvCxnSpPr>
        <p:spPr>
          <a:xfrm flipH="1">
            <a:off x="4677346" y="3936758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01898D6-7E93-A6AA-99FE-793E89EE7B04}"/>
              </a:ext>
            </a:extLst>
          </p:cNvPr>
          <p:cNvSpPr txBox="1"/>
          <p:nvPr/>
        </p:nvSpPr>
        <p:spPr>
          <a:xfrm>
            <a:off x="4724400" y="3686994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쿼리 결과 전달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E7FF047-630C-2798-5D42-3F3333BB3993}"/>
              </a:ext>
            </a:extLst>
          </p:cNvPr>
          <p:cNvCxnSpPr>
            <a:cxnSpLocks/>
          </p:cNvCxnSpPr>
          <p:nvPr/>
        </p:nvCxnSpPr>
        <p:spPr>
          <a:xfrm flipH="1">
            <a:off x="1236081" y="4081271"/>
            <a:ext cx="3150008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4FCCE09-6EC7-01FB-7847-210BF9B429B1}"/>
              </a:ext>
            </a:extLst>
          </p:cNvPr>
          <p:cNvSpPr txBox="1"/>
          <p:nvPr/>
        </p:nvSpPr>
        <p:spPr>
          <a:xfrm>
            <a:off x="1858146" y="3839914"/>
            <a:ext cx="20008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accent2"/>
                </a:solidFill>
                <a:effectLst/>
                <a:latin typeface="+mn-ea"/>
                <a:ea typeface="+mn-ea"/>
              </a:rPr>
              <a:t>같은 이메일이 있을 경우 에러 전달</a:t>
            </a:r>
          </a:p>
        </p:txBody>
      </p:sp>
    </p:spTree>
    <p:extLst>
      <p:ext uri="{BB962C8B-B14F-4D97-AF65-F5344CB8AC3E}">
        <p14:creationId xmlns:p14="http://schemas.microsoft.com/office/powerpoint/2010/main" val="1136638593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MEMBERS</a:t>
            </a:r>
            <a:r>
              <a:rPr lang="ko-KR" altLang="en-US" dirty="0"/>
              <a:t> 테이블과 매칭되는 </a:t>
            </a:r>
            <a:r>
              <a:rPr lang="en-US" altLang="ko-KR" dirty="0"/>
              <a:t>VO </a:t>
            </a:r>
            <a:r>
              <a:rPr lang="ko-KR" altLang="en-US" dirty="0"/>
              <a:t>작성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confirmPassword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… Getters / Setters 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3424183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MEMBERS </a:t>
            </a:r>
            <a:r>
              <a:rPr lang="ko-KR" altLang="en-US" dirty="0"/>
              <a:t>테이블에 등록을 위한 </a:t>
            </a:r>
            <a:r>
              <a:rPr lang="en-US" altLang="ko-KR" dirty="0"/>
              <a:t>MemberDao.java (Interface) </a:t>
            </a:r>
            <a:r>
              <a:rPr lang="ko-KR" altLang="en-US" dirty="0"/>
              <a:t>작성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 된 이메일이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몇건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존재하는지 확인한다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가입 요청한 이메일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동일한 이메일로 등록된 회원의 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 쿼리를 실행한다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입력한 회원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회원의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2630913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MEMBERS </a:t>
            </a:r>
            <a:r>
              <a:rPr lang="ko-KR" altLang="en-US" dirty="0"/>
              <a:t>테이블에 등록을 위한 </a:t>
            </a:r>
            <a:r>
              <a:rPr lang="en-US" altLang="ko-KR" dirty="0"/>
              <a:t>MemberDaoImpl.java </a:t>
            </a:r>
            <a:r>
              <a:rPr lang="ko-KR" altLang="en-US" dirty="0"/>
              <a:t>작성 </a:t>
            </a:r>
            <a:r>
              <a:rPr lang="en-US" altLang="ko-KR" dirty="0"/>
              <a:t>( 1 / 2 )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249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mybatis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mybatis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support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Repository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latin typeface="Consolas" panose="020B0609020204030204" pitchFamily="49" charset="0"/>
              </a:rPr>
              <a:t>selectOne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getEmailCount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94648045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MEMBERS </a:t>
            </a:r>
            <a:r>
              <a:rPr lang="ko-KR" altLang="en-US" dirty="0"/>
              <a:t>테이블에 등록을 위한 </a:t>
            </a:r>
            <a:r>
              <a:rPr lang="en-US" altLang="ko-KR" dirty="0"/>
              <a:t>MemberDaoImpl.java </a:t>
            </a:r>
            <a:r>
              <a:rPr lang="ko-KR" altLang="en-US" dirty="0"/>
              <a:t>작성 </a:t>
            </a:r>
            <a:r>
              <a:rPr lang="en-US" altLang="ko-KR" dirty="0"/>
              <a:t>( 2 / 2 )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createNewMember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445746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쿼리 작성을 위한 </a:t>
            </a:r>
            <a:r>
              <a:rPr lang="en-US" altLang="ko-KR" dirty="0"/>
              <a:t>MemberDaoMapper.xml </a:t>
            </a:r>
            <a:r>
              <a:rPr lang="ko-KR" altLang="en-US" dirty="0"/>
              <a:t>생성 및 작성 </a:t>
            </a:r>
            <a:r>
              <a:rPr lang="en-US" altLang="ko-KR" dirty="0"/>
              <a:t>( 1 / 2 )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mapper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PUBLIC "-//mybatis.org//DTD Mapper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/mybatis-3-mapper.dtd"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com.example.demo.member.dao.MemberDao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getEmailCount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"string"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SELECT COUNT(1)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FROM MEMBERS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WHERE EMAIL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createNewMember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com.example.demo.member.vo.MemberVO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INSERT INTO MEMBERS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, 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, PASSWORD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VALUES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#{email}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, #{name}</a:t>
            </a:r>
          </a:p>
        </p:txBody>
      </p:sp>
    </p:spTree>
    <p:extLst>
      <p:ext uri="{BB962C8B-B14F-4D97-AF65-F5344CB8AC3E}">
        <p14:creationId xmlns:p14="http://schemas.microsoft.com/office/powerpoint/2010/main" val="2379530174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쿼리 작성을 위한 </a:t>
            </a:r>
            <a:r>
              <a:rPr lang="en-US" altLang="ko-KR" dirty="0"/>
              <a:t>MemberDaoMapper.xml </a:t>
            </a:r>
            <a:r>
              <a:rPr lang="ko-KR" altLang="en-US" dirty="0"/>
              <a:t>생성 및 작성 </a:t>
            </a:r>
            <a:r>
              <a:rPr lang="en-US" altLang="ko-KR" dirty="0"/>
              <a:t>( 2 / 2 )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, #{password}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&lt;/insert&gt;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0ACDBA-C3F8-4A3D-AB2E-D56A32BDF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744" y="3117652"/>
            <a:ext cx="3940512" cy="2888078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146092919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업무 로직 작성을 위해 </a:t>
            </a:r>
            <a:r>
              <a:rPr lang="en-US" altLang="ko-KR" dirty="0"/>
              <a:t>MemberService.java (interface) </a:t>
            </a:r>
            <a:r>
              <a:rPr lang="ko-KR" altLang="en-US" dirty="0"/>
              <a:t>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회원가입을 처리한다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작성한 사용자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회원가입이 정상적으로 처리되었는지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3390285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업무 로직 작성을 위해 </a:t>
            </a:r>
            <a:r>
              <a:rPr lang="en-US" altLang="ko-KR" dirty="0"/>
              <a:t>MemberServiceImpl.java </a:t>
            </a:r>
            <a:r>
              <a:rPr lang="ko-KR" altLang="en-US" dirty="0"/>
              <a:t>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3CC0C-BCC0-007D-CDE1-3AE2C34DD687}"/>
              </a:ext>
            </a:extLst>
          </p:cNvPr>
          <p:cNvSpPr txBox="1"/>
          <p:nvPr/>
        </p:nvSpPr>
        <p:spPr>
          <a:xfrm>
            <a:off x="515874" y="1676400"/>
            <a:ext cx="8112252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이미 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사용중입니다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46229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처리를 위한 </a:t>
            </a:r>
            <a:r>
              <a:rPr lang="en-US" altLang="ko-KR" dirty="0"/>
              <a:t>BoardController.java</a:t>
            </a:r>
            <a:r>
              <a:rPr lang="ko-KR" altLang="en-US" dirty="0"/>
              <a:t> 작성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CC8F8-A7CF-AF0B-8281-43E8DD31BAE9}"/>
              </a:ext>
            </a:extLst>
          </p:cNvPr>
          <p:cNvSpPr txBox="1"/>
          <p:nvPr/>
        </p:nvSpPr>
        <p:spPr>
          <a:xfrm>
            <a:off x="515874" y="1676400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"/member/regist"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doRegistMember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</p:txBody>
      </p:sp>
    </p:spTree>
    <p:extLst>
      <p:ext uri="{BB962C8B-B14F-4D97-AF65-F5344CB8AC3E}">
        <p14:creationId xmlns:p14="http://schemas.microsoft.com/office/powerpoint/2010/main" val="2071667254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처리를 위한 </a:t>
            </a:r>
            <a:r>
              <a:rPr lang="en-US" altLang="ko-KR" dirty="0"/>
              <a:t>BoardController.java</a:t>
            </a:r>
            <a:r>
              <a:rPr lang="ko-KR" altLang="en-US" dirty="0"/>
              <a:t> 작성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CC8F8-A7CF-AF0B-8281-43E8DD31BAE9}"/>
              </a:ext>
            </a:extLst>
          </p:cNvPr>
          <p:cNvSpPr txBox="1"/>
          <p:nvPr/>
        </p:nvSpPr>
        <p:spPr>
          <a:xfrm>
            <a:off x="515874" y="1676400"/>
            <a:ext cx="81122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"redirect:/member/login"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6072266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Validation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/>
              <a:t>MemberVO.java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E9291-21BC-FBFA-19D4-045607402119}"/>
              </a:ext>
            </a:extLst>
          </p:cNvPr>
          <p:cNvSpPr txBox="1"/>
          <p:nvPr/>
        </p:nvSpPr>
        <p:spPr>
          <a:xfrm>
            <a:off x="515874" y="1873508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constraints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constraints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constraints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이메일을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이메일 형태로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이름을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비밀번호를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(min =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비밀번호는 최소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자리 이상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비밀번호 확인을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9704080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Validation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/>
              <a:t>MemberController.java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E9291-21BC-FBFA-19D4-045607402119}"/>
              </a:ext>
            </a:extLst>
          </p:cNvPr>
          <p:cNvSpPr txBox="1"/>
          <p:nvPr/>
        </p:nvSpPr>
        <p:spPr>
          <a:xfrm>
            <a:off x="515874" y="1873508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"/member/regist"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doRegistMember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 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</p:txBody>
      </p:sp>
    </p:spTree>
    <p:extLst>
      <p:ext uri="{BB962C8B-B14F-4D97-AF65-F5344CB8AC3E}">
        <p14:creationId xmlns:p14="http://schemas.microsoft.com/office/powerpoint/2010/main" val="750001460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Validation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/>
              <a:t>MemberController.java 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259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E9291-21BC-FBFA-19D4-045607402119}"/>
              </a:ext>
            </a:extLst>
          </p:cNvPr>
          <p:cNvSpPr txBox="1"/>
          <p:nvPr/>
        </p:nvSpPr>
        <p:spPr>
          <a:xfrm>
            <a:off x="515874" y="1873508"/>
            <a:ext cx="81122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"redirect:/member/login"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160186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Validation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 err="1"/>
              <a:t>memberregist.jsp</a:t>
            </a:r>
            <a:r>
              <a:rPr lang="en-US" altLang="ko-KR" dirty="0"/>
              <a:t> 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E9291-21BC-FBFA-19D4-045607402119}"/>
              </a:ext>
            </a:extLst>
          </p:cNvPr>
          <p:cNvSpPr txBox="1"/>
          <p:nvPr/>
        </p:nvSpPr>
        <p:spPr>
          <a:xfrm>
            <a:off x="515874" y="1873508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prefix="form"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="http://www.springframework.org/tags/form"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div.errors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#ff00004a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opacity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div.errors:last-child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margin-bottom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15px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487818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Validation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 err="1"/>
              <a:t>memberregist.jsp</a:t>
            </a:r>
            <a:r>
              <a:rPr lang="en-US" altLang="ko-KR" dirty="0"/>
              <a:t> 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E9291-21BC-FBFA-19D4-045607402119}"/>
              </a:ext>
            </a:extLst>
          </p:cNvPr>
          <p:cNvSpPr txBox="1"/>
          <p:nvPr/>
        </p:nvSpPr>
        <p:spPr>
          <a:xfrm>
            <a:off x="515874" y="1873508"/>
            <a:ext cx="81122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"email“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memberVO.email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이름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"${memberVO.name}"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"password“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memberVO.password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 확인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955986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Validation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 err="1"/>
              <a:t>memberregist.jsp</a:t>
            </a:r>
            <a:r>
              <a:rPr lang="en-US" altLang="ko-KR" dirty="0"/>
              <a:t> 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E9291-21BC-FBFA-19D4-045607402119}"/>
              </a:ext>
            </a:extLst>
          </p:cNvPr>
          <p:cNvSpPr txBox="1"/>
          <p:nvPr/>
        </p:nvSpPr>
        <p:spPr>
          <a:xfrm>
            <a:off x="515874" y="1873508"/>
            <a:ext cx="81122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memberVO.confirmPassword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2588055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브라우저로 확인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회원가입 처리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02E555-552D-052E-C841-5F072F8CC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600201"/>
            <a:ext cx="4114800" cy="26052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FC111F-BC9F-1AF1-3186-D01042695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723" y="1604121"/>
            <a:ext cx="4143172" cy="380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66055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이메일 중복 검사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752079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페이지에서 이메일을 입력할 때</a:t>
            </a:r>
            <a:r>
              <a:rPr lang="en-US" altLang="ko-KR" dirty="0"/>
              <a:t> </a:t>
            </a:r>
            <a:r>
              <a:rPr lang="ko-KR" altLang="en-US" dirty="0"/>
              <a:t>이메일 중복 검사 하도록 개선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이메일 입력 필드에 </a:t>
            </a:r>
            <a:r>
              <a:rPr lang="en-US" altLang="ko-KR" dirty="0" err="1"/>
              <a:t>onKeyup</a:t>
            </a:r>
            <a:r>
              <a:rPr lang="en-US" altLang="ko-KR" dirty="0"/>
              <a:t> </a:t>
            </a:r>
            <a:r>
              <a:rPr lang="ko-KR" altLang="en-US" dirty="0"/>
              <a:t>이벤트 등록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이벤트에서 서버로 </a:t>
            </a:r>
            <a:r>
              <a:rPr lang="en-US" altLang="ko-KR" dirty="0"/>
              <a:t>AJAX Request </a:t>
            </a:r>
            <a:r>
              <a:rPr lang="ko-KR" altLang="en-US" dirty="0"/>
              <a:t>보내기</a:t>
            </a:r>
            <a:endParaRPr lang="en-US" altLang="ko-KR" dirty="0"/>
          </a:p>
          <a:p>
            <a:pPr lvl="1"/>
            <a:r>
              <a:rPr lang="ko-KR" altLang="en-US" dirty="0"/>
              <a:t>서버는 </a:t>
            </a:r>
            <a:r>
              <a:rPr lang="en-US" altLang="ko-KR" dirty="0"/>
              <a:t>AJAX Request</a:t>
            </a:r>
            <a:r>
              <a:rPr lang="ko-KR" altLang="en-US" dirty="0"/>
              <a:t>를 받으면 </a:t>
            </a:r>
            <a:r>
              <a:rPr lang="en-US" altLang="ko-KR" dirty="0"/>
              <a:t>JSON </a:t>
            </a:r>
            <a:r>
              <a:rPr lang="ko-KR" altLang="en-US" dirty="0"/>
              <a:t>형태로 </a:t>
            </a:r>
            <a:r>
              <a:rPr lang="en-US" altLang="ko-KR" dirty="0"/>
              <a:t>AJAX Response</a:t>
            </a:r>
            <a:r>
              <a:rPr lang="ko-KR" altLang="en-US" dirty="0"/>
              <a:t>를 보내준다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02E555-552D-052E-C841-5F072F8CC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514600"/>
            <a:ext cx="5714999" cy="361837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A3974A3-C38F-AA0E-1772-62F54DA83B7D}"/>
              </a:ext>
            </a:extLst>
          </p:cNvPr>
          <p:cNvSpPr/>
          <p:nvPr/>
        </p:nvSpPr>
        <p:spPr>
          <a:xfrm>
            <a:off x="1066800" y="4158345"/>
            <a:ext cx="5146764" cy="3048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58114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브라우저의 </a:t>
            </a:r>
            <a:r>
              <a:rPr lang="en-US" altLang="ko-KR" dirty="0"/>
              <a:t>HTTP Request &amp; Response</a:t>
            </a:r>
          </a:p>
          <a:p>
            <a:pPr lvl="1"/>
            <a:r>
              <a:rPr lang="ko-KR" altLang="en-US" dirty="0"/>
              <a:t>일반적인 </a:t>
            </a:r>
            <a:r>
              <a:rPr lang="en-US" altLang="ko-KR" dirty="0"/>
              <a:t>HTTP </a:t>
            </a:r>
            <a:r>
              <a:rPr lang="ko-KR" altLang="en-US" dirty="0"/>
              <a:t>통신은 브라우저가 일시적으로 멈추게 만들고</a:t>
            </a:r>
            <a:endParaRPr lang="en-US" altLang="ko-KR" dirty="0"/>
          </a:p>
          <a:p>
            <a:pPr lvl="1"/>
            <a:r>
              <a:rPr lang="ko-KR" altLang="en-US" dirty="0"/>
              <a:t>응답이 돌아올 경우</a:t>
            </a:r>
            <a:r>
              <a:rPr lang="en-US" altLang="ko-KR" dirty="0"/>
              <a:t>, </a:t>
            </a:r>
            <a:r>
              <a:rPr lang="ko-KR" altLang="en-US" dirty="0"/>
              <a:t>화면을 지웠다가 다시 그리기 때문에 깜박거리는 현상이 발생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266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AA5E11-5D34-37FF-984B-5BCF03352F4D}"/>
              </a:ext>
            </a:extLst>
          </p:cNvPr>
          <p:cNvSpPr/>
          <p:nvPr/>
        </p:nvSpPr>
        <p:spPr>
          <a:xfrm>
            <a:off x="1468129" y="2251169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FD2901-03B3-DC68-D4D6-DA0A57758217}"/>
              </a:ext>
            </a:extLst>
          </p:cNvPr>
          <p:cNvSpPr/>
          <p:nvPr/>
        </p:nvSpPr>
        <p:spPr>
          <a:xfrm>
            <a:off x="5670181" y="2251169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3B9C2A7-C9E5-2889-10FF-9876731FA0B5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355981" y="2784569"/>
            <a:ext cx="0" cy="376863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757C81-F779-3BD2-70A3-37CE6AB920CE}"/>
              </a:ext>
            </a:extLst>
          </p:cNvPr>
          <p:cNvSpPr/>
          <p:nvPr/>
        </p:nvSpPr>
        <p:spPr>
          <a:xfrm>
            <a:off x="5670181" y="65532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66BD7E-5130-126B-3497-5878EE9CF59B}"/>
              </a:ext>
            </a:extLst>
          </p:cNvPr>
          <p:cNvSpPr/>
          <p:nvPr/>
        </p:nvSpPr>
        <p:spPr>
          <a:xfrm>
            <a:off x="1459774" y="65532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760CE90-0048-C463-E7FC-AC259FD1428B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2145574" y="2784569"/>
            <a:ext cx="8355" cy="376863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467DDC-13DA-A573-D8A8-7EBCDE5CBABA}"/>
              </a:ext>
            </a:extLst>
          </p:cNvPr>
          <p:cNvSpPr/>
          <p:nvPr/>
        </p:nvSpPr>
        <p:spPr>
          <a:xfrm>
            <a:off x="6218793" y="3935289"/>
            <a:ext cx="296429" cy="7707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229E50-9C57-5759-95EF-A3386FD23758}"/>
              </a:ext>
            </a:extLst>
          </p:cNvPr>
          <p:cNvSpPr/>
          <p:nvPr/>
        </p:nvSpPr>
        <p:spPr>
          <a:xfrm>
            <a:off x="1997359" y="2932612"/>
            <a:ext cx="296429" cy="35117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AE2B17-6055-C10E-6B0E-DE82D66F08C0}"/>
              </a:ext>
            </a:extLst>
          </p:cNvPr>
          <p:cNvSpPr txBox="1"/>
          <p:nvPr/>
        </p:nvSpPr>
        <p:spPr>
          <a:xfrm>
            <a:off x="3723411" y="3844836"/>
            <a:ext cx="1350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http request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전송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1E63543-2264-8DAB-3295-07550488341C}"/>
              </a:ext>
            </a:extLst>
          </p:cNvPr>
          <p:cNvCxnSpPr>
            <a:cxnSpLocks/>
          </p:cNvCxnSpPr>
          <p:nvPr/>
        </p:nvCxnSpPr>
        <p:spPr>
          <a:xfrm flipH="1">
            <a:off x="2425505" y="4515554"/>
            <a:ext cx="379328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90C244F-3743-CF5C-300F-2ECEB4414F63}"/>
              </a:ext>
            </a:extLst>
          </p:cNvPr>
          <p:cNvSpPr txBox="1"/>
          <p:nvPr/>
        </p:nvSpPr>
        <p:spPr>
          <a:xfrm>
            <a:off x="3447976" y="4265789"/>
            <a:ext cx="18998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4.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http response (HTML)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반환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347C7FA-E4CD-074E-45B9-204600FFFD5A}"/>
              </a:ext>
            </a:extLst>
          </p:cNvPr>
          <p:cNvCxnSpPr>
            <a:cxnSpLocks/>
          </p:cNvCxnSpPr>
          <p:nvPr/>
        </p:nvCxnSpPr>
        <p:spPr>
          <a:xfrm>
            <a:off x="2454543" y="4116372"/>
            <a:ext cx="376425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9E3F0F-C032-BF04-F4EA-209E3A9BFBE1}"/>
              </a:ext>
            </a:extLst>
          </p:cNvPr>
          <p:cNvSpPr/>
          <p:nvPr/>
        </p:nvSpPr>
        <p:spPr>
          <a:xfrm>
            <a:off x="2139826" y="3252624"/>
            <a:ext cx="296429" cy="2787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282D820-91FC-3DB8-C27A-DA973C8914E1}"/>
              </a:ext>
            </a:extLst>
          </p:cNvPr>
          <p:cNvSpPr/>
          <p:nvPr/>
        </p:nvSpPr>
        <p:spPr>
          <a:xfrm>
            <a:off x="1981200" y="2881959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D5DD15F6-98AA-8231-4CA5-FD1B6D810171}"/>
              </a:ext>
            </a:extLst>
          </p:cNvPr>
          <p:cNvCxnSpPr>
            <a:cxnSpLocks/>
            <a:stCxn id="22" idx="3"/>
            <a:endCxn id="25" idx="3"/>
          </p:cNvCxnSpPr>
          <p:nvPr/>
        </p:nvCxnSpPr>
        <p:spPr>
          <a:xfrm>
            <a:off x="2277629" y="3068119"/>
            <a:ext cx="171516" cy="384117"/>
          </a:xfrm>
          <a:prstGeom prst="bentConnector3">
            <a:avLst>
              <a:gd name="adj1" fmla="val 233282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74E1FD-3CF2-F0FC-AC63-8B75AE550D74}"/>
              </a:ext>
            </a:extLst>
          </p:cNvPr>
          <p:cNvSpPr/>
          <p:nvPr/>
        </p:nvSpPr>
        <p:spPr>
          <a:xfrm>
            <a:off x="2152716" y="3266076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5BB4B7-223B-29D8-F0A3-0E4520865426}"/>
              </a:ext>
            </a:extLst>
          </p:cNvPr>
          <p:cNvSpPr txBox="1"/>
          <p:nvPr/>
        </p:nvSpPr>
        <p:spPr>
          <a:xfrm>
            <a:off x="2659515" y="3134124"/>
            <a:ext cx="1350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http request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발생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D163C44-6D89-B7AF-25A1-463DB18B543F}"/>
              </a:ext>
            </a:extLst>
          </p:cNvPr>
          <p:cNvCxnSpPr>
            <a:cxnSpLocks/>
            <a:stCxn id="22" idx="3"/>
            <a:endCxn id="30" idx="3"/>
          </p:cNvCxnSpPr>
          <p:nvPr/>
        </p:nvCxnSpPr>
        <p:spPr>
          <a:xfrm>
            <a:off x="2277629" y="3068119"/>
            <a:ext cx="171516" cy="751666"/>
          </a:xfrm>
          <a:prstGeom prst="bentConnector3">
            <a:avLst>
              <a:gd name="adj1" fmla="val 233282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3A19E3F-8EE2-7852-9A58-8AEC38F014D1}"/>
              </a:ext>
            </a:extLst>
          </p:cNvPr>
          <p:cNvSpPr/>
          <p:nvPr/>
        </p:nvSpPr>
        <p:spPr>
          <a:xfrm>
            <a:off x="2152716" y="3633625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AB8B39-A76E-03CF-D017-3FC6ED21FBD4}"/>
              </a:ext>
            </a:extLst>
          </p:cNvPr>
          <p:cNvSpPr txBox="1"/>
          <p:nvPr/>
        </p:nvSpPr>
        <p:spPr>
          <a:xfrm>
            <a:off x="2659515" y="3498671"/>
            <a:ext cx="2002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브라우저의 모든 이벤트 중단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57C12E5-920A-8D1D-2F74-C6CF60DA01F9}"/>
              </a:ext>
            </a:extLst>
          </p:cNvPr>
          <p:cNvSpPr/>
          <p:nvPr/>
        </p:nvSpPr>
        <p:spPr>
          <a:xfrm>
            <a:off x="2129414" y="4698399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9C994A3-B497-EE61-7B0A-368C2B79C5BD}"/>
              </a:ext>
            </a:extLst>
          </p:cNvPr>
          <p:cNvSpPr/>
          <p:nvPr/>
        </p:nvSpPr>
        <p:spPr>
          <a:xfrm>
            <a:off x="2147581" y="5005225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90143314-17D7-3A31-6549-C0289D8F5A12}"/>
              </a:ext>
            </a:extLst>
          </p:cNvPr>
          <p:cNvCxnSpPr>
            <a:cxnSpLocks/>
            <a:stCxn id="38" idx="3"/>
            <a:endCxn id="39" idx="3"/>
          </p:cNvCxnSpPr>
          <p:nvPr/>
        </p:nvCxnSpPr>
        <p:spPr>
          <a:xfrm>
            <a:off x="2425843" y="4884559"/>
            <a:ext cx="18167" cy="306826"/>
          </a:xfrm>
          <a:prstGeom prst="bentConnector3">
            <a:avLst>
              <a:gd name="adj1" fmla="val 1358326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97ACC28-D425-2A68-C17F-9A046717FAAD}"/>
              </a:ext>
            </a:extLst>
          </p:cNvPr>
          <p:cNvSpPr txBox="1"/>
          <p:nvPr/>
        </p:nvSpPr>
        <p:spPr>
          <a:xfrm>
            <a:off x="2659515" y="4894265"/>
            <a:ext cx="2175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브라우저 내의 모든 컨텐츠 삭제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D37F575-74BD-C279-2742-039A45DC5A75}"/>
              </a:ext>
            </a:extLst>
          </p:cNvPr>
          <p:cNvSpPr/>
          <p:nvPr/>
        </p:nvSpPr>
        <p:spPr>
          <a:xfrm>
            <a:off x="2129414" y="5212894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B81B1BA-4DC0-BFD4-ADF0-371A931F3FEE}"/>
              </a:ext>
            </a:extLst>
          </p:cNvPr>
          <p:cNvSpPr/>
          <p:nvPr/>
        </p:nvSpPr>
        <p:spPr>
          <a:xfrm>
            <a:off x="2147581" y="5519720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91D0C653-22DA-1255-D5FA-C0EE996E5795}"/>
              </a:ext>
            </a:extLst>
          </p:cNvPr>
          <p:cNvCxnSpPr>
            <a:cxnSpLocks/>
            <a:stCxn id="46" idx="3"/>
            <a:endCxn id="47" idx="3"/>
          </p:cNvCxnSpPr>
          <p:nvPr/>
        </p:nvCxnSpPr>
        <p:spPr>
          <a:xfrm>
            <a:off x="2425843" y="5399054"/>
            <a:ext cx="18167" cy="306826"/>
          </a:xfrm>
          <a:prstGeom prst="bentConnector3">
            <a:avLst>
              <a:gd name="adj1" fmla="val 1358326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AF5B421-159D-2D68-DB4D-3830EBEC2137}"/>
              </a:ext>
            </a:extLst>
          </p:cNvPr>
          <p:cNvSpPr txBox="1"/>
          <p:nvPr/>
        </p:nvSpPr>
        <p:spPr>
          <a:xfrm>
            <a:off x="2659515" y="5408760"/>
            <a:ext cx="30155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http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response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(HTML)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을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브라우저에 다시 그림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26A3C7D-B169-2FE9-C6AF-DC6159BF49B5}"/>
              </a:ext>
            </a:extLst>
          </p:cNvPr>
          <p:cNvSpPr/>
          <p:nvPr/>
        </p:nvSpPr>
        <p:spPr>
          <a:xfrm>
            <a:off x="2129414" y="5753493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7A00A93-CF42-F473-2B53-0595123A2A22}"/>
              </a:ext>
            </a:extLst>
          </p:cNvPr>
          <p:cNvSpPr/>
          <p:nvPr/>
        </p:nvSpPr>
        <p:spPr>
          <a:xfrm>
            <a:off x="1999533" y="6060319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67B078A0-31A1-6C87-01F4-4647F9294989}"/>
              </a:ext>
            </a:extLst>
          </p:cNvPr>
          <p:cNvCxnSpPr>
            <a:cxnSpLocks/>
            <a:stCxn id="50" idx="3"/>
            <a:endCxn id="51" idx="3"/>
          </p:cNvCxnSpPr>
          <p:nvPr/>
        </p:nvCxnSpPr>
        <p:spPr>
          <a:xfrm flipH="1">
            <a:off x="2295962" y="5939653"/>
            <a:ext cx="129881" cy="306826"/>
          </a:xfrm>
          <a:prstGeom prst="bentConnector3">
            <a:avLst>
              <a:gd name="adj1" fmla="val -176007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FE59726-93FB-5D35-602D-68E50C96059F}"/>
              </a:ext>
            </a:extLst>
          </p:cNvPr>
          <p:cNvSpPr txBox="1"/>
          <p:nvPr/>
        </p:nvSpPr>
        <p:spPr>
          <a:xfrm>
            <a:off x="2659515" y="5944482"/>
            <a:ext cx="2002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중단된 브라우저 이벤트 해제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F72113-9EA2-F904-8CCC-06159B9082EC}"/>
              </a:ext>
            </a:extLst>
          </p:cNvPr>
          <p:cNvSpPr txBox="1"/>
          <p:nvPr/>
        </p:nvSpPr>
        <p:spPr>
          <a:xfrm rot="5400000">
            <a:off x="1510795" y="4444148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Event blocking</a:t>
            </a:r>
            <a:endParaRPr lang="ko-KR" altLang="en-US" sz="14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844462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r>
              <a:rPr lang="ko-KR" altLang="en-US" dirty="0"/>
              <a:t>의 </a:t>
            </a:r>
            <a:r>
              <a:rPr lang="en-US" altLang="ko-KR" dirty="0"/>
              <a:t>AJAX HTTP Request &amp; Response</a:t>
            </a:r>
          </a:p>
          <a:p>
            <a:pPr lvl="1"/>
            <a:r>
              <a:rPr lang="en-US" altLang="ko-KR" dirty="0"/>
              <a:t>AJAX HTTP </a:t>
            </a:r>
            <a:r>
              <a:rPr lang="ko-KR" altLang="en-US" dirty="0"/>
              <a:t>통신은 브라우저가 멈추지 않는다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JSON</a:t>
            </a:r>
            <a:r>
              <a:rPr lang="ko-KR" altLang="en-US" dirty="0"/>
              <a:t>으로 응답이 돌아오면 </a:t>
            </a:r>
            <a:r>
              <a:rPr lang="en-US" altLang="ko-KR" dirty="0"/>
              <a:t>Javascript</a:t>
            </a:r>
            <a:r>
              <a:rPr lang="ko-KR" altLang="en-US" dirty="0"/>
              <a:t>를 이용해 응답을 처리한다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 err="1"/>
              <a:t>깜빡거리지</a:t>
            </a:r>
            <a:r>
              <a:rPr lang="ko-KR" altLang="en-US" dirty="0"/>
              <a:t> 않는다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267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AA5E11-5D34-37FF-984B-5BCF03352F4D}"/>
              </a:ext>
            </a:extLst>
          </p:cNvPr>
          <p:cNvSpPr/>
          <p:nvPr/>
        </p:nvSpPr>
        <p:spPr>
          <a:xfrm>
            <a:off x="1468129" y="2597329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FD2901-03B3-DC68-D4D6-DA0A57758217}"/>
              </a:ext>
            </a:extLst>
          </p:cNvPr>
          <p:cNvSpPr/>
          <p:nvPr/>
        </p:nvSpPr>
        <p:spPr>
          <a:xfrm>
            <a:off x="5670181" y="2597329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3B9C2A7-C9E5-2889-10FF-9876731FA0B5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355981" y="3130729"/>
            <a:ext cx="0" cy="304147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757C81-F779-3BD2-70A3-37CE6AB920CE}"/>
              </a:ext>
            </a:extLst>
          </p:cNvPr>
          <p:cNvSpPr/>
          <p:nvPr/>
        </p:nvSpPr>
        <p:spPr>
          <a:xfrm>
            <a:off x="5670181" y="61722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66BD7E-5130-126B-3497-5878EE9CF59B}"/>
              </a:ext>
            </a:extLst>
          </p:cNvPr>
          <p:cNvSpPr/>
          <p:nvPr/>
        </p:nvSpPr>
        <p:spPr>
          <a:xfrm>
            <a:off x="1459774" y="61722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760CE90-0048-C463-E7FC-AC259FD1428B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2145574" y="3130729"/>
            <a:ext cx="8355" cy="304147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467DDC-13DA-A573-D8A8-7EBCDE5CBABA}"/>
              </a:ext>
            </a:extLst>
          </p:cNvPr>
          <p:cNvSpPr/>
          <p:nvPr/>
        </p:nvSpPr>
        <p:spPr>
          <a:xfrm>
            <a:off x="6218793" y="4265016"/>
            <a:ext cx="296429" cy="7707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229E50-9C57-5759-95EF-A3386FD23758}"/>
              </a:ext>
            </a:extLst>
          </p:cNvPr>
          <p:cNvSpPr/>
          <p:nvPr/>
        </p:nvSpPr>
        <p:spPr>
          <a:xfrm>
            <a:off x="1997359" y="3548741"/>
            <a:ext cx="296429" cy="2087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AE2B17-6055-C10E-6B0E-DE82D66F08C0}"/>
              </a:ext>
            </a:extLst>
          </p:cNvPr>
          <p:cNvSpPr txBox="1"/>
          <p:nvPr/>
        </p:nvSpPr>
        <p:spPr>
          <a:xfrm>
            <a:off x="3723411" y="4174563"/>
            <a:ext cx="1350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http request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전송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1E63543-2264-8DAB-3295-07550488341C}"/>
              </a:ext>
            </a:extLst>
          </p:cNvPr>
          <p:cNvCxnSpPr>
            <a:cxnSpLocks/>
          </p:cNvCxnSpPr>
          <p:nvPr/>
        </p:nvCxnSpPr>
        <p:spPr>
          <a:xfrm flipH="1">
            <a:off x="2293788" y="4845281"/>
            <a:ext cx="3925005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90C244F-3743-CF5C-300F-2ECEB4414F63}"/>
              </a:ext>
            </a:extLst>
          </p:cNvPr>
          <p:cNvSpPr txBox="1"/>
          <p:nvPr/>
        </p:nvSpPr>
        <p:spPr>
          <a:xfrm>
            <a:off x="3461602" y="4595516"/>
            <a:ext cx="1872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http response (JSON)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반환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347C7FA-E4CD-074E-45B9-204600FFFD5A}"/>
              </a:ext>
            </a:extLst>
          </p:cNvPr>
          <p:cNvCxnSpPr>
            <a:cxnSpLocks/>
          </p:cNvCxnSpPr>
          <p:nvPr/>
        </p:nvCxnSpPr>
        <p:spPr>
          <a:xfrm>
            <a:off x="2293788" y="4446099"/>
            <a:ext cx="3925005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282D820-91FC-3DB8-C27A-DA973C8914E1}"/>
              </a:ext>
            </a:extLst>
          </p:cNvPr>
          <p:cNvSpPr/>
          <p:nvPr/>
        </p:nvSpPr>
        <p:spPr>
          <a:xfrm>
            <a:off x="1981200" y="3498087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D5DD15F6-98AA-8231-4CA5-FD1B6D810171}"/>
              </a:ext>
            </a:extLst>
          </p:cNvPr>
          <p:cNvCxnSpPr>
            <a:cxnSpLocks/>
            <a:stCxn id="22" idx="3"/>
            <a:endCxn id="25" idx="3"/>
          </p:cNvCxnSpPr>
          <p:nvPr/>
        </p:nvCxnSpPr>
        <p:spPr>
          <a:xfrm>
            <a:off x="2277629" y="3684247"/>
            <a:ext cx="14756" cy="384117"/>
          </a:xfrm>
          <a:prstGeom prst="bentConnector3">
            <a:avLst>
              <a:gd name="adj1" fmla="val 16492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74E1FD-3CF2-F0FC-AC63-8B75AE550D74}"/>
              </a:ext>
            </a:extLst>
          </p:cNvPr>
          <p:cNvSpPr/>
          <p:nvPr/>
        </p:nvSpPr>
        <p:spPr>
          <a:xfrm>
            <a:off x="1995956" y="3882204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5BB4B7-223B-29D8-F0A3-0E4520865426}"/>
              </a:ext>
            </a:extLst>
          </p:cNvPr>
          <p:cNvSpPr txBox="1"/>
          <p:nvPr/>
        </p:nvSpPr>
        <p:spPr>
          <a:xfrm>
            <a:off x="2659515" y="3750252"/>
            <a:ext cx="16209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ajax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http request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발생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57C12E5-920A-8D1D-2F74-C6CF60DA01F9}"/>
              </a:ext>
            </a:extLst>
          </p:cNvPr>
          <p:cNvSpPr/>
          <p:nvPr/>
        </p:nvSpPr>
        <p:spPr>
          <a:xfrm>
            <a:off x="1990072" y="4957471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9C994A3-B497-EE61-7B0A-368C2B79C5BD}"/>
              </a:ext>
            </a:extLst>
          </p:cNvPr>
          <p:cNvSpPr/>
          <p:nvPr/>
        </p:nvSpPr>
        <p:spPr>
          <a:xfrm>
            <a:off x="1990821" y="5264297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90143314-17D7-3A31-6549-C0289D8F5A12}"/>
              </a:ext>
            </a:extLst>
          </p:cNvPr>
          <p:cNvCxnSpPr>
            <a:cxnSpLocks/>
            <a:stCxn id="38" idx="3"/>
            <a:endCxn id="39" idx="3"/>
          </p:cNvCxnSpPr>
          <p:nvPr/>
        </p:nvCxnSpPr>
        <p:spPr>
          <a:xfrm>
            <a:off x="2286501" y="5143631"/>
            <a:ext cx="749" cy="306826"/>
          </a:xfrm>
          <a:prstGeom prst="bentConnector3">
            <a:avLst>
              <a:gd name="adj1" fmla="val 30620694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97ACC28-D425-2A68-C17F-9A046717FAAD}"/>
              </a:ext>
            </a:extLst>
          </p:cNvPr>
          <p:cNvSpPr txBox="1"/>
          <p:nvPr/>
        </p:nvSpPr>
        <p:spPr>
          <a:xfrm>
            <a:off x="2659515" y="5153337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4.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Javascript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응답을 처리</a:t>
            </a:r>
            <a:endParaRPr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5569952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JSON</a:t>
            </a:r>
            <a:r>
              <a:rPr lang="ko-KR" altLang="en-US" dirty="0"/>
              <a:t> </a:t>
            </a:r>
            <a:r>
              <a:rPr lang="en-US" altLang="ko-KR" dirty="0"/>
              <a:t>(Javascript</a:t>
            </a:r>
            <a:r>
              <a:rPr lang="ko-KR" altLang="en-US" dirty="0"/>
              <a:t> </a:t>
            </a:r>
            <a:r>
              <a:rPr lang="en-US" altLang="ko-KR" dirty="0"/>
              <a:t>Object</a:t>
            </a:r>
            <a:r>
              <a:rPr lang="ko-KR" altLang="en-US" dirty="0"/>
              <a:t> </a:t>
            </a:r>
            <a:r>
              <a:rPr lang="en-US" altLang="ko-KR" dirty="0"/>
              <a:t>Nation)</a:t>
            </a:r>
          </a:p>
          <a:p>
            <a:pPr lvl="1"/>
            <a:r>
              <a:rPr lang="ko-KR" altLang="en-US" dirty="0"/>
              <a:t>자바스크립트 객체 표현법</a:t>
            </a:r>
            <a:endParaRPr lang="en-US" altLang="ko-KR" dirty="0"/>
          </a:p>
          <a:p>
            <a:pPr lvl="2"/>
            <a:r>
              <a:rPr lang="en-US" altLang="ko-KR" dirty="0"/>
              <a:t>Javascript</a:t>
            </a:r>
            <a:r>
              <a:rPr lang="ko-KR" altLang="en-US" dirty="0"/>
              <a:t>의</a:t>
            </a:r>
            <a:r>
              <a:rPr lang="en-US" altLang="ko-KR" dirty="0"/>
              <a:t> Object Literal </a:t>
            </a:r>
            <a:r>
              <a:rPr lang="ko-KR" altLang="en-US" dirty="0"/>
              <a:t>과 완전히 동일한 구조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서로 다른 시스템 간 통신</a:t>
            </a:r>
            <a:r>
              <a:rPr lang="en-US" altLang="ko-KR" dirty="0"/>
              <a:t>(</a:t>
            </a:r>
            <a:r>
              <a:rPr lang="ko-KR" altLang="en-US" dirty="0"/>
              <a:t>요청 및 응답</a:t>
            </a:r>
            <a:r>
              <a:rPr lang="en-US" altLang="ko-KR" dirty="0"/>
              <a:t>)</a:t>
            </a:r>
            <a:r>
              <a:rPr lang="ko-KR" altLang="en-US" dirty="0"/>
              <a:t>할 때 사용되는 범용적인 데이터 표현방법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Java, Python, Ruby, C# </a:t>
            </a:r>
            <a:r>
              <a:rPr lang="ko-KR" altLang="en-US" dirty="0"/>
              <a:t>등 거의 모든 언어는 </a:t>
            </a:r>
            <a:r>
              <a:rPr lang="en-US" altLang="ko-KR" dirty="0"/>
              <a:t>JSON</a:t>
            </a:r>
            <a:r>
              <a:rPr lang="ko-KR" altLang="en-US" dirty="0"/>
              <a:t>을 파싱</a:t>
            </a:r>
            <a:r>
              <a:rPr lang="en-US" altLang="ko-KR" dirty="0"/>
              <a:t>(</a:t>
            </a:r>
            <a:r>
              <a:rPr lang="ko-KR" altLang="en-US" dirty="0"/>
              <a:t>분석 및 생성</a:t>
            </a:r>
            <a:r>
              <a:rPr lang="en-US" altLang="ko-KR" dirty="0"/>
              <a:t>)</a:t>
            </a:r>
            <a:r>
              <a:rPr lang="ko-KR" altLang="en-US" dirty="0"/>
              <a:t>할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https://api.github.com/users - JSON </a:t>
            </a:r>
            <a:r>
              <a:rPr lang="ko-KR" altLang="en-US" dirty="0"/>
              <a:t>데이터 예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1531731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이메일 중복검사를 하기 위한 </a:t>
            </a:r>
            <a:r>
              <a:rPr lang="en-US" altLang="ko-KR" dirty="0"/>
              <a:t>MemberService.java </a:t>
            </a:r>
            <a:r>
              <a:rPr lang="ko-KR" altLang="en-US" dirty="0"/>
              <a:t>메소드 정의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269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4ABBA-5A2A-A24B-32A3-873BFC387612}"/>
              </a:ext>
            </a:extLst>
          </p:cNvPr>
          <p:cNvSpPr txBox="1"/>
          <p:nvPr/>
        </p:nvSpPr>
        <p:spPr>
          <a:xfrm>
            <a:off x="515874" y="1642170"/>
            <a:ext cx="81122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 된 이메일이 사용가능한지 확인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사용자가 가입 요청한 이메일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사용가능한 이메일인지 여부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(true: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사용가능한 이메일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0867842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이메일 중복검사를 하기 위한 </a:t>
            </a:r>
            <a:r>
              <a:rPr lang="en-US" altLang="ko-KR" dirty="0"/>
              <a:t>MemberServiceImpl.java </a:t>
            </a:r>
            <a:r>
              <a:rPr lang="ko-KR" altLang="en-US" dirty="0"/>
              <a:t>메소드 구현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5191F-8DB7-FE44-DBFA-6F18336493E0}"/>
              </a:ext>
            </a:extLst>
          </p:cNvPr>
          <p:cNvSpPr txBox="1"/>
          <p:nvPr/>
        </p:nvSpPr>
        <p:spPr>
          <a:xfrm>
            <a:off x="515874" y="1642170"/>
            <a:ext cx="81122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4972118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이메일 중복검사를 하기 위한 </a:t>
            </a:r>
            <a:r>
              <a:rPr lang="en-US" altLang="ko-KR" dirty="0"/>
              <a:t>MemberController.java </a:t>
            </a:r>
            <a:r>
              <a:rPr lang="ko-KR" altLang="en-US" dirty="0"/>
              <a:t>구현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2372A-A264-718D-3DBC-76825E15C9C6}"/>
              </a:ext>
            </a:extLst>
          </p:cNvPr>
          <p:cNvSpPr txBox="1"/>
          <p:nvPr/>
        </p:nvSpPr>
        <p:spPr>
          <a:xfrm>
            <a:off x="515874" y="1642170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JSON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으로 응답한다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"/member/regist/available"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&lt;&gt;();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"available"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2851732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이메일 중복검사를 하기 위한 </a:t>
            </a:r>
            <a:r>
              <a:rPr lang="en-US" altLang="ko-KR" dirty="0"/>
              <a:t>MemberController.java </a:t>
            </a:r>
            <a:r>
              <a:rPr lang="ko-KR" altLang="en-US" dirty="0"/>
              <a:t>구현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2372A-A264-718D-3DBC-76825E15C9C6}"/>
              </a:ext>
            </a:extLst>
          </p:cNvPr>
          <p:cNvSpPr txBox="1"/>
          <p:nvPr/>
        </p:nvSpPr>
        <p:spPr>
          <a:xfrm>
            <a:off x="515874" y="1642170"/>
            <a:ext cx="81122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Map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을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하면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@ResponseBody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에 의해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JSON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으로 변환되어 응답된다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832458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Static Resources (CSS, JS, Image, HTML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클라이언트</a:t>
            </a:r>
            <a:r>
              <a:rPr lang="en-US" altLang="ko-KR" dirty="0"/>
              <a:t>(</a:t>
            </a:r>
            <a:r>
              <a:rPr lang="ko-KR" altLang="en-US" dirty="0"/>
              <a:t>브라우저</a:t>
            </a:r>
            <a:r>
              <a:rPr lang="en-US" altLang="ko-KR" dirty="0"/>
              <a:t>)</a:t>
            </a:r>
            <a:r>
              <a:rPr lang="ko-KR" altLang="en-US" dirty="0"/>
              <a:t>에서 동작하는 자원들을 </a:t>
            </a:r>
            <a:r>
              <a:rPr lang="en-US" altLang="ko-KR" dirty="0"/>
              <a:t>Static Resource </a:t>
            </a:r>
            <a:r>
              <a:rPr lang="ko-KR" altLang="en-US" dirty="0"/>
              <a:t>라고 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Spring Framework</a:t>
            </a:r>
            <a:r>
              <a:rPr lang="ko-KR" altLang="en-US" dirty="0"/>
              <a:t>에서는 </a:t>
            </a:r>
            <a:r>
              <a:rPr lang="en-US" altLang="ko-KR" dirty="0"/>
              <a:t>Static Resources</a:t>
            </a:r>
            <a:r>
              <a:rPr lang="ko-KR" altLang="en-US" dirty="0"/>
              <a:t>를 사용하기 위해 </a:t>
            </a:r>
            <a:r>
              <a:rPr lang="en-US" altLang="ko-KR" dirty="0" err="1"/>
              <a:t>mvc:resources</a:t>
            </a:r>
            <a:r>
              <a:rPr lang="en-US" altLang="ko-KR" dirty="0"/>
              <a:t> </a:t>
            </a:r>
            <a:r>
              <a:rPr lang="ko-KR" altLang="en-US" dirty="0"/>
              <a:t>설정이 필요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Spring Boot</a:t>
            </a:r>
            <a:r>
              <a:rPr lang="ko-KR" altLang="en-US" dirty="0"/>
              <a:t>에서는 </a:t>
            </a:r>
            <a:r>
              <a:rPr lang="en-US" altLang="ko-KR" dirty="0"/>
              <a:t>Static Resources</a:t>
            </a:r>
            <a:r>
              <a:rPr lang="ko-KR" altLang="en-US" dirty="0"/>
              <a:t>를 위한 폴더를 미리 제공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src</a:t>
            </a:r>
            <a:r>
              <a:rPr lang="en-US" altLang="ko-KR" dirty="0"/>
              <a:t>/main/resources/static</a:t>
            </a:r>
          </a:p>
          <a:p>
            <a:pPr lvl="2"/>
            <a:r>
              <a:rPr lang="ko-KR" altLang="en-US" dirty="0"/>
              <a:t>설정이 필요 없음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src</a:t>
            </a:r>
            <a:r>
              <a:rPr lang="en-US" altLang="ko-KR" dirty="0"/>
              <a:t>/main/resources/static </a:t>
            </a:r>
            <a:r>
              <a:rPr lang="ko-KR" altLang="en-US" dirty="0"/>
              <a:t>폴더에 </a:t>
            </a:r>
            <a:r>
              <a:rPr lang="en-US" altLang="ko-KR" dirty="0"/>
              <a:t>jQuery </a:t>
            </a:r>
            <a:r>
              <a:rPr lang="ko-KR" altLang="en-US" dirty="0"/>
              <a:t>파일을 </a:t>
            </a:r>
            <a:r>
              <a:rPr lang="ko-KR" altLang="en-US" dirty="0" err="1"/>
              <a:t>붙여넣는다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DC09D3-4BF4-12D5-A6B4-384501874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76600"/>
            <a:ext cx="3429000" cy="304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73107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jQuery</a:t>
            </a:r>
            <a:r>
              <a:rPr lang="ko-KR" altLang="en-US" dirty="0"/>
              <a:t>를 이용해 </a:t>
            </a:r>
            <a:r>
              <a:rPr lang="en-US" altLang="ko-KR" dirty="0"/>
              <a:t>Ajax </a:t>
            </a:r>
            <a:r>
              <a:rPr lang="ko-KR" altLang="en-US" dirty="0"/>
              <a:t>전송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73979-315E-CC7C-122D-4B7C355FC843}"/>
              </a:ext>
            </a:extLst>
          </p:cNvPr>
          <p:cNvSpPr txBox="1"/>
          <p:nvPr/>
        </p:nvSpPr>
        <p:spPr>
          <a:xfrm>
            <a:off x="515874" y="1642170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button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border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solid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#ccc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.available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#0f03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.unusable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#f003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&lt;script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"text/javascript"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src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/lib/jquery-3.7.0.js"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&gt;&lt;/script&gt;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&lt;script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"text/javascript"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ready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keyup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Get Ajax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를 호출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/available"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2861757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jQuery</a:t>
            </a:r>
            <a:r>
              <a:rPr lang="ko-KR" altLang="en-US" dirty="0"/>
              <a:t>를 이용해 </a:t>
            </a:r>
            <a:r>
              <a:rPr lang="en-US" altLang="ko-KR" dirty="0"/>
              <a:t>Ajax </a:t>
            </a:r>
            <a:r>
              <a:rPr lang="ko-KR" altLang="en-US" dirty="0"/>
              <a:t>전송 </a:t>
            </a:r>
            <a:r>
              <a:rPr lang="en-US" altLang="ko-KR" dirty="0"/>
              <a:t>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73979-315E-CC7C-122D-4B7C355FC843}"/>
              </a:ext>
            </a:extLst>
          </p:cNvPr>
          <p:cNvSpPr txBox="1"/>
          <p:nvPr/>
        </p:nvSpPr>
        <p:spPr>
          <a:xfrm>
            <a:off x="515874" y="1642170"/>
            <a:ext cx="81122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{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()},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available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available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available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"available"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removeClass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"unusable"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btn-regist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removeAttr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"disabled"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"unusable"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removeClass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"available"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btn-regist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attr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"disabled"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"disabled"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});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&lt;/script&gt;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4052946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jQuery</a:t>
            </a:r>
            <a:r>
              <a:rPr lang="ko-KR" altLang="en-US" dirty="0"/>
              <a:t>를 이용해 </a:t>
            </a:r>
            <a:r>
              <a:rPr lang="en-US" altLang="ko-KR" dirty="0"/>
              <a:t>Ajax </a:t>
            </a:r>
            <a:r>
              <a:rPr lang="ko-KR" altLang="en-US" dirty="0"/>
              <a:t>전송 </a:t>
            </a:r>
            <a:r>
              <a:rPr lang="en-US" altLang="ko-KR" dirty="0"/>
              <a:t>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73979-315E-CC7C-122D-4B7C355FC843}"/>
              </a:ext>
            </a:extLst>
          </p:cNvPr>
          <p:cNvSpPr txBox="1"/>
          <p:nvPr/>
        </p:nvSpPr>
        <p:spPr>
          <a:xfrm>
            <a:off x="515874" y="1642170"/>
            <a:ext cx="81122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btn-regist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disabled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"disabled"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"submit"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0099737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확인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이미 가입된 이메일을 입력할 경우</a:t>
            </a:r>
            <a:r>
              <a:rPr lang="en-US" altLang="ko-KR" dirty="0"/>
              <a:t>, </a:t>
            </a:r>
            <a:r>
              <a:rPr lang="ko-KR" altLang="en-US" dirty="0"/>
              <a:t>이메일 입력 칸이 붉게</a:t>
            </a:r>
            <a:r>
              <a:rPr lang="en-US" altLang="ko-KR" dirty="0"/>
              <a:t>, </a:t>
            </a:r>
            <a:r>
              <a:rPr lang="ko-KR" altLang="en-US" dirty="0"/>
              <a:t>등록버튼은 비활성화 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이메일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중복 검사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336B60-E98B-59AC-8251-E01937F7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5000"/>
            <a:ext cx="5181600" cy="334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83568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비밀번호 암호화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678597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 할 때 입력한 비밀번호 원문을 </a:t>
            </a:r>
            <a:r>
              <a:rPr lang="en-US" altLang="ko-KR" dirty="0"/>
              <a:t>DB</a:t>
            </a:r>
            <a:r>
              <a:rPr lang="ko-KR" altLang="en-US" dirty="0"/>
              <a:t>에 저장하는 것은 매우 위험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Database</a:t>
            </a:r>
            <a:r>
              <a:rPr lang="ko-KR" altLang="en-US" dirty="0"/>
              <a:t>가 해킹되어 개인정보가 유출되었을 때</a:t>
            </a:r>
            <a:r>
              <a:rPr lang="en-US" altLang="ko-KR" dirty="0"/>
              <a:t>, </a:t>
            </a:r>
            <a:r>
              <a:rPr lang="ko-KR" altLang="en-US" dirty="0"/>
              <a:t>치명적인 사고가 발생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비밀번호는 반드시 복호화 불가능한 암호화 알고리즘을 사용해 저장해야 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SHA Algorithm + SALT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beans </a:t>
            </a:r>
            <a:r>
              <a:rPr lang="ko-KR" altLang="en-US" dirty="0"/>
              <a:t>패키지에 </a:t>
            </a:r>
            <a:r>
              <a:rPr lang="en-US" altLang="ko-KR" dirty="0"/>
              <a:t>SHA.java </a:t>
            </a:r>
            <a:r>
              <a:rPr lang="ko-KR" altLang="en-US" dirty="0"/>
              <a:t>파일 생성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279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B2DB06-8514-4F6A-BC58-E96F953F6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24200"/>
            <a:ext cx="3200400" cy="26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41094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SHA.java</a:t>
            </a:r>
            <a:r>
              <a:rPr lang="ko-KR" altLang="en-US" dirty="0"/>
              <a:t> 작성 </a:t>
            </a:r>
            <a:r>
              <a:rPr lang="en-US" altLang="ko-KR" dirty="0"/>
              <a:t>( 1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B04-E2F6-F0A8-260D-CDDB525B550E}"/>
              </a:ext>
            </a:extLst>
          </p:cNvPr>
          <p:cNvSpPr txBox="1"/>
          <p:nvPr/>
        </p:nvSpPr>
        <p:spPr>
          <a:xfrm>
            <a:off x="515874" y="1642170"/>
            <a:ext cx="8551926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security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MessageDigest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security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NoSuchAlgorithmException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Random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복호화 불가능한 암호화 알고리즘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SHA-256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암호화 함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source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원본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salt(String)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SALT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getEncrypt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getEncrypt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getBytes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716613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SHA.java</a:t>
            </a:r>
            <a:r>
              <a:rPr lang="ko-KR" altLang="en-US" dirty="0"/>
              <a:t> 작성 </a:t>
            </a:r>
            <a:r>
              <a:rPr lang="en-US" altLang="ko-KR" dirty="0"/>
              <a:t>( 2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B04-E2F6-F0A8-260D-CDDB525B550E}"/>
              </a:ext>
            </a:extLst>
          </p:cNvPr>
          <p:cNvSpPr txBox="1"/>
          <p:nvPr/>
        </p:nvSpPr>
        <p:spPr>
          <a:xfrm>
            <a:off x="515874" y="1642170"/>
            <a:ext cx="8551926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SHA-256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암호화 함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source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원본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salt(byte[])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SALT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getEncrypt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[]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[]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source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getBytes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[]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];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arraycopy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System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arraycopy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MessageDigest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MessageDigest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getInstance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"SHA-256"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[]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digest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StringBuffer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StringBuffer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19918515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SHA.java</a:t>
            </a:r>
            <a:r>
              <a:rPr lang="ko-KR" altLang="en-US" dirty="0"/>
              <a:t> 작성 </a:t>
            </a:r>
            <a:r>
              <a:rPr lang="en-US" altLang="ko-KR" dirty="0"/>
              <a:t>( 3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B04-E2F6-F0A8-260D-CDDB525B550E}"/>
              </a:ext>
            </a:extLst>
          </p:cNvPr>
          <p:cNvSpPr txBox="1"/>
          <p:nvPr/>
        </p:nvSpPr>
        <p:spPr>
          <a:xfrm>
            <a:off x="515874" y="1642170"/>
            <a:ext cx="8551926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&lt;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byteData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++)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toString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] &amp;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0xFF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+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256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16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substring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toString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NoSuchAlgorithmException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printStackTrace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SALT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얻어온다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generateSalt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Random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random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Random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[]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byte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];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random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nextBytes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87429240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SHA.java</a:t>
            </a:r>
            <a:r>
              <a:rPr lang="ko-KR" altLang="en-US" dirty="0"/>
              <a:t> 작성 </a:t>
            </a:r>
            <a:r>
              <a:rPr lang="en-US" altLang="ko-KR" dirty="0"/>
              <a:t>( 4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B04-E2F6-F0A8-260D-CDDB525B550E}"/>
              </a:ext>
            </a:extLst>
          </p:cNvPr>
          <p:cNvSpPr txBox="1"/>
          <p:nvPr/>
        </p:nvSpPr>
        <p:spPr>
          <a:xfrm>
            <a:off x="515874" y="1642170"/>
            <a:ext cx="8551926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StringBuffer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StringBuffer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&lt;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++)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byte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Hex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값으로 바꾸기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format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"%02x"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[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]));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toString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518335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SHA</a:t>
            </a:r>
            <a:r>
              <a:rPr lang="ko-KR" altLang="en-US" dirty="0"/>
              <a:t>를 </a:t>
            </a:r>
            <a:r>
              <a:rPr lang="en-US" altLang="ko-KR" dirty="0"/>
              <a:t>Bean</a:t>
            </a:r>
            <a:r>
              <a:rPr lang="ko-KR" altLang="en-US" dirty="0"/>
              <a:t>으로 추가</a:t>
            </a:r>
            <a:endParaRPr lang="en-US" altLang="ko-KR" dirty="0"/>
          </a:p>
          <a:p>
            <a:pPr lvl="1"/>
            <a:r>
              <a:rPr lang="en-US" altLang="ko-KR" dirty="0"/>
              <a:t>CustomBeanInitializer.java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B04-E2F6-F0A8-260D-CDDB525B550E}"/>
              </a:ext>
            </a:extLst>
          </p:cNvPr>
          <p:cNvSpPr txBox="1"/>
          <p:nvPr/>
        </p:nvSpPr>
        <p:spPr>
          <a:xfrm>
            <a:off x="515874" y="1982450"/>
            <a:ext cx="8551926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SpringBootConfiguration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context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SpringBootConfiguration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CustomBeanInitializer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9870113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MEMBERS </a:t>
            </a:r>
            <a:r>
              <a:rPr lang="ko-KR" altLang="en-US" dirty="0"/>
              <a:t>테이블에 </a:t>
            </a:r>
            <a:r>
              <a:rPr lang="en-US" altLang="ko-KR" dirty="0"/>
              <a:t>SALT </a:t>
            </a:r>
            <a:r>
              <a:rPr lang="ko-KR" altLang="en-US" dirty="0"/>
              <a:t>컬럼 추가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285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BF773C-38AE-893F-70AF-31506F0F0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63" y="1650273"/>
            <a:ext cx="841247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915879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MemberVO.java</a:t>
            </a:r>
            <a:r>
              <a:rPr lang="ko-KR" altLang="en-US" dirty="0"/>
              <a:t>에 </a:t>
            </a:r>
            <a:r>
              <a:rPr lang="en-US" altLang="ko-KR" dirty="0"/>
              <a:t>salt </a:t>
            </a:r>
            <a:r>
              <a:rPr lang="ko-KR" altLang="en-US" dirty="0"/>
              <a:t>멤버변수 추가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4940B-6C96-4FB8-6D3B-AA81D1BE8455}"/>
              </a:ext>
            </a:extLst>
          </p:cNvPr>
          <p:cNvSpPr txBox="1"/>
          <p:nvPr/>
        </p:nvSpPr>
        <p:spPr>
          <a:xfrm>
            <a:off x="515874" y="1674158"/>
            <a:ext cx="8551926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getSalt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setSalt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828783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SALT</a:t>
            </a:r>
            <a:r>
              <a:rPr lang="ko-KR" altLang="en-US" dirty="0"/>
              <a:t> </a:t>
            </a:r>
            <a:r>
              <a:rPr lang="en-US" altLang="ko-KR" dirty="0"/>
              <a:t>INSERT</a:t>
            </a:r>
            <a:r>
              <a:rPr lang="ko-KR" altLang="en-US" dirty="0"/>
              <a:t> 쿼리 추가</a:t>
            </a:r>
            <a:endParaRPr lang="en-US" altLang="ko-KR" dirty="0"/>
          </a:p>
          <a:p>
            <a:pPr lvl="1"/>
            <a:r>
              <a:rPr lang="en-US" altLang="ko-KR" dirty="0"/>
              <a:t>MemberDaoMapper.xml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4940B-6C96-4FB8-6D3B-AA81D1BE8455}"/>
              </a:ext>
            </a:extLst>
          </p:cNvPr>
          <p:cNvSpPr txBox="1"/>
          <p:nvPr/>
        </p:nvSpPr>
        <p:spPr>
          <a:xfrm>
            <a:off x="515874" y="1944260"/>
            <a:ext cx="8551926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com.example.demo.member.vo.MemberVO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INSERT INTO MEMBERS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PASSWORD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, SALT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VALUES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#{email}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#{name}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#{password}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, #{salt}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&lt;/insert&gt;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3376635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암호화 로직 추가 </a:t>
            </a:r>
            <a:r>
              <a:rPr lang="en-US" altLang="ko-KR" dirty="0"/>
              <a:t>( 1 / 2 )</a:t>
            </a:r>
          </a:p>
          <a:p>
            <a:pPr lvl="1"/>
            <a:r>
              <a:rPr lang="en-US" altLang="ko-KR" dirty="0"/>
              <a:t>MemberServiceImpl.java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4940B-6C96-4FB8-6D3B-AA81D1BE8455}"/>
              </a:ext>
            </a:extLst>
          </p:cNvPr>
          <p:cNvSpPr txBox="1"/>
          <p:nvPr/>
        </p:nvSpPr>
        <p:spPr>
          <a:xfrm>
            <a:off x="515874" y="1944260"/>
            <a:ext cx="8551926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이미 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사용중입니다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4233512599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암호화 로직 추가 </a:t>
            </a:r>
            <a:r>
              <a:rPr lang="en-US" altLang="ko-KR" dirty="0"/>
              <a:t>( 2 / 2 )</a:t>
            </a:r>
          </a:p>
          <a:p>
            <a:pPr lvl="1"/>
            <a:r>
              <a:rPr lang="en-US" altLang="ko-KR" dirty="0"/>
              <a:t>MemberServiceImpl.java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289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4940B-6C96-4FB8-6D3B-AA81D1BE8455}"/>
              </a:ext>
            </a:extLst>
          </p:cNvPr>
          <p:cNvSpPr txBox="1"/>
          <p:nvPr/>
        </p:nvSpPr>
        <p:spPr>
          <a:xfrm>
            <a:off x="515874" y="1944260"/>
            <a:ext cx="8551926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generateSalt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encryptedPassword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getEncrypt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encryptedPassword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9634272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59D4D-9753-1997-5F87-AD2FF38F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MEMBERS </a:t>
            </a:r>
            <a:r>
              <a:rPr lang="ko-KR" altLang="en-US" dirty="0"/>
              <a:t>테이블의 데이터 모두 삭제하고 다시 회원가입 테스트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비밀번호가 암호화 되어있고</a:t>
            </a:r>
            <a:endParaRPr lang="en-US" altLang="ko-KR" dirty="0"/>
          </a:p>
          <a:p>
            <a:pPr lvl="1"/>
            <a:r>
              <a:rPr lang="en-US" altLang="ko-KR" dirty="0"/>
              <a:t>SALT</a:t>
            </a:r>
            <a:r>
              <a:rPr lang="ko-KR" altLang="en-US" dirty="0"/>
              <a:t>에 값이 </a:t>
            </a:r>
            <a:r>
              <a:rPr lang="en-US" altLang="ko-KR" dirty="0"/>
              <a:t>INSERT </a:t>
            </a:r>
            <a:r>
              <a:rPr lang="ko-KR" altLang="en-US" dirty="0"/>
              <a:t>되는지 확인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비밀번호 암호화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7B28E80-D6B0-E5F9-8375-133CD21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ED707D-E618-87CC-AFC0-79B035D2D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32" y="2362200"/>
            <a:ext cx="8735644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32511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로그인 화면 만들기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244872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화면을 위한 </a:t>
            </a:r>
            <a:r>
              <a:rPr lang="en-US" altLang="ko-KR" dirty="0" err="1"/>
              <a:t>MemberController</a:t>
            </a:r>
            <a:r>
              <a:rPr lang="en-US" altLang="ko-KR" dirty="0"/>
              <a:t> </a:t>
            </a:r>
            <a:r>
              <a:rPr lang="ko-KR" altLang="en-US" dirty="0"/>
              <a:t>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화면 만들기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292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viewLoginPage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995163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로그인 화면 생성 </a:t>
            </a:r>
            <a:r>
              <a:rPr lang="en-US" altLang="ko-KR" dirty="0"/>
              <a:t>( 1 / 4 )</a:t>
            </a:r>
          </a:p>
          <a:p>
            <a:pPr lvl="1"/>
            <a:r>
              <a:rPr lang="en-US" altLang="ko-KR" dirty="0"/>
              <a:t>/WEB-INF/views/member/</a:t>
            </a:r>
            <a:r>
              <a:rPr lang="en-US" altLang="ko-KR" dirty="0" err="1"/>
              <a:t>memberlogin.jsp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293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화면 만들기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946364"/>
            <a:ext cx="8551926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prefix="form"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="http://www.springframework.org/tags/form"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로그인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div.btn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div.right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40403204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로그인 화면 생성 </a:t>
            </a:r>
            <a:r>
              <a:rPr lang="en-US" altLang="ko-KR" dirty="0"/>
              <a:t>( 2 / 4 )</a:t>
            </a:r>
          </a:p>
          <a:p>
            <a:pPr lvl="1"/>
            <a:r>
              <a:rPr lang="en-US" altLang="ko-KR" dirty="0"/>
              <a:t>/WEB-INF/views/member/</a:t>
            </a:r>
            <a:r>
              <a:rPr lang="en-US" altLang="ko-KR" dirty="0" err="1"/>
              <a:t>memberlogin.jsp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294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화면 만들기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946364"/>
            <a:ext cx="8551926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padding-left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button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border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solid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#ccc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#ff00004a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opacity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div.errors:last-child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margin-bottom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15px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383708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로그인 화면 생성 </a:t>
            </a:r>
            <a:r>
              <a:rPr lang="en-US" altLang="ko-KR" dirty="0"/>
              <a:t>( 3 / 4 )</a:t>
            </a:r>
          </a:p>
          <a:p>
            <a:pPr lvl="1"/>
            <a:r>
              <a:rPr lang="en-US" altLang="ko-KR" dirty="0"/>
              <a:t>/WEB-INF/views/member/</a:t>
            </a:r>
            <a:r>
              <a:rPr lang="en-US" altLang="ko-KR" dirty="0" err="1"/>
              <a:t>memberlogin.jsp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295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화면 만들기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946364"/>
            <a:ext cx="8551926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memberVO.email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memberVO.password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btn-regist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"submit"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로그인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6642031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>
            <a:normAutofit/>
          </a:bodyPr>
          <a:lstStyle/>
          <a:p>
            <a:r>
              <a:rPr lang="ko-KR" altLang="en-US" dirty="0"/>
              <a:t>로그인 화면 생성 </a:t>
            </a:r>
            <a:r>
              <a:rPr lang="en-US" altLang="ko-KR" dirty="0"/>
              <a:t>( 4 / 4 )</a:t>
            </a:r>
          </a:p>
          <a:p>
            <a:pPr lvl="1"/>
            <a:r>
              <a:rPr lang="en-US" altLang="ko-KR" dirty="0"/>
              <a:t>/WEB-INF/views/member/</a:t>
            </a:r>
            <a:r>
              <a:rPr lang="en-US" altLang="ko-KR" dirty="0" err="1"/>
              <a:t>memberlogin.jsp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296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화면 만들기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946364"/>
            <a:ext cx="855192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4250279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로그인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297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661956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514600"/>
            <a:ext cx="296429" cy="3673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438400"/>
            <a:ext cx="296429" cy="381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2637824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2632248"/>
            <a:ext cx="296429" cy="34690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2785002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AE60A8-7A5D-C2E1-7E2D-1702CA8A23BE}"/>
              </a:ext>
            </a:extLst>
          </p:cNvPr>
          <p:cNvSpPr/>
          <p:nvPr/>
        </p:nvSpPr>
        <p:spPr>
          <a:xfrm>
            <a:off x="6117845" y="4517248"/>
            <a:ext cx="296429" cy="957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2A6C673-64A6-C533-0CDA-D7B0E489140E}"/>
              </a:ext>
            </a:extLst>
          </p:cNvPr>
          <p:cNvCxnSpPr>
            <a:cxnSpLocks/>
          </p:cNvCxnSpPr>
          <p:nvPr/>
        </p:nvCxnSpPr>
        <p:spPr>
          <a:xfrm>
            <a:off x="4695698" y="4745848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347690" y="2406992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로그인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2974799" y="2532018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로그인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DB3AF-44E0-601F-4444-F0F00C775885}"/>
              </a:ext>
            </a:extLst>
          </p:cNvPr>
          <p:cNvSpPr txBox="1"/>
          <p:nvPr/>
        </p:nvSpPr>
        <p:spPr>
          <a:xfrm>
            <a:off x="4733109" y="4493908"/>
            <a:ext cx="130035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Email,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Password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회원 조회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9815BA8-513C-8448-5DDC-DC84D73C8817}"/>
              </a:ext>
            </a:extLst>
          </p:cNvPr>
          <p:cNvSpPr/>
          <p:nvPr/>
        </p:nvSpPr>
        <p:spPr>
          <a:xfrm>
            <a:off x="7852785" y="4772096"/>
            <a:ext cx="296429" cy="5942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08E9B7D-FE15-96E8-5A51-AC7558377B4F}"/>
              </a:ext>
            </a:extLst>
          </p:cNvPr>
          <p:cNvCxnSpPr>
            <a:cxnSpLocks/>
          </p:cNvCxnSpPr>
          <p:nvPr/>
        </p:nvCxnSpPr>
        <p:spPr>
          <a:xfrm>
            <a:off x="6430881" y="4913488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078700F-ADD8-4DBE-127B-1836193EBCE8}"/>
              </a:ext>
            </a:extLst>
          </p:cNvPr>
          <p:cNvSpPr txBox="1"/>
          <p:nvPr/>
        </p:nvSpPr>
        <p:spPr>
          <a:xfrm>
            <a:off x="6570943" y="4676788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D3B02EA-2C5C-E718-7C23-724BE2779224}"/>
              </a:ext>
            </a:extLst>
          </p:cNvPr>
          <p:cNvCxnSpPr>
            <a:cxnSpLocks/>
          </p:cNvCxnSpPr>
          <p:nvPr/>
        </p:nvCxnSpPr>
        <p:spPr>
          <a:xfrm flipH="1">
            <a:off x="6430881" y="5242377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7E5DCCE-CEDB-89F8-61AC-79AE3455C1AF}"/>
              </a:ext>
            </a:extLst>
          </p:cNvPr>
          <p:cNvSpPr txBox="1"/>
          <p:nvPr/>
        </p:nvSpPr>
        <p:spPr>
          <a:xfrm>
            <a:off x="6473538" y="4992613"/>
            <a:ext cx="14221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10.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2CC7386-E341-0DB1-5A38-21A171DAC6A8}"/>
              </a:ext>
            </a:extLst>
          </p:cNvPr>
          <p:cNvCxnSpPr>
            <a:cxnSpLocks/>
          </p:cNvCxnSpPr>
          <p:nvPr/>
        </p:nvCxnSpPr>
        <p:spPr>
          <a:xfrm flipH="1">
            <a:off x="4677346" y="5366360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711D40-D0FA-B3E5-0E8C-AEA28104CF30}"/>
              </a:ext>
            </a:extLst>
          </p:cNvPr>
          <p:cNvSpPr txBox="1"/>
          <p:nvPr/>
        </p:nvSpPr>
        <p:spPr>
          <a:xfrm>
            <a:off x="4724400" y="5116596"/>
            <a:ext cx="14221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550756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3048000" y="5257800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로그인 결과 전달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612745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274958" y="5877695"/>
            <a:ext cx="111761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14.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게시글 목록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페이지로 이동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9400EE-5946-2DAF-933F-33EA7F590ABB}"/>
              </a:ext>
            </a:extLst>
          </p:cNvPr>
          <p:cNvSpPr/>
          <p:nvPr/>
        </p:nvSpPr>
        <p:spPr>
          <a:xfrm>
            <a:off x="6117845" y="2712733"/>
            <a:ext cx="296429" cy="9579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7A574AD-37D4-E922-717F-553A0D054CB0}"/>
              </a:ext>
            </a:extLst>
          </p:cNvPr>
          <p:cNvCxnSpPr>
            <a:cxnSpLocks/>
          </p:cNvCxnSpPr>
          <p:nvPr/>
        </p:nvCxnSpPr>
        <p:spPr>
          <a:xfrm>
            <a:off x="4695698" y="2941332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162BD9-5AAA-7164-C4D5-8ECAE84ED3EE}"/>
              </a:ext>
            </a:extLst>
          </p:cNvPr>
          <p:cNvSpPr txBox="1"/>
          <p:nvPr/>
        </p:nvSpPr>
        <p:spPr>
          <a:xfrm>
            <a:off x="4950905" y="2689392"/>
            <a:ext cx="8402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SALT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조회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46996F-AA83-14F5-21EE-956015C66C94}"/>
              </a:ext>
            </a:extLst>
          </p:cNvPr>
          <p:cNvSpPr/>
          <p:nvPr/>
        </p:nvSpPr>
        <p:spPr>
          <a:xfrm>
            <a:off x="7852785" y="2967580"/>
            <a:ext cx="296429" cy="597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7B1FD9F-2BDA-A7CC-11EE-DB208C38A2B4}"/>
              </a:ext>
            </a:extLst>
          </p:cNvPr>
          <p:cNvCxnSpPr>
            <a:cxnSpLocks/>
          </p:cNvCxnSpPr>
          <p:nvPr/>
        </p:nvCxnSpPr>
        <p:spPr>
          <a:xfrm>
            <a:off x="6430881" y="3108972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9F1175-57D3-4187-D5FA-9931E6908F5D}"/>
              </a:ext>
            </a:extLst>
          </p:cNvPr>
          <p:cNvSpPr txBox="1"/>
          <p:nvPr/>
        </p:nvSpPr>
        <p:spPr>
          <a:xfrm>
            <a:off x="6570943" y="2872272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4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514BF69-19C8-ED7F-7968-E149C6B81E46}"/>
              </a:ext>
            </a:extLst>
          </p:cNvPr>
          <p:cNvCxnSpPr>
            <a:cxnSpLocks/>
          </p:cNvCxnSpPr>
          <p:nvPr/>
        </p:nvCxnSpPr>
        <p:spPr>
          <a:xfrm flipH="1">
            <a:off x="6430881" y="3429151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64AB9F-70E7-900E-876A-399BEFE72034}"/>
              </a:ext>
            </a:extLst>
          </p:cNvPr>
          <p:cNvSpPr txBox="1"/>
          <p:nvPr/>
        </p:nvSpPr>
        <p:spPr>
          <a:xfrm>
            <a:off x="6473538" y="3179387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EA367C8-2D24-4630-2D3D-9B69B2A761EE}"/>
              </a:ext>
            </a:extLst>
          </p:cNvPr>
          <p:cNvCxnSpPr>
            <a:cxnSpLocks/>
          </p:cNvCxnSpPr>
          <p:nvPr/>
        </p:nvCxnSpPr>
        <p:spPr>
          <a:xfrm flipH="1">
            <a:off x="4677346" y="355313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01898D6-7E93-A6AA-99FE-793E89EE7B04}"/>
              </a:ext>
            </a:extLst>
          </p:cNvPr>
          <p:cNvSpPr txBox="1"/>
          <p:nvPr/>
        </p:nvSpPr>
        <p:spPr>
          <a:xfrm>
            <a:off x="4737936" y="3303370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조회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8EA92E-FF8B-C571-9D93-70A96AC40DD1}"/>
              </a:ext>
            </a:extLst>
          </p:cNvPr>
          <p:cNvSpPr/>
          <p:nvPr/>
        </p:nvSpPr>
        <p:spPr>
          <a:xfrm>
            <a:off x="4394704" y="4038855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03EDA2F0-C767-704D-7C34-4B647B588AF6}"/>
              </a:ext>
            </a:extLst>
          </p:cNvPr>
          <p:cNvCxnSpPr>
            <a:cxnSpLocks/>
          </p:cNvCxnSpPr>
          <p:nvPr/>
        </p:nvCxnSpPr>
        <p:spPr>
          <a:xfrm>
            <a:off x="4691133" y="3954403"/>
            <a:ext cx="6047" cy="384117"/>
          </a:xfrm>
          <a:prstGeom prst="bentConnector3">
            <a:avLst>
              <a:gd name="adj1" fmla="val 3880387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304F3B9-4CC0-CC29-FA85-025D738794E9}"/>
              </a:ext>
            </a:extLst>
          </p:cNvPr>
          <p:cNvSpPr/>
          <p:nvPr/>
        </p:nvSpPr>
        <p:spPr>
          <a:xfrm>
            <a:off x="4400751" y="4422972"/>
            <a:ext cx="296429" cy="372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1353C2-198B-07DD-CEA3-7D6DA8F9BDAC}"/>
              </a:ext>
            </a:extLst>
          </p:cNvPr>
          <p:cNvSpPr txBox="1"/>
          <p:nvPr/>
        </p:nvSpPr>
        <p:spPr>
          <a:xfrm>
            <a:off x="4900698" y="4020408"/>
            <a:ext cx="1162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비밀번호 암호화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91D8B77E-D22B-1D0B-BA59-F02D698EEC41}"/>
              </a:ext>
            </a:extLst>
          </p:cNvPr>
          <p:cNvCxnSpPr>
            <a:cxnSpLocks/>
          </p:cNvCxnSpPr>
          <p:nvPr/>
        </p:nvCxnSpPr>
        <p:spPr>
          <a:xfrm>
            <a:off x="2957382" y="5633538"/>
            <a:ext cx="6047" cy="384117"/>
          </a:xfrm>
          <a:prstGeom prst="bentConnector3">
            <a:avLst>
              <a:gd name="adj1" fmla="val 3880387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3CCDAA1-50F7-6EEC-D4DB-B18477902853}"/>
              </a:ext>
            </a:extLst>
          </p:cNvPr>
          <p:cNvSpPr txBox="1"/>
          <p:nvPr/>
        </p:nvSpPr>
        <p:spPr>
          <a:xfrm>
            <a:off x="3166947" y="5699543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13.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로그인 세션 생성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4764006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MemberDao.java </a:t>
            </a:r>
            <a:r>
              <a:rPr lang="ko-KR" altLang="en-US" dirty="0"/>
              <a:t>메소드 정의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299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package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interface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MemberDao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/**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로그인시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비밀번호 암호화를 위해 기존에 발급했던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salt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값을 조회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@param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email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조회할 이메일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@return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회원가입시 발급받은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salt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값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getSalt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/**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 이메일과 비밀번호로 회원 정보를 조회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@param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memberVO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이메일과 비밀번호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@return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이메일과 비밀번호가 일치하는 회원의 정보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MemberVO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MemberVO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2297774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MemberDaoImpl.java </a:t>
            </a:r>
            <a:r>
              <a:rPr lang="ko-KR" altLang="en-US" dirty="0"/>
              <a:t>메소드 구현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300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selectOne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getSalt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selectOne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getMember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5513334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Query</a:t>
            </a:r>
            <a:r>
              <a:rPr lang="ko-KR" altLang="en-US" dirty="0"/>
              <a:t>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301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com.example.demo.member.dao.MemberDao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getSalt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"string"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SELECT SALT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FROM MEMBERS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WHERE EMAIL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getMember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com.example.demo.member.vo.MemberVO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com.example.demo.member.vo.MemberVO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SELECT 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, PASSWORD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FROM MEMBERS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WHERE EMAIL = #{email}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AND PASSWORD = #{password}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2037373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MemberService.java </a:t>
            </a:r>
            <a:r>
              <a:rPr lang="ko-KR" altLang="en-US" dirty="0"/>
              <a:t>메소드 정의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302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이메일과 비밀번호로 회원 정보를 조회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이메일과 비밀번호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이메일과 비밀번호가 일치하는 회원의 정보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7586413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MemberServiceImpl.java </a:t>
            </a:r>
            <a:r>
              <a:rPr lang="ko-KR" altLang="en-US" dirty="0"/>
              <a:t>메소드 구현 </a:t>
            </a:r>
            <a:r>
              <a:rPr lang="en-US" altLang="ko-KR" dirty="0"/>
              <a:t>( 1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303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(salt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아이디 또는 비밀번호가 일치하지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encryptedPassword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sha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getEncrypt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(password, salt);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encryptedPassword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65741801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MemberServiceImpl.java </a:t>
            </a:r>
            <a:r>
              <a:rPr lang="ko-KR" altLang="en-US" dirty="0"/>
              <a:t>메소드 구현 </a:t>
            </a:r>
            <a:r>
              <a:rPr lang="en-US" altLang="ko-KR" dirty="0"/>
              <a:t>( 2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304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(member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아이디 또는 비밀번호가 일치하지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member;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9870325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MemberController.java </a:t>
            </a:r>
            <a:r>
              <a:rPr lang="ko-KR" altLang="en-US" dirty="0"/>
              <a:t>메소드 구현 </a:t>
            </a:r>
            <a:r>
              <a:rPr lang="en-US" altLang="ko-KR" dirty="0"/>
              <a:t>( 1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305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doLogin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761987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위한 </a:t>
            </a:r>
            <a:r>
              <a:rPr lang="en-US" altLang="ko-KR" dirty="0"/>
              <a:t>MemberController.java </a:t>
            </a:r>
            <a:r>
              <a:rPr lang="ko-KR" altLang="en-US" dirty="0"/>
              <a:t>메소드 구현 </a:t>
            </a:r>
            <a:r>
              <a:rPr lang="en-US" altLang="ko-KR" dirty="0"/>
              <a:t>( 2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306</a:t>
            </a:fld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3F5C3-05C6-CD1A-D742-4F6B2397624E}"/>
              </a:ext>
            </a:extLst>
          </p:cNvPr>
          <p:cNvSpPr txBox="1"/>
          <p:nvPr/>
        </p:nvSpPr>
        <p:spPr>
          <a:xfrm>
            <a:off x="515874" y="1642170"/>
            <a:ext cx="8551926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iae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"message"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iae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"redirect:/board/list"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69744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HttpSession</a:t>
            </a:r>
          </a:p>
          <a:p>
            <a:pPr lvl="1"/>
            <a:r>
              <a:rPr lang="en-US" altLang="ko-KR" dirty="0"/>
              <a:t>HTTP(Hyper Text Transfer Protocol)</a:t>
            </a:r>
            <a:r>
              <a:rPr lang="ko-KR" altLang="en-US" dirty="0"/>
              <a:t>는 상태를 기억하지 못하는 </a:t>
            </a:r>
            <a:r>
              <a:rPr lang="en-US" altLang="ko-KR" dirty="0"/>
              <a:t>Stateless Protocol</a:t>
            </a:r>
          </a:p>
          <a:p>
            <a:pPr lvl="2"/>
            <a:r>
              <a:rPr lang="ko-KR" altLang="en-US" dirty="0"/>
              <a:t>현재 요청 이전에 어떤 요청과 응답이 있었는지 기억하지 못한다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문맥을 기억하지 못한다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이전 요청에 이어서 요청을 하려면</a:t>
            </a:r>
            <a:endParaRPr lang="en-US" altLang="ko-KR" dirty="0"/>
          </a:p>
          <a:p>
            <a:pPr lvl="2"/>
            <a:r>
              <a:rPr lang="ko-KR" altLang="en-US" dirty="0"/>
              <a:t>이전 요청에 대한 데이터와 현재 요청에 대한 데이터를 함께 전송해야 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&gt; </a:t>
            </a:r>
            <a:r>
              <a:rPr lang="ko-KR" altLang="en-US" dirty="0"/>
              <a:t>로그인 후 게시판 이용</a:t>
            </a:r>
            <a:endParaRPr lang="en-US" altLang="ko-KR" dirty="0"/>
          </a:p>
          <a:p>
            <a:pPr lvl="3"/>
            <a:r>
              <a:rPr lang="en-US" altLang="ko-KR" dirty="0"/>
              <a:t>1.</a:t>
            </a:r>
            <a:r>
              <a:rPr lang="ko-KR" altLang="en-US" dirty="0"/>
              <a:t> 로그인을 함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2. </a:t>
            </a:r>
            <a:r>
              <a:rPr lang="ko-KR" altLang="en-US" dirty="0"/>
              <a:t>게시글 목록 페이지로 이동</a:t>
            </a:r>
            <a:endParaRPr lang="en-US" altLang="ko-KR" dirty="0"/>
          </a:p>
          <a:p>
            <a:pPr lvl="3"/>
            <a:r>
              <a:rPr lang="en-US" altLang="ko-KR" dirty="0"/>
              <a:t>3. </a:t>
            </a:r>
            <a:r>
              <a:rPr lang="ko-KR" altLang="en-US" dirty="0"/>
              <a:t>로그인을 함</a:t>
            </a:r>
            <a:r>
              <a:rPr lang="en-US" altLang="ko-KR" dirty="0"/>
              <a:t>. (</a:t>
            </a:r>
            <a:r>
              <a:rPr lang="ko-KR" altLang="en-US" dirty="0"/>
              <a:t>로그인을 한 이력을 기억하지 못하기 때문에 한번 더 로그인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4. </a:t>
            </a:r>
            <a:r>
              <a:rPr lang="ko-KR" altLang="en-US" dirty="0"/>
              <a:t>게시글 내용을 조회 함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5. </a:t>
            </a:r>
            <a:r>
              <a:rPr lang="ko-KR" altLang="en-US" dirty="0"/>
              <a:t>로그인을 함</a:t>
            </a:r>
            <a:r>
              <a:rPr lang="en-US" altLang="ko-KR" dirty="0"/>
              <a:t>. (</a:t>
            </a:r>
            <a:r>
              <a:rPr lang="ko-KR" altLang="en-US" dirty="0"/>
              <a:t>로그인을 한 이력을 기억하지 못하기 때문에 한번 더 로그인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6. </a:t>
            </a:r>
            <a:r>
              <a:rPr lang="ko-KR" altLang="en-US" dirty="0"/>
              <a:t>게시글 목록 페이지로 이동</a:t>
            </a:r>
            <a:endParaRPr lang="en-US" altLang="ko-KR" dirty="0"/>
          </a:p>
          <a:p>
            <a:pPr lvl="3"/>
            <a:r>
              <a:rPr lang="en-US" altLang="ko-KR" dirty="0"/>
              <a:t>7. </a:t>
            </a:r>
            <a:r>
              <a:rPr lang="ko-KR" altLang="en-US" dirty="0"/>
              <a:t>로그인을 함</a:t>
            </a:r>
            <a:r>
              <a:rPr lang="en-US" altLang="ko-KR" dirty="0"/>
              <a:t>. (</a:t>
            </a:r>
            <a:r>
              <a:rPr lang="ko-KR" altLang="en-US" dirty="0"/>
              <a:t>로그인을 한 이력을 기억하지 못하기 때문에 한번 더 로그인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상태를 기억하기 위해 </a:t>
            </a:r>
            <a:r>
              <a:rPr lang="en-US" altLang="ko-KR" dirty="0"/>
              <a:t>HttpSession </a:t>
            </a:r>
            <a:r>
              <a:rPr lang="ko-KR" altLang="en-US" dirty="0"/>
              <a:t>을 이용</a:t>
            </a:r>
            <a:endParaRPr lang="en-US" altLang="ko-KR" dirty="0"/>
          </a:p>
          <a:p>
            <a:pPr lvl="2"/>
            <a:r>
              <a:rPr lang="en-US" altLang="ko-KR" dirty="0"/>
              <a:t>Java</a:t>
            </a:r>
            <a:r>
              <a:rPr lang="ko-KR" altLang="en-US" dirty="0"/>
              <a:t>가 제공하는 상태 기억 클래스</a:t>
            </a:r>
            <a:endParaRPr lang="en-US" altLang="ko-KR" dirty="0"/>
          </a:p>
          <a:p>
            <a:pPr lvl="2"/>
            <a:r>
              <a:rPr lang="ko-KR" altLang="en-US" dirty="0"/>
              <a:t>회원의 정보들을 </a:t>
            </a:r>
            <a:r>
              <a:rPr lang="en-US" altLang="ko-KR" dirty="0"/>
              <a:t>HttpSession</a:t>
            </a:r>
            <a:r>
              <a:rPr lang="ko-KR" altLang="en-US" dirty="0"/>
              <a:t>에 넣어두면 서버는 계속 기억을 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세션은 서버가 </a:t>
            </a:r>
            <a:r>
              <a:rPr lang="ko-KR" altLang="en-US" dirty="0" err="1"/>
              <a:t>재기동</a:t>
            </a:r>
            <a:r>
              <a:rPr lang="ko-KR" altLang="en-US" dirty="0"/>
              <a:t> 되면 모두 제거된다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9606238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로그인 해보기</a:t>
            </a:r>
            <a:endParaRPr lang="en-US" altLang="ko-KR" dirty="0"/>
          </a:p>
          <a:p>
            <a:pPr lvl="1"/>
            <a:r>
              <a:rPr lang="ko-KR" altLang="en-US" dirty="0"/>
              <a:t>로그인이 되지 않는다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07D05F-5135-E23B-360F-92A7D6051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3615"/>
            <a:ext cx="643979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02201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로그인 해보기</a:t>
            </a:r>
            <a:endParaRPr lang="en-US" altLang="ko-KR" dirty="0"/>
          </a:p>
          <a:p>
            <a:pPr lvl="1"/>
            <a:r>
              <a:rPr lang="en-US" altLang="ko-KR" dirty="0"/>
              <a:t>MemberController.java</a:t>
            </a:r>
            <a:r>
              <a:rPr lang="ko-KR" altLang="en-US" dirty="0"/>
              <a:t>의 </a:t>
            </a:r>
            <a:r>
              <a:rPr lang="en-US" altLang="ko-KR" dirty="0"/>
              <a:t>@Valid </a:t>
            </a:r>
            <a:r>
              <a:rPr lang="ko-KR" altLang="en-US" dirty="0"/>
              <a:t>때문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MemberVO.java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309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3716B-1A40-DE5E-B9EC-4BBC37D1D76A}"/>
              </a:ext>
            </a:extLst>
          </p:cNvPr>
          <p:cNvSpPr txBox="1"/>
          <p:nvPr/>
        </p:nvSpPr>
        <p:spPr>
          <a:xfrm>
            <a:off x="838200" y="1889384"/>
            <a:ext cx="769620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doLogin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C852A-237E-3EB4-95A8-94A536FA5D98}"/>
              </a:ext>
            </a:extLst>
          </p:cNvPr>
          <p:cNvSpPr txBox="1"/>
          <p:nvPr/>
        </p:nvSpPr>
        <p:spPr>
          <a:xfrm>
            <a:off x="838200" y="3583622"/>
            <a:ext cx="7696200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 형태로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이름을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비밀번호를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(min =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비밀번호는 최소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자리 이상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비밀번호 확인을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3375067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회원가입의 </a:t>
            </a:r>
            <a:r>
              <a:rPr lang="en-US" altLang="ko-KR" dirty="0"/>
              <a:t>@Valid </a:t>
            </a:r>
            <a:r>
              <a:rPr lang="ko-KR" altLang="en-US" dirty="0"/>
              <a:t>조건과 로그인의 </a:t>
            </a:r>
            <a:r>
              <a:rPr lang="en-US" altLang="ko-KR" dirty="0"/>
              <a:t>@Valid </a:t>
            </a:r>
            <a:r>
              <a:rPr lang="ko-KR" altLang="en-US" dirty="0"/>
              <a:t>조건이 같음</a:t>
            </a:r>
            <a:endParaRPr lang="en-US" altLang="ko-KR" dirty="0"/>
          </a:p>
          <a:p>
            <a:pPr lvl="1"/>
            <a:r>
              <a:rPr lang="ko-KR" altLang="en-US" dirty="0"/>
              <a:t>정상로그인 처리가 되지 않음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MemberVO.java</a:t>
            </a:r>
            <a:r>
              <a:rPr lang="ko-KR" altLang="en-US" dirty="0"/>
              <a:t>에 </a:t>
            </a:r>
            <a:r>
              <a:rPr lang="en-US" altLang="ko-KR" dirty="0"/>
              <a:t>Validation Group </a:t>
            </a:r>
            <a:r>
              <a:rPr lang="ko-KR" altLang="en-US" dirty="0"/>
              <a:t>지정을 위해 내용 없는 </a:t>
            </a:r>
            <a:r>
              <a:rPr lang="en-US" altLang="ko-KR" dirty="0"/>
              <a:t>Interface </a:t>
            </a:r>
            <a:r>
              <a:rPr lang="ko-KR" altLang="en-US" dirty="0"/>
              <a:t>두 개 생성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4AAF1EC-B2BF-3B3F-0DD7-29CEC6F20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3733800" cy="362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21677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MemberVO.java</a:t>
            </a:r>
            <a:r>
              <a:rPr lang="ko-KR" altLang="en-US" dirty="0"/>
              <a:t>에 </a:t>
            </a:r>
            <a:r>
              <a:rPr lang="en-US" altLang="ko-KR" dirty="0"/>
              <a:t>Validation Group </a:t>
            </a:r>
            <a:r>
              <a:rPr lang="ko-KR" altLang="en-US" dirty="0"/>
              <a:t>지정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89A42-9EE3-C611-5E58-B97E74EB0EE3}"/>
              </a:ext>
            </a:extLst>
          </p:cNvPr>
          <p:cNvSpPr txBox="1"/>
          <p:nvPr/>
        </p:nvSpPr>
        <p:spPr>
          <a:xfrm>
            <a:off x="457200" y="1612782"/>
            <a:ext cx="7696200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validategroup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validategroup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 = {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 형태로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이름을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 = {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비밀번호를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min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비밀번호는 최소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자리 이상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NotBlank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비밀번호 확인을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7231471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MemberController.java</a:t>
            </a:r>
            <a:r>
              <a:rPr lang="ko-KR" altLang="en-US" dirty="0"/>
              <a:t>에서</a:t>
            </a:r>
            <a:r>
              <a:rPr lang="en-US" altLang="ko-KR" dirty="0"/>
              <a:t> Validation Group </a:t>
            </a:r>
            <a:r>
              <a:rPr lang="ko-KR" altLang="en-US" dirty="0"/>
              <a:t>지정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89A42-9EE3-C611-5E58-B97E74EB0EE3}"/>
              </a:ext>
            </a:extLst>
          </p:cNvPr>
          <p:cNvSpPr txBox="1"/>
          <p:nvPr/>
        </p:nvSpPr>
        <p:spPr>
          <a:xfrm>
            <a:off x="457200" y="1612782"/>
            <a:ext cx="7696200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Validated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validategroup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validategroup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"/member/regist"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doRegistMember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MemberRegistGroup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 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4164636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MemberController.java</a:t>
            </a:r>
            <a:r>
              <a:rPr lang="ko-KR" altLang="en-US" dirty="0"/>
              <a:t>에서</a:t>
            </a:r>
            <a:r>
              <a:rPr lang="en-US" altLang="ko-KR" dirty="0"/>
              <a:t> Validation Group </a:t>
            </a:r>
            <a:r>
              <a:rPr lang="ko-KR" altLang="en-US" dirty="0"/>
              <a:t>지정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89A42-9EE3-C611-5E58-B97E74EB0EE3}"/>
              </a:ext>
            </a:extLst>
          </p:cNvPr>
          <p:cNvSpPr txBox="1"/>
          <p:nvPr/>
        </p:nvSpPr>
        <p:spPr>
          <a:xfrm>
            <a:off x="457200" y="1612782"/>
            <a:ext cx="7696200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doLogin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Validated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  <a:endParaRPr lang="en-US" altLang="ko-KR" sz="1400" b="0" dirty="0">
              <a:solidFill>
                <a:srgbClr val="000000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1886311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틀린 정보로 로그인 해보기</a:t>
            </a:r>
            <a:endParaRPr lang="en-US" altLang="ko-KR" dirty="0"/>
          </a:p>
          <a:p>
            <a:pPr lvl="1"/>
            <a:r>
              <a:rPr lang="ko-KR" altLang="en-US" dirty="0"/>
              <a:t>틀린 정보를 입력해도 로그인에 실패했다는 메시지가 나오지 않는다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43AA21-A17C-94D8-E4D5-A72A39DA0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1027"/>
            <a:ext cx="643979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58488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로그인에 실패할 경우 </a:t>
            </a:r>
            <a:endParaRPr lang="en-US" altLang="ko-KR" dirty="0"/>
          </a:p>
          <a:p>
            <a:pPr lvl="1"/>
            <a:r>
              <a:rPr lang="en-US" altLang="ko-KR" dirty="0" err="1"/>
              <a:t>memberVO</a:t>
            </a:r>
            <a:r>
              <a:rPr lang="ko-KR" altLang="en-US" dirty="0"/>
              <a:t>와 </a:t>
            </a:r>
            <a:r>
              <a:rPr lang="en-US" altLang="ko-KR" dirty="0"/>
              <a:t>message</a:t>
            </a:r>
            <a:r>
              <a:rPr lang="ko-KR" altLang="en-US" dirty="0"/>
              <a:t>를 </a:t>
            </a:r>
            <a:r>
              <a:rPr lang="en-US" altLang="ko-KR" dirty="0" err="1"/>
              <a:t>memberlogin.jsp</a:t>
            </a:r>
            <a:r>
              <a:rPr lang="ko-KR" altLang="en-US" dirty="0"/>
              <a:t>로 보내주고 있다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BD66B-C238-324F-6C0F-088B2F873D12}"/>
              </a:ext>
            </a:extLst>
          </p:cNvPr>
          <p:cNvSpPr txBox="1"/>
          <p:nvPr/>
        </p:nvSpPr>
        <p:spPr>
          <a:xfrm>
            <a:off x="457200" y="19812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doLogin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Validated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MemberLoginGroup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iae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"message"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iae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5417158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로그인에 실패할 경우 </a:t>
            </a:r>
            <a:r>
              <a:rPr lang="en-US" altLang="ko-KR" dirty="0" err="1"/>
              <a:t>memberlogin.jsp</a:t>
            </a:r>
            <a:r>
              <a:rPr lang="ko-KR" altLang="en-US" dirty="0"/>
              <a:t>에 메시지 보여주기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BD66B-C238-324F-6C0F-088B2F873D12}"/>
              </a:ext>
            </a:extLst>
          </p:cNvPr>
          <p:cNvSpPr txBox="1"/>
          <p:nvPr/>
        </p:nvSpPr>
        <p:spPr>
          <a:xfrm>
            <a:off x="457200" y="166769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prefix="c"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="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jakarta.tags.core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"${not empty message}"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${message}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5900216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틀린 정보로 로그인 해보기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F5652C-827A-9AB9-3C68-2BB43933B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643979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61083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맞는 정보로 로그인 해보기</a:t>
            </a:r>
            <a:endParaRPr lang="en-US" altLang="ko-KR" dirty="0"/>
          </a:p>
          <a:p>
            <a:pPr lvl="1"/>
            <a:r>
              <a:rPr lang="ko-KR" altLang="en-US" dirty="0"/>
              <a:t>정상 로그인이 수행되며</a:t>
            </a:r>
            <a:r>
              <a:rPr lang="en-US" altLang="ko-KR" dirty="0"/>
              <a:t>, </a:t>
            </a:r>
            <a:r>
              <a:rPr lang="ko-KR" altLang="en-US" dirty="0"/>
              <a:t>로그인이 성공할 경우 게시글 목록으로 이동한다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318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58FD05-ED36-A834-A068-BA3C5383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05000"/>
            <a:ext cx="4648561" cy="446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25297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로그아웃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697375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상태에서 로그아웃 하기 </a:t>
            </a:r>
            <a:r>
              <a:rPr lang="en-US" altLang="ko-KR" dirty="0"/>
              <a:t>( 1 / 3 )</a:t>
            </a:r>
          </a:p>
          <a:p>
            <a:pPr lvl="1"/>
            <a:r>
              <a:rPr lang="ko-KR" altLang="en-US" dirty="0"/>
              <a:t>게시글 목록 화면에 </a:t>
            </a:r>
            <a:r>
              <a:rPr lang="en-US" altLang="ko-KR" dirty="0"/>
              <a:t>“</a:t>
            </a:r>
            <a:r>
              <a:rPr lang="ko-KR" altLang="en-US" dirty="0"/>
              <a:t>회원가입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” </a:t>
            </a:r>
            <a:r>
              <a:rPr lang="ko-KR" altLang="en-US" dirty="0"/>
              <a:t>메뉴 만들기</a:t>
            </a:r>
            <a:endParaRPr lang="en-US" altLang="ko-KR" dirty="0"/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로그아웃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22098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div.right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inline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7785738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상태에서 로그아웃 하기 </a:t>
            </a:r>
            <a:r>
              <a:rPr lang="en-US" altLang="ko-KR" dirty="0"/>
              <a:t>( 2 / 3 )</a:t>
            </a:r>
          </a:p>
          <a:p>
            <a:pPr lvl="1"/>
            <a:r>
              <a:rPr lang="ko-KR" altLang="en-US" dirty="0"/>
              <a:t>게시글 목록 화면에 </a:t>
            </a:r>
            <a:r>
              <a:rPr lang="en-US" altLang="ko-KR" dirty="0"/>
              <a:t>“</a:t>
            </a:r>
            <a:r>
              <a:rPr lang="ko-KR" altLang="en-US" dirty="0"/>
              <a:t>회원가입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” </a:t>
            </a:r>
            <a:r>
              <a:rPr lang="ko-KR" altLang="en-US" dirty="0"/>
              <a:t>메뉴 만들기</a:t>
            </a:r>
            <a:endParaRPr lang="en-US" altLang="ko-KR" dirty="0"/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로그아웃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22098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&lt;ul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"horizontal-list"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"${empty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._LOGIN_USER_}"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회원가입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로그인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"margin-right: 15px;"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${sessionScope._LOGIN_USER_.name}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(${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._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LOGIN_USER_.email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193419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상태에서 로그아웃 하기 </a:t>
            </a:r>
            <a:r>
              <a:rPr lang="en-US" altLang="ko-KR" dirty="0"/>
              <a:t>( 3 / 3 )</a:t>
            </a:r>
          </a:p>
          <a:p>
            <a:pPr lvl="1"/>
            <a:r>
              <a:rPr lang="ko-KR" altLang="en-US" dirty="0"/>
              <a:t>게시글 목록 화면에 </a:t>
            </a:r>
            <a:r>
              <a:rPr lang="en-US" altLang="ko-KR" dirty="0"/>
              <a:t>“</a:t>
            </a:r>
            <a:r>
              <a:rPr lang="ko-KR" altLang="en-US" dirty="0"/>
              <a:t>회원가입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” </a:t>
            </a:r>
            <a:r>
              <a:rPr lang="ko-KR" altLang="en-US" dirty="0"/>
              <a:t>메뉴 만들기</a:t>
            </a:r>
            <a:endParaRPr lang="en-US" altLang="ko-KR" dirty="0"/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로그아웃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2209800"/>
            <a:ext cx="8531352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"/member/logout"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로그아웃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&lt;/ul&gt;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3016860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확인</a:t>
            </a:r>
            <a:endParaRPr lang="en-US" altLang="ko-KR" dirty="0"/>
          </a:p>
          <a:p>
            <a:pPr lvl="1"/>
            <a:r>
              <a:rPr lang="ko-KR" altLang="en-US" dirty="0"/>
              <a:t>로그인 상태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로그아웃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323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BE1ECB-60AC-028C-F6A6-BD5C96DCF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37253"/>
            <a:ext cx="6439799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939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확인</a:t>
            </a:r>
            <a:endParaRPr lang="en-US" altLang="ko-KR" dirty="0"/>
          </a:p>
          <a:p>
            <a:pPr lvl="1"/>
            <a:r>
              <a:rPr lang="ko-KR" altLang="en-US" dirty="0"/>
              <a:t>로그아웃 상태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로그아웃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2DDC1E-7994-46B9-6BC6-59E8CF6BD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37253"/>
            <a:ext cx="6439799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21068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로그아웃 처리하기</a:t>
            </a:r>
            <a:endParaRPr lang="en-US" altLang="ko-KR" dirty="0"/>
          </a:p>
          <a:p>
            <a:pPr lvl="1"/>
            <a:r>
              <a:rPr lang="en-US" altLang="ko-KR" dirty="0"/>
              <a:t>MemberController.java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로그아웃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98120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"/member/logout"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doLogout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invalidate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"redirect:/board/list"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2209864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탈퇴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796103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상태에서 로그아웃 하기</a:t>
            </a:r>
            <a:endParaRPr lang="en-US" altLang="ko-KR" dirty="0"/>
          </a:p>
          <a:p>
            <a:pPr lvl="1"/>
            <a:r>
              <a:rPr lang="ko-KR" altLang="en-US" dirty="0"/>
              <a:t>게시글 목록 화면에 로그인 상태일 경우 </a:t>
            </a:r>
            <a:r>
              <a:rPr lang="en-US" altLang="ko-KR" dirty="0"/>
              <a:t>“</a:t>
            </a:r>
            <a:r>
              <a:rPr lang="ko-KR" altLang="en-US" dirty="0"/>
              <a:t>탈퇴</a:t>
            </a:r>
            <a:r>
              <a:rPr lang="en-US" altLang="ko-KR" dirty="0"/>
              <a:t>” </a:t>
            </a:r>
            <a:r>
              <a:rPr lang="ko-KR" altLang="en-US" dirty="0"/>
              <a:t>메뉴 추가</a:t>
            </a:r>
            <a:endParaRPr lang="en-US" altLang="ko-KR" dirty="0"/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 버튼 추가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2209800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&lt;ul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"horizontal-list"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"/member/delete-me"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탈퇴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&lt;/ul&gt;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5796577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상태에서 로그아웃 하기 </a:t>
            </a:r>
            <a:r>
              <a:rPr lang="en-US" altLang="ko-KR" dirty="0"/>
              <a:t>( 1 / 2 )</a:t>
            </a:r>
          </a:p>
          <a:p>
            <a:pPr lvl="1"/>
            <a:r>
              <a:rPr lang="ko-KR" altLang="en-US" dirty="0"/>
              <a:t>회원가입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탈퇴 등의 메뉴를 </a:t>
            </a:r>
            <a:r>
              <a:rPr lang="en-US" altLang="ko-KR" dirty="0" err="1"/>
              <a:t>membermenu.jsp</a:t>
            </a:r>
            <a:r>
              <a:rPr lang="ko-KR" altLang="en-US" dirty="0"/>
              <a:t>로 분리</a:t>
            </a:r>
            <a:endParaRPr lang="en-US" altLang="ko-KR" dirty="0"/>
          </a:p>
          <a:p>
            <a:pPr lvl="1"/>
            <a:r>
              <a:rPr lang="ko-KR" altLang="en-US" dirty="0"/>
              <a:t>여러 화면에서 사용할 때 유용하다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22098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taglib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prefix="c"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uri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="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jakarta.tags.core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 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&lt;ul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"horizontal-list"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"${empty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._LOGIN_USER_}"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로그인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"margin-right: 15px;"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${sessionScope._LOGIN_USER_.name}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(${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._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LOGIN_USER_.email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822346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상태에서 로그아웃 하기 </a:t>
            </a:r>
            <a:r>
              <a:rPr lang="en-US" altLang="ko-KR" dirty="0"/>
              <a:t>( 2 / 2 )</a:t>
            </a:r>
          </a:p>
          <a:p>
            <a:pPr lvl="1"/>
            <a:r>
              <a:rPr lang="ko-KR" altLang="en-US" dirty="0"/>
              <a:t>회원가입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탈퇴 등의 메뉴를 </a:t>
            </a:r>
            <a:r>
              <a:rPr lang="en-US" altLang="ko-KR" dirty="0" err="1"/>
              <a:t>membermenu.jsp</a:t>
            </a:r>
            <a:r>
              <a:rPr lang="ko-KR" altLang="en-US" dirty="0"/>
              <a:t>로 분리</a:t>
            </a:r>
            <a:endParaRPr lang="en-US" altLang="ko-KR" dirty="0"/>
          </a:p>
          <a:p>
            <a:pPr lvl="1"/>
            <a:r>
              <a:rPr lang="ko-KR" altLang="en-US" dirty="0"/>
              <a:t>여러 화면에서 사용할 때 유용하다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329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2209800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"/member/logout"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로그아웃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"/member/delete-me"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탈퇴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&lt;/ul&gt;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8602533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분리한 메뉴를 </a:t>
            </a:r>
            <a:r>
              <a:rPr lang="en-US" altLang="ko-KR" dirty="0" err="1"/>
              <a:t>boardlist.jsp</a:t>
            </a:r>
            <a:r>
              <a:rPr lang="ko-KR" altLang="en-US" dirty="0"/>
              <a:t>에 붙여넣기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"../member/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membermenu.jsp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총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boardList.boardCnt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건의 게시글이 검색되었습니다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3617837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분리한 메뉴를 </a:t>
            </a:r>
            <a:r>
              <a:rPr lang="en-US" altLang="ko-KR" dirty="0" err="1"/>
              <a:t>boardview.jsp</a:t>
            </a:r>
            <a:r>
              <a:rPr lang="ko-KR" altLang="en-US" dirty="0"/>
              <a:t>에 붙여넣기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inline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"../member/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membermenu.jsp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7207121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분리한 메뉴를 </a:t>
            </a:r>
            <a:r>
              <a:rPr lang="en-US" altLang="ko-KR" dirty="0" err="1"/>
              <a:t>boardwrite.jsp</a:t>
            </a:r>
            <a:r>
              <a:rPr lang="ko-KR" altLang="en-US" dirty="0"/>
              <a:t>에 붙여넣기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a:link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a:hover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a:active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text-decoration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inline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"../member/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membermenu.jsp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549379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분리한 메뉴를 </a:t>
            </a:r>
            <a:r>
              <a:rPr lang="en-US" altLang="ko-KR" dirty="0" err="1"/>
              <a:t>boardwrite.jsp</a:t>
            </a:r>
            <a:r>
              <a:rPr lang="ko-KR" altLang="en-US" dirty="0"/>
              <a:t>에 붙여넣기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1248842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분리한 메뉴를 </a:t>
            </a:r>
            <a:r>
              <a:rPr lang="en-US" altLang="ko-KR" dirty="0" err="1"/>
              <a:t>boardmodify.jsp</a:t>
            </a:r>
            <a:r>
              <a:rPr lang="ko-KR" altLang="en-US" dirty="0"/>
              <a:t>에 붙여넣기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a:link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a:hover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a:active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text-decoration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none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ul.horizontal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inline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   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"../member/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membermenu.jsp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8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9516069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분리한 메뉴를 </a:t>
            </a:r>
            <a:r>
              <a:rPr lang="en-US" altLang="ko-KR" dirty="0" err="1"/>
              <a:t>boardmodify.jsp</a:t>
            </a:r>
            <a:r>
              <a:rPr lang="ko-KR" altLang="en-US" dirty="0"/>
              <a:t>에 붙여넣기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 메뉴 분리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59371256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탈퇴처리 하기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04285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243584"/>
            <a:ext cx="8833104" cy="5477892"/>
          </a:xfrm>
        </p:spPr>
        <p:txBody>
          <a:bodyPr/>
          <a:lstStyle/>
          <a:p>
            <a:r>
              <a:rPr lang="ko-KR" altLang="en-US" dirty="0"/>
              <a:t>탈퇴 요청했을 때</a:t>
            </a:r>
            <a:r>
              <a:rPr lang="en-US" altLang="ko-KR" dirty="0"/>
              <a:t>, </a:t>
            </a:r>
            <a:r>
              <a:rPr lang="ko-KR" altLang="en-US" dirty="0"/>
              <a:t>패키지별 호출 구조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88437-8B33-8712-D124-9593D664934A}"/>
              </a:ext>
            </a:extLst>
          </p:cNvPr>
          <p:cNvSpPr/>
          <p:nvPr/>
        </p:nvSpPr>
        <p:spPr>
          <a:xfrm>
            <a:off x="386117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0610F-AF87-4670-D0C2-DF011B8DEA81}"/>
              </a:ext>
            </a:extLst>
          </p:cNvPr>
          <p:cNvSpPr/>
          <p:nvPr/>
        </p:nvSpPr>
        <p:spPr>
          <a:xfrm>
            <a:off x="2118388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@Controller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B569B-4886-0931-7219-6E7D0F60AE4D}"/>
              </a:ext>
            </a:extLst>
          </p:cNvPr>
          <p:cNvSpPr/>
          <p:nvPr/>
        </p:nvSpPr>
        <p:spPr>
          <a:xfrm>
            <a:off x="3850659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A15D55-AD40-9FAD-12D1-9B2ADB8C54E3}"/>
              </a:ext>
            </a:extLst>
          </p:cNvPr>
          <p:cNvSpPr/>
          <p:nvPr/>
        </p:nvSpPr>
        <p:spPr>
          <a:xfrm>
            <a:off x="558293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@Repository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9B42A-0EE8-3BE2-BC1B-C25C9FE23F38}"/>
              </a:ext>
            </a:extLst>
          </p:cNvPr>
          <p:cNvSpPr/>
          <p:nvPr/>
        </p:nvSpPr>
        <p:spPr>
          <a:xfrm>
            <a:off x="7315200" y="1752600"/>
            <a:ext cx="13716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26461E5-1960-51E6-4605-D7527A474AC9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4188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2CEB33-C75C-B442-1BD0-B1DC839AAB5D}"/>
              </a:ext>
            </a:extLst>
          </p:cNvPr>
          <p:cNvSpPr/>
          <p:nvPr/>
        </p:nvSpPr>
        <p:spPr>
          <a:xfrm>
            <a:off x="2118388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E070F9-B36F-0A79-2759-2C55BBDF7AEA}"/>
              </a:ext>
            </a:extLst>
          </p:cNvPr>
          <p:cNvSpPr/>
          <p:nvPr/>
        </p:nvSpPr>
        <p:spPr>
          <a:xfrm>
            <a:off x="377762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F4D32-8DD9-01C3-1445-601724A4EA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flipH="1">
            <a:off x="1063562" y="2286000"/>
            <a:ext cx="8355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3C0EAC-0D18-EB80-34F3-0780DE022C64}"/>
              </a:ext>
            </a:extLst>
          </p:cNvPr>
          <p:cNvSpPr/>
          <p:nvPr/>
        </p:nvSpPr>
        <p:spPr>
          <a:xfrm>
            <a:off x="3859015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0F76130-E865-49FB-2DFD-2379173FA634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>
            <a:off x="4536459" y="2286000"/>
            <a:ext cx="8356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226A4-3295-500B-C40C-4759B67657B0}"/>
              </a:ext>
            </a:extLst>
          </p:cNvPr>
          <p:cNvSpPr/>
          <p:nvPr/>
        </p:nvSpPr>
        <p:spPr>
          <a:xfrm>
            <a:off x="558293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BEEF57-74D5-C696-CD25-0BB00C01DF32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626873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35108C-131D-636A-67C1-78D6E0A5D7F3}"/>
              </a:ext>
            </a:extLst>
          </p:cNvPr>
          <p:cNvSpPr/>
          <p:nvPr/>
        </p:nvSpPr>
        <p:spPr>
          <a:xfrm>
            <a:off x="7315200" y="6324600"/>
            <a:ext cx="13716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7BFB47-0B1F-7CF0-500C-FB91584BF591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8001000" y="2286000"/>
            <a:ext cx="0" cy="403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A4E643-98D9-192F-4456-E5D65500E015}"/>
              </a:ext>
            </a:extLst>
          </p:cNvPr>
          <p:cNvSpPr/>
          <p:nvPr/>
        </p:nvSpPr>
        <p:spPr>
          <a:xfrm>
            <a:off x="2667000" y="2886126"/>
            <a:ext cx="296429" cy="1433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A5CF58-0A46-930F-140E-6EA8D57EDC0C}"/>
              </a:ext>
            </a:extLst>
          </p:cNvPr>
          <p:cNvSpPr/>
          <p:nvPr/>
        </p:nvSpPr>
        <p:spPr>
          <a:xfrm>
            <a:off x="915347" y="2809925"/>
            <a:ext cx="296429" cy="17940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7B5F978-7C93-706A-5A71-42A7AE1E8F6F}"/>
              </a:ext>
            </a:extLst>
          </p:cNvPr>
          <p:cNvCxnSpPr>
            <a:cxnSpLocks/>
          </p:cNvCxnSpPr>
          <p:nvPr/>
        </p:nvCxnSpPr>
        <p:spPr>
          <a:xfrm>
            <a:off x="1220131" y="3009349"/>
            <a:ext cx="144686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1AE591D-D945-18BC-C46A-2088F312AC0B}"/>
              </a:ext>
            </a:extLst>
          </p:cNvPr>
          <p:cNvSpPr/>
          <p:nvPr/>
        </p:nvSpPr>
        <p:spPr>
          <a:xfrm>
            <a:off x="4399269" y="3003774"/>
            <a:ext cx="296429" cy="1219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E857F9-8E3B-2AE3-EB67-5BDE2164C7FC}"/>
              </a:ext>
            </a:extLst>
          </p:cNvPr>
          <p:cNvCxnSpPr>
            <a:cxnSpLocks/>
          </p:cNvCxnSpPr>
          <p:nvPr/>
        </p:nvCxnSpPr>
        <p:spPr>
          <a:xfrm>
            <a:off x="2963429" y="3156527"/>
            <a:ext cx="143584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2B06787-A6AF-AAF3-31B3-C3D8638FEDBC}"/>
              </a:ext>
            </a:extLst>
          </p:cNvPr>
          <p:cNvSpPr txBox="1"/>
          <p:nvPr/>
        </p:nvSpPr>
        <p:spPr>
          <a:xfrm>
            <a:off x="1347690" y="2778517"/>
            <a:ext cx="8162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탈퇴 요청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09C3A-FA64-72BC-DB0B-7421279A53B8}"/>
              </a:ext>
            </a:extLst>
          </p:cNvPr>
          <p:cNvSpPr txBox="1"/>
          <p:nvPr/>
        </p:nvSpPr>
        <p:spPr>
          <a:xfrm>
            <a:off x="2974799" y="2903543"/>
            <a:ext cx="10871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2.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탈퇴 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업무 로직 요청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1531875-3313-9C56-F43C-2985565DECF2}"/>
              </a:ext>
            </a:extLst>
          </p:cNvPr>
          <p:cNvCxnSpPr>
            <a:cxnSpLocks/>
          </p:cNvCxnSpPr>
          <p:nvPr/>
        </p:nvCxnSpPr>
        <p:spPr>
          <a:xfrm flipH="1">
            <a:off x="2953060" y="4081974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C8AB0D-501B-5925-248C-3D956DE3212A}"/>
              </a:ext>
            </a:extLst>
          </p:cNvPr>
          <p:cNvSpPr txBox="1"/>
          <p:nvPr/>
        </p:nvSpPr>
        <p:spPr>
          <a:xfrm>
            <a:off x="3048000" y="3832210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7.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삭제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결과 전달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267F661-B425-1636-48BA-8FE61799AE62}"/>
              </a:ext>
            </a:extLst>
          </p:cNvPr>
          <p:cNvCxnSpPr>
            <a:cxnSpLocks/>
          </p:cNvCxnSpPr>
          <p:nvPr/>
        </p:nvCxnSpPr>
        <p:spPr>
          <a:xfrm flipH="1">
            <a:off x="1236291" y="420862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AE0FF7F-076D-20CA-A74F-263D9FD9BF71}"/>
              </a:ext>
            </a:extLst>
          </p:cNvPr>
          <p:cNvSpPr txBox="1"/>
          <p:nvPr/>
        </p:nvSpPr>
        <p:spPr>
          <a:xfrm>
            <a:off x="1274958" y="3958865"/>
            <a:ext cx="104708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8.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회원탈퇴 완료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</a:t>
            </a:r>
          </a:p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 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페이지로 이동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9400EE-5946-2DAF-933F-33EA7F590ABB}"/>
              </a:ext>
            </a:extLst>
          </p:cNvPr>
          <p:cNvSpPr/>
          <p:nvPr/>
        </p:nvSpPr>
        <p:spPr>
          <a:xfrm>
            <a:off x="6117845" y="3084258"/>
            <a:ext cx="296429" cy="9579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7A574AD-37D4-E922-717F-553A0D054CB0}"/>
              </a:ext>
            </a:extLst>
          </p:cNvPr>
          <p:cNvCxnSpPr>
            <a:cxnSpLocks/>
          </p:cNvCxnSpPr>
          <p:nvPr/>
        </p:nvCxnSpPr>
        <p:spPr>
          <a:xfrm>
            <a:off x="4695698" y="3312857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162BD9-5AAA-7164-C4D5-8ECAE84ED3EE}"/>
              </a:ext>
            </a:extLst>
          </p:cNvPr>
          <p:cNvSpPr txBox="1"/>
          <p:nvPr/>
        </p:nvSpPr>
        <p:spPr>
          <a:xfrm>
            <a:off x="4724592" y="3060917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3.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회원 정보 삭제 요청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46996F-AA83-14F5-21EE-956015C66C94}"/>
              </a:ext>
            </a:extLst>
          </p:cNvPr>
          <p:cNvSpPr/>
          <p:nvPr/>
        </p:nvSpPr>
        <p:spPr>
          <a:xfrm>
            <a:off x="7852785" y="3339105"/>
            <a:ext cx="296429" cy="597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7B1FD9F-2BDA-A7CC-11EE-DB208C38A2B4}"/>
              </a:ext>
            </a:extLst>
          </p:cNvPr>
          <p:cNvCxnSpPr>
            <a:cxnSpLocks/>
          </p:cNvCxnSpPr>
          <p:nvPr/>
        </p:nvCxnSpPr>
        <p:spPr>
          <a:xfrm>
            <a:off x="6430881" y="3480497"/>
            <a:ext cx="1422147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9F1175-57D3-4187-D5FA-9931E6908F5D}"/>
              </a:ext>
            </a:extLst>
          </p:cNvPr>
          <p:cNvSpPr txBox="1"/>
          <p:nvPr/>
        </p:nvSpPr>
        <p:spPr>
          <a:xfrm>
            <a:off x="6570943" y="3243797"/>
            <a:ext cx="10871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4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삭제 쿼리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514BF69-19C8-ED7F-7968-E149C6B81E46}"/>
              </a:ext>
            </a:extLst>
          </p:cNvPr>
          <p:cNvCxnSpPr>
            <a:cxnSpLocks/>
          </p:cNvCxnSpPr>
          <p:nvPr/>
        </p:nvCxnSpPr>
        <p:spPr>
          <a:xfrm flipH="1">
            <a:off x="6430881" y="3800676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64AB9F-70E7-900E-876A-399BEFE72034}"/>
              </a:ext>
            </a:extLst>
          </p:cNvPr>
          <p:cNvSpPr txBox="1"/>
          <p:nvPr/>
        </p:nvSpPr>
        <p:spPr>
          <a:xfrm>
            <a:off x="6473538" y="3550912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5.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삭제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EA367C8-2D24-4630-2D3D-9B69B2A761EE}"/>
              </a:ext>
            </a:extLst>
          </p:cNvPr>
          <p:cNvCxnSpPr>
            <a:cxnSpLocks/>
          </p:cNvCxnSpPr>
          <p:nvPr/>
        </p:nvCxnSpPr>
        <p:spPr>
          <a:xfrm flipH="1">
            <a:off x="4677346" y="3924659"/>
            <a:ext cx="1421904" cy="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01898D6-7E93-A6AA-99FE-793E89EE7B04}"/>
              </a:ext>
            </a:extLst>
          </p:cNvPr>
          <p:cNvSpPr txBox="1"/>
          <p:nvPr/>
        </p:nvSpPr>
        <p:spPr>
          <a:xfrm>
            <a:off x="4737936" y="3674895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6.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rPr>
              <a:t>삭제 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쿼리 결과 전달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4149927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탈퇴처리를 위한 </a:t>
            </a:r>
            <a:r>
              <a:rPr lang="en-US" altLang="ko-KR" dirty="0"/>
              <a:t>MemberDao.java </a:t>
            </a:r>
            <a:r>
              <a:rPr lang="ko-KR" altLang="en-US" dirty="0"/>
              <a:t>메소드 정의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회원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쿼리를 실행한다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삭제할 회원의 이메일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한 회원의 개수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1394513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탈퇴처리를 위한 </a:t>
            </a:r>
            <a:r>
              <a:rPr lang="en-US" altLang="ko-KR" dirty="0"/>
              <a:t>MemberDaoImpl.java </a:t>
            </a:r>
            <a:r>
              <a:rPr lang="ko-KR" altLang="en-US" dirty="0"/>
              <a:t>메소드 구현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339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8987883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탈퇴처리를 위한 </a:t>
            </a:r>
            <a:r>
              <a:rPr lang="en-US" altLang="ko-KR" dirty="0"/>
              <a:t>Query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/>
            <a:r>
              <a:rPr lang="en-US" altLang="ko-KR" dirty="0"/>
              <a:t>MemberDaoMapper.xml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9050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mapper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PUBLIC "-//mybatis.org//DTD Mapper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/mybatis-3-mapper.dtd"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com.example.demo.member.dao.MemberDao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"string"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DELETE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MEMBERS  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EMAIL = #{email}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&lt;/delete&gt;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365518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탈퇴처리를 위한 </a:t>
            </a:r>
            <a:r>
              <a:rPr lang="en-US" altLang="ko-KR" dirty="0"/>
              <a:t>MemberService.java </a:t>
            </a:r>
            <a:r>
              <a:rPr lang="ko-KR" altLang="en-US" dirty="0"/>
              <a:t>메소드 정의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회원을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탈퇴시킨다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탈퇴시킬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회원의 이메일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탈퇴 성공 여부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578268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탈퇴처리를 위한 </a:t>
            </a:r>
            <a:r>
              <a:rPr lang="en-US" altLang="ko-KR" dirty="0"/>
              <a:t>MemberServiceImpl.java </a:t>
            </a:r>
            <a:r>
              <a:rPr lang="ko-KR" altLang="en-US" dirty="0"/>
              <a:t>메소드 구현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1720567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탈퇴처리를 위한 </a:t>
            </a:r>
            <a:r>
              <a:rPr lang="en-US" altLang="ko-KR" dirty="0"/>
              <a:t>MemberController.java </a:t>
            </a:r>
            <a:r>
              <a:rPr lang="ko-KR" altLang="en-US" dirty="0"/>
              <a:t>메소드 작성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6764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"/member/delete-me"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           ,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session)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(!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"redirect:/member/fail-delete-me"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session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invalidate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"redirect:/member/success-delete-me"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879650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테스트</a:t>
            </a:r>
            <a:endParaRPr lang="en-US" altLang="ko-KR" dirty="0"/>
          </a:p>
          <a:p>
            <a:pPr lvl="1"/>
            <a:r>
              <a:rPr lang="ko-KR" altLang="en-US" dirty="0"/>
              <a:t>로그인 후 탈퇴해보기</a:t>
            </a:r>
            <a:endParaRPr lang="en-US" altLang="ko-KR" dirty="0"/>
          </a:p>
          <a:p>
            <a:pPr lvl="2"/>
            <a:r>
              <a:rPr lang="ko-KR" altLang="en-US" dirty="0"/>
              <a:t>아래 </a:t>
            </a:r>
            <a:r>
              <a:rPr lang="en-US" altLang="ko-KR" dirty="0"/>
              <a:t>URL </a:t>
            </a:r>
            <a:r>
              <a:rPr lang="ko-KR" altLang="en-US" dirty="0"/>
              <a:t>및 화면 만들기</a:t>
            </a:r>
            <a:endParaRPr lang="en-US" altLang="ko-KR" dirty="0"/>
          </a:p>
          <a:p>
            <a:pPr lvl="3"/>
            <a:r>
              <a:rPr lang="en-US" altLang="ko-KR" dirty="0"/>
              <a:t>success-delete-me</a:t>
            </a:r>
          </a:p>
          <a:p>
            <a:pPr lvl="3"/>
            <a:r>
              <a:rPr lang="en-US" altLang="ko-KR" dirty="0"/>
              <a:t>fail-delete-me</a:t>
            </a:r>
          </a:p>
          <a:p>
            <a:pPr lvl="2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B65241-641F-5B6B-9FFE-8AFC2B73F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43200"/>
            <a:ext cx="6439799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25514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 성공 여부 페이지 만들고 보여주기</a:t>
            </a:r>
            <a:endParaRPr lang="en-US" altLang="ko-KR" dirty="0"/>
          </a:p>
          <a:p>
            <a:pPr lvl="1"/>
            <a:r>
              <a:rPr lang="en-US" altLang="ko-KR" dirty="0"/>
              <a:t>MemberController.java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905000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"/member/{result}-delete-me"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viewDeleteMePage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toLowerCase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 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&amp;&amp; 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"success"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result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의 값이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fail, success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가 아니면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404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페이지 보여주기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"error/404"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"member/"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7736064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 성공 여부 페이지 만들고 보여주기</a:t>
            </a:r>
            <a:endParaRPr lang="en-US" altLang="ko-KR" dirty="0"/>
          </a:p>
          <a:p>
            <a:pPr lvl="1"/>
            <a:r>
              <a:rPr lang="en-US" altLang="ko-KR" dirty="0"/>
              <a:t>/member/</a:t>
            </a:r>
            <a:r>
              <a:rPr lang="en-US" altLang="ko-KR" dirty="0" err="1"/>
              <a:t>successdeleteme.jsp</a:t>
            </a:r>
            <a:r>
              <a:rPr lang="en-US" altLang="ko-KR" dirty="0"/>
              <a:t> </a:t>
            </a:r>
            <a:r>
              <a:rPr lang="ko-KR" altLang="en-US" dirty="0"/>
              <a:t>페이지 만들기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9050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탈퇴 성공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&lt;h3&gt;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탈퇴 성공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&lt;/h3&gt;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다음에 다시 만나요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목록으로 가기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580591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탈퇴 성공 여부 페이지 만들고 보여주기</a:t>
            </a:r>
            <a:endParaRPr lang="en-US" altLang="ko-KR" dirty="0"/>
          </a:p>
          <a:p>
            <a:pPr lvl="1"/>
            <a:r>
              <a:rPr lang="en-US" altLang="ko-KR" dirty="0"/>
              <a:t>/member/</a:t>
            </a:r>
            <a:r>
              <a:rPr lang="en-US" altLang="ko-KR" dirty="0" err="1"/>
              <a:t>faildeleteme.jsp</a:t>
            </a:r>
            <a:r>
              <a:rPr lang="en-US" altLang="ko-KR" dirty="0"/>
              <a:t> </a:t>
            </a:r>
            <a:r>
              <a:rPr lang="ko-KR" altLang="en-US" dirty="0"/>
              <a:t>페이지 만들기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9050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탈퇴 실패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&lt;h3&gt;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탈퇴 실패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&lt;/h3&gt;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관리자에게 문의하세요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목록으로 가기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5200551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에러 페이지 만들기</a:t>
            </a:r>
            <a:endParaRPr lang="en-US" altLang="ko-KR" dirty="0"/>
          </a:p>
          <a:p>
            <a:pPr lvl="1"/>
            <a:r>
              <a:rPr lang="en-US" altLang="ko-KR" dirty="0"/>
              <a:t>/error/404.jsp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탈퇴처리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348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E9BC6-A5B7-1288-8840-1AFC2DEC50D4}"/>
              </a:ext>
            </a:extLst>
          </p:cNvPr>
          <p:cNvSpPr txBox="1"/>
          <p:nvPr/>
        </p:nvSpPr>
        <p:spPr>
          <a:xfrm>
            <a:off x="457200" y="190500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페이지를 찾을 수 없습니다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&lt;h3&gt;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찾으시는 페이지는 존재하지 않습니다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&lt;/h3&gt;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목록으로 가기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888051-BF7F-65F1-B14B-06651EA80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459" y="2784201"/>
            <a:ext cx="2052175" cy="17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28889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권한 부여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(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로그인 여부에 따라 버튼 감추기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513787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상태가 아닐 때</a:t>
            </a:r>
            <a:r>
              <a:rPr lang="en-US" altLang="ko-KR" dirty="0"/>
              <a:t>, </a:t>
            </a:r>
            <a:r>
              <a:rPr lang="ko-KR" altLang="en-US" dirty="0"/>
              <a:t>게시글 등록 버튼 숨기기</a:t>
            </a:r>
            <a:endParaRPr lang="en-US" altLang="ko-KR" dirty="0"/>
          </a:p>
          <a:p>
            <a:pPr lvl="1"/>
            <a:r>
              <a:rPr lang="ko-KR" altLang="en-US" dirty="0"/>
              <a:t>회원제 게시판에서 로그인을 하지 않았는데</a:t>
            </a:r>
            <a:r>
              <a:rPr lang="en-US" altLang="ko-KR" dirty="0"/>
              <a:t>, </a:t>
            </a:r>
            <a:r>
              <a:rPr lang="ko-KR" altLang="en-US" dirty="0"/>
              <a:t>게시글 등록 버튼이 보여지고 있다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권한부여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A65A0E-971F-36DE-7207-764BC3289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29648"/>
            <a:ext cx="7487695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03753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상태가 아닐 때</a:t>
            </a:r>
            <a:r>
              <a:rPr lang="en-US" altLang="ko-KR" dirty="0"/>
              <a:t>, </a:t>
            </a:r>
            <a:r>
              <a:rPr lang="ko-KR" altLang="en-US" dirty="0"/>
              <a:t>게시글 작성 버튼 숨기기</a:t>
            </a:r>
            <a:endParaRPr lang="en-US" altLang="ko-KR" dirty="0"/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권한부여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B4E61-B651-DD67-A7EC-B7252D6B46B3}"/>
              </a:ext>
            </a:extLst>
          </p:cNvPr>
          <p:cNvSpPr txBox="1"/>
          <p:nvPr/>
        </p:nvSpPr>
        <p:spPr>
          <a:xfrm>
            <a:off x="457200" y="1981200"/>
            <a:ext cx="85313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"${not empty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._LOGIN_USER_}"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8059199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확인</a:t>
            </a:r>
            <a:endParaRPr lang="en-US" altLang="ko-KR" dirty="0"/>
          </a:p>
          <a:p>
            <a:pPr lvl="1"/>
            <a:r>
              <a:rPr lang="ko-KR" altLang="en-US" dirty="0"/>
              <a:t>로그인을 하지 않으면 게시글 등록 버튼이 보이지 않는다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권한부여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9CB44F-454D-5E8A-C90E-BA8BA0C48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52" y="1937253"/>
            <a:ext cx="7487695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60654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회원이 작성한 글만 조회하기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229751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회원으로 가입한 사용자들이 작성한 게시글만 조회하도록 개선하기</a:t>
            </a:r>
            <a:endParaRPr lang="en-US" altLang="ko-KR" dirty="0"/>
          </a:p>
          <a:p>
            <a:pPr lvl="1"/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내용조회 페이지에서 게시글 작성자의 이름과 이메일을 볼 수 있어야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BoardVO.java </a:t>
            </a:r>
            <a:r>
              <a:rPr lang="ko-KR" altLang="en-US" dirty="0"/>
              <a:t>파일 내용 수정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E12F7-D350-7D87-21F6-F0A646F67C9F}"/>
              </a:ext>
            </a:extLst>
          </p:cNvPr>
          <p:cNvSpPr txBox="1"/>
          <p:nvPr/>
        </p:nvSpPr>
        <p:spPr>
          <a:xfrm>
            <a:off x="457200" y="2296888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게시글을 작성한 회원의 정보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4145088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내용 조회와 함께 작성자 정보도 조회하기 </a:t>
            </a:r>
            <a:r>
              <a:rPr lang="en-US" altLang="ko-KR" dirty="0"/>
              <a:t>( 1 / 3 )</a:t>
            </a:r>
          </a:p>
          <a:p>
            <a:pPr lvl="1"/>
            <a:r>
              <a:rPr lang="en-US" altLang="ko-KR" dirty="0"/>
              <a:t>BoardDaoMapper.xml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E12F7-D350-7D87-21F6-F0A646F67C9F}"/>
              </a:ext>
            </a:extLst>
          </p:cNvPr>
          <p:cNvSpPr txBox="1"/>
          <p:nvPr/>
        </p:nvSpPr>
        <p:spPr>
          <a:xfrm>
            <a:off x="457200" y="1920238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getBoardAllCount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SELECT COUNT(1)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BOARD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ON B.EMAIL = M.EMAIL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SELECT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SUBJECT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TO_CHAR(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CRT_DT, 'YYYY-MM-DD')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TO_CHAR(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MDFY_DT, 'YYYY-MM-DD')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FILE_NAME</a:t>
            </a:r>
          </a:p>
        </p:txBody>
      </p:sp>
    </p:spTree>
    <p:extLst>
      <p:ext uri="{BB962C8B-B14F-4D97-AF65-F5344CB8AC3E}">
        <p14:creationId xmlns:p14="http://schemas.microsoft.com/office/powerpoint/2010/main" val="12540130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내용 조회와 함께 작성자 정보도 조회하기 </a:t>
            </a:r>
            <a:r>
              <a:rPr lang="en-US" altLang="ko-KR" dirty="0"/>
              <a:t>( 2 / 3 )</a:t>
            </a:r>
          </a:p>
          <a:p>
            <a:pPr lvl="1"/>
            <a:r>
              <a:rPr lang="en-US" altLang="ko-KR" dirty="0"/>
              <a:t>BoardDaoMapper.xml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E12F7-D350-7D87-21F6-F0A646F67C9F}"/>
              </a:ext>
            </a:extLst>
          </p:cNvPr>
          <p:cNvSpPr txBox="1"/>
          <p:nvPr/>
        </p:nvSpPr>
        <p:spPr>
          <a:xfrm>
            <a:off x="457200" y="1920238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ORIGIN_FILE_NAME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BOARD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ON B.EMAIL = M.EMAIL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ORDER BY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DESC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SELECT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SUBJECT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TO_CHAR(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CRT_DT, 'YYYY-MM-DD')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TO_CHAR(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MDFY_DT, 'YYYY-MM-DD')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FILE_NAME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ORIGIN_FILE_NAME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320064813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</a:t>
            </a:r>
            <a:r>
              <a:rPr lang="en-US" altLang="ko-KR" dirty="0"/>
              <a:t>, </a:t>
            </a:r>
            <a:r>
              <a:rPr lang="ko-KR" altLang="en-US" dirty="0"/>
              <a:t>내용 조회와 함께 작성자 정보도 조회하기 </a:t>
            </a:r>
            <a:r>
              <a:rPr lang="en-US" altLang="ko-KR" dirty="0"/>
              <a:t>( 3 / 3 )</a:t>
            </a:r>
          </a:p>
          <a:p>
            <a:pPr lvl="1"/>
            <a:r>
              <a:rPr lang="en-US" altLang="ko-KR" dirty="0"/>
              <a:t>BoardDaoMapper.xml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357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E12F7-D350-7D87-21F6-F0A646F67C9F}"/>
              </a:ext>
            </a:extLst>
          </p:cNvPr>
          <p:cNvSpPr txBox="1"/>
          <p:nvPr/>
        </p:nvSpPr>
        <p:spPr>
          <a:xfrm>
            <a:off x="457200" y="1920238"/>
            <a:ext cx="85313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 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ON B.EMAIL = M.EMAIL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494823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개의 테이블을 조인해 조회하는 쿼리의 결과는 </a:t>
            </a:r>
            <a:r>
              <a:rPr lang="en-US" altLang="ko-KR" dirty="0" err="1"/>
              <a:t>resultType</a:t>
            </a:r>
            <a:r>
              <a:rPr lang="ko-KR" altLang="en-US" dirty="0"/>
              <a:t>으로 받을 수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이런 경우에 쿼리 결과를 받아오려면 </a:t>
            </a:r>
            <a:r>
              <a:rPr lang="en-US" altLang="ko-KR" dirty="0" err="1"/>
              <a:t>resultMap</a:t>
            </a:r>
            <a:r>
              <a:rPr lang="en-US" altLang="ko-KR" dirty="0"/>
              <a:t> </a:t>
            </a:r>
            <a:r>
              <a:rPr lang="ko-KR" altLang="en-US" dirty="0"/>
              <a:t>을 사용해야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https://mybatis.org/mybatis-3/sqlmap-xml.html#advanced-result-maps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152DAD-9688-77BD-E562-60D16238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3599"/>
            <a:ext cx="4953000" cy="464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01141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개의 테이블을 조인해 조회하는 쿼리의 결과는 </a:t>
            </a:r>
            <a:r>
              <a:rPr lang="en-US" altLang="ko-KR" dirty="0" err="1"/>
              <a:t>resultType</a:t>
            </a:r>
            <a:r>
              <a:rPr lang="ko-KR" altLang="en-US" dirty="0"/>
              <a:t>으로 받을 수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이런 경우에 쿼리 결과를 받아오려면 </a:t>
            </a:r>
            <a:r>
              <a:rPr lang="en-US" altLang="ko-KR" dirty="0" err="1"/>
              <a:t>resultMap</a:t>
            </a:r>
            <a:r>
              <a:rPr lang="en-US" altLang="ko-KR" dirty="0"/>
              <a:t> </a:t>
            </a:r>
            <a:r>
              <a:rPr lang="ko-KR" altLang="en-US" dirty="0"/>
              <a:t>을 사용해야 한다</a:t>
            </a:r>
            <a:r>
              <a:rPr lang="en-US" altLang="ko-KR" dirty="0"/>
              <a:t>. 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359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920238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"VIEW_CNT"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viewCnt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"CRT_DT"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crtDt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"MDFY_DT"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mdfyDt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"FILE_NAME"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fileName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"ORIGIN_FILE_NAME"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originFileName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???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getAllBoard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SELECT B.ID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B.SUBJECT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B.CONTENT</a:t>
            </a:r>
          </a:p>
        </p:txBody>
      </p:sp>
    </p:spTree>
    <p:extLst>
      <p:ext uri="{BB962C8B-B14F-4D97-AF65-F5344CB8AC3E}">
        <p14:creationId xmlns:p14="http://schemas.microsoft.com/office/powerpoint/2010/main" val="3267955101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개의 테이블을 조인해 조회하는 쿼리의 결과는 </a:t>
            </a:r>
            <a:r>
              <a:rPr lang="en-US" altLang="ko-KR" dirty="0" err="1"/>
              <a:t>resultType</a:t>
            </a:r>
            <a:r>
              <a:rPr lang="ko-KR" altLang="en-US" dirty="0"/>
              <a:t>으로 받을 수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이런 경우에 쿼리 결과를 받아오려면 </a:t>
            </a:r>
            <a:r>
              <a:rPr lang="en-US" altLang="ko-KR" dirty="0" err="1"/>
              <a:t>resultMap</a:t>
            </a:r>
            <a:r>
              <a:rPr lang="en-US" altLang="ko-KR" dirty="0"/>
              <a:t> </a:t>
            </a:r>
            <a:r>
              <a:rPr lang="ko-KR" altLang="en-US" dirty="0"/>
              <a:t>을 사용해야 한다</a:t>
            </a:r>
            <a:r>
              <a:rPr lang="en-US" altLang="ko-KR" dirty="0"/>
              <a:t>. 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920238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B.VIEW_CNT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TO_CHAR(B.CRT_DT, 'YYYY-MM-DD')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TO_CHAR(B.MDFY_DT, 'YYYY-MM-DD')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B.FILE_NAME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B.ORIGIN_FILE_NAME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M.NAME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FROM BOARD 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ON B.EMAIL = M.EMAIL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ORDER BY B.ID DESC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getOneBoard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"_int"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SELECT B.ID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B.SUBJECT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B.VIEW_CNT</a:t>
            </a:r>
          </a:p>
        </p:txBody>
      </p:sp>
    </p:spTree>
    <p:extLst>
      <p:ext uri="{BB962C8B-B14F-4D97-AF65-F5344CB8AC3E}">
        <p14:creationId xmlns:p14="http://schemas.microsoft.com/office/powerpoint/2010/main" val="1522423665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개의 테이블을 조인해 조회하는 쿼리의 결과는 </a:t>
            </a:r>
            <a:r>
              <a:rPr lang="en-US" altLang="ko-KR" dirty="0" err="1"/>
              <a:t>resultType</a:t>
            </a:r>
            <a:r>
              <a:rPr lang="ko-KR" altLang="en-US" dirty="0"/>
              <a:t>으로 받을 수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이런 경우에 쿼리 결과를 받아오려면 </a:t>
            </a:r>
            <a:r>
              <a:rPr lang="en-US" altLang="ko-KR" dirty="0" err="1"/>
              <a:t>resultMap</a:t>
            </a:r>
            <a:r>
              <a:rPr lang="en-US" altLang="ko-KR" dirty="0"/>
              <a:t> </a:t>
            </a:r>
            <a:r>
              <a:rPr lang="ko-KR" altLang="en-US" dirty="0"/>
              <a:t>을 사용해야 한다</a:t>
            </a:r>
            <a:r>
              <a:rPr lang="en-US" altLang="ko-KR" dirty="0"/>
              <a:t>. 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920238"/>
            <a:ext cx="85313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TO_CHAR(B.CRT_DT, 'YYYY-MM-DD')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TO_CHAR(B.MDFY_DT, 'YYYY-MM-DD')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B.FILE_NAME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B.ORIGIN_FILE_NAME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, M.NAME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FROM BOARD 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ON B.EMAIL = M.EMAIL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WHERE B.ID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101541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resultMap</a:t>
            </a:r>
            <a:r>
              <a:rPr lang="ko-KR" altLang="en-US" dirty="0"/>
              <a:t> 코드 설명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&lt;id&gt;</a:t>
            </a:r>
          </a:p>
          <a:p>
            <a:pPr lvl="2"/>
            <a:r>
              <a:rPr lang="ko-KR" altLang="en-US" dirty="0"/>
              <a:t>조회 쿼리의 결과에서 하나의 데이터를 특정할 수 있는 컬럼을 대상으로 사용</a:t>
            </a:r>
            <a:endParaRPr lang="en-US" altLang="ko-KR" dirty="0"/>
          </a:p>
          <a:p>
            <a:pPr lvl="1"/>
            <a:r>
              <a:rPr lang="en-US" altLang="ko-KR" dirty="0"/>
              <a:t>&lt;result&gt;</a:t>
            </a:r>
          </a:p>
          <a:p>
            <a:pPr lvl="2"/>
            <a:r>
              <a:rPr lang="ko-KR" altLang="en-US" dirty="0"/>
              <a:t>조회 쿼리의</a:t>
            </a:r>
            <a:r>
              <a:rPr lang="en-US" altLang="ko-KR" dirty="0"/>
              <a:t> </a:t>
            </a:r>
            <a:r>
              <a:rPr lang="ko-KR" altLang="en-US" dirty="0"/>
              <a:t>결과에서 </a:t>
            </a:r>
            <a:r>
              <a:rPr lang="en-US" altLang="ko-KR" dirty="0"/>
              <a:t>PK</a:t>
            </a:r>
            <a:r>
              <a:rPr lang="ko-KR" altLang="en-US" dirty="0"/>
              <a:t>가 아닌 컬럼을 대상으로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column</a:t>
            </a:r>
          </a:p>
          <a:p>
            <a:pPr lvl="2"/>
            <a:r>
              <a:rPr lang="ko-KR" altLang="en-US" dirty="0"/>
              <a:t>조회 쿼리의 컬럼 이름</a:t>
            </a:r>
            <a:endParaRPr lang="en-US" altLang="ko-KR" dirty="0"/>
          </a:p>
          <a:p>
            <a:pPr lvl="1"/>
            <a:r>
              <a:rPr lang="en-US" altLang="ko-KR" dirty="0"/>
              <a:t>property</a:t>
            </a:r>
          </a:p>
          <a:p>
            <a:pPr lvl="2"/>
            <a:r>
              <a:rPr lang="ko-KR" altLang="en-US" dirty="0"/>
              <a:t>컬럼의 값을 저장할 </a:t>
            </a:r>
            <a:r>
              <a:rPr lang="ko-KR" altLang="en-US" dirty="0" err="1"/>
              <a:t>변수명</a:t>
            </a:r>
            <a:endParaRPr lang="en-US" altLang="ko-KR" dirty="0"/>
          </a:p>
          <a:p>
            <a:pPr lvl="2"/>
            <a:r>
              <a:rPr lang="ko-KR" altLang="en-US" dirty="0"/>
              <a:t>데이터를 할당할 때 내부적으로 </a:t>
            </a:r>
            <a:r>
              <a:rPr lang="en-US" altLang="ko-KR" dirty="0"/>
              <a:t>setter</a:t>
            </a:r>
            <a:r>
              <a:rPr lang="ko-KR" altLang="en-US" dirty="0"/>
              <a:t>를 호출한다</a:t>
            </a:r>
            <a:r>
              <a:rPr lang="en-US" altLang="ko-KR" dirty="0"/>
              <a:t>.</a:t>
            </a:r>
          </a:p>
          <a:p>
            <a:pPr marL="914400" lvl="2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617618"/>
            <a:ext cx="85313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348729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NAME </a:t>
            </a:r>
            <a:r>
              <a:rPr lang="ko-KR" altLang="en-US" dirty="0"/>
              <a:t>컬럼 값의 할당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BoardVO</a:t>
            </a:r>
            <a:r>
              <a:rPr lang="ko-KR" altLang="en-US" dirty="0"/>
              <a:t>의 </a:t>
            </a:r>
            <a:r>
              <a:rPr lang="en-US" altLang="ko-KR" dirty="0" err="1"/>
              <a:t>memberVO</a:t>
            </a:r>
            <a:r>
              <a:rPr lang="en-US" altLang="ko-KR" dirty="0"/>
              <a:t> </a:t>
            </a:r>
            <a:r>
              <a:rPr lang="ko-KR" altLang="en-US" dirty="0"/>
              <a:t>안에 </a:t>
            </a:r>
            <a:r>
              <a:rPr lang="en-US" altLang="ko-KR" dirty="0"/>
              <a:t>name</a:t>
            </a:r>
            <a:r>
              <a:rPr lang="ko-KR" altLang="en-US" dirty="0"/>
              <a:t>이 존재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676400"/>
            <a:ext cx="85313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???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BA1E449-1935-FDBA-D22D-CC1FB629A269}"/>
              </a:ext>
            </a:extLst>
          </p:cNvPr>
          <p:cNvGrpSpPr/>
          <p:nvPr/>
        </p:nvGrpSpPr>
        <p:grpSpPr>
          <a:xfrm>
            <a:off x="457200" y="3556109"/>
            <a:ext cx="7848600" cy="2246769"/>
            <a:chOff x="457200" y="3276600"/>
            <a:chExt cx="7848600" cy="224676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3DB44A-C0B3-FB56-6060-76E868DABF1E}"/>
                </a:ext>
              </a:extLst>
            </p:cNvPr>
            <p:cNvSpPr txBox="1"/>
            <p:nvPr/>
          </p:nvSpPr>
          <p:spPr>
            <a:xfrm>
              <a:off x="457200" y="3276600"/>
              <a:ext cx="3352800" cy="22467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 </a:t>
              </a:r>
              <a:r>
                <a:rPr lang="ko-KR" alt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생략 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</a:t>
              </a:r>
            </a:p>
            <a:p>
              <a:pPr algn="l"/>
              <a:r>
                <a:rPr lang="en-US" altLang="ko-KR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public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class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 err="1">
                  <a:solidFill>
                    <a:srgbClr val="267F99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BoardVO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{</a:t>
              </a:r>
            </a:p>
            <a:p>
              <a:pPr algn="l"/>
              <a:b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</a:b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... </a:t>
              </a:r>
              <a:r>
                <a:rPr lang="ko-KR" alt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생략 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</a:t>
              </a:r>
            </a:p>
            <a:p>
              <a:pPr algn="l"/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</a:t>
              </a:r>
              <a:r>
                <a:rPr lang="en-US" altLang="ko-KR" sz="1400" b="0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/**</a:t>
              </a:r>
              <a:endPara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endParaRPr>
            </a:p>
            <a:p>
              <a:pPr algn="l"/>
              <a:r>
                <a:rPr lang="en-US" altLang="ko-KR" sz="1400" b="0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 * </a:t>
              </a:r>
              <a:r>
                <a:rPr lang="ko-KR" altLang="en-US" sz="1400" b="0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게시글을 작성한 회원의 정보</a:t>
              </a:r>
              <a:endPara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endParaRPr>
            </a:p>
            <a:p>
              <a:pPr algn="l"/>
              <a:r>
                <a:rPr lang="ko-KR" altLang="en-US" sz="1400" b="0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 *</a:t>
              </a:r>
              <a:r>
                <a:rPr lang="en-US" altLang="ko-KR" sz="1400" b="0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/</a:t>
              </a:r>
              <a:endPara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endParaRPr>
            </a:p>
            <a:p>
              <a:pPr algn="l"/>
              <a:r>
                <a:rPr lang="ko-KR" alt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</a:t>
              </a:r>
              <a:r>
                <a:rPr lang="en-US" altLang="ko-KR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private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 err="1">
                  <a:solidFill>
                    <a:srgbClr val="267F99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MemberVO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memberVO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;</a:t>
              </a:r>
            </a:p>
            <a:p>
              <a:pPr algn="l"/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... </a:t>
              </a:r>
              <a:r>
                <a:rPr lang="ko-KR" alt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생략 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</a:t>
              </a:r>
            </a:p>
            <a:p>
              <a:pPr algn="l"/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}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1C5BE6-7E35-93C6-10BB-23D7D6543340}"/>
                </a:ext>
              </a:extLst>
            </p:cNvPr>
            <p:cNvSpPr txBox="1"/>
            <p:nvPr/>
          </p:nvSpPr>
          <p:spPr>
            <a:xfrm>
              <a:off x="4953000" y="3429000"/>
              <a:ext cx="3352800" cy="181588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 </a:t>
              </a:r>
              <a:r>
                <a:rPr lang="ko-KR" alt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생략 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</a:t>
              </a:r>
            </a:p>
            <a:p>
              <a:pPr algn="l"/>
              <a:r>
                <a:rPr lang="en-US" altLang="ko-KR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public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class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 err="1">
                  <a:solidFill>
                    <a:srgbClr val="267F99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MemberVO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{</a:t>
              </a:r>
            </a:p>
            <a:p>
              <a:pPr algn="l"/>
              <a:b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</a:b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... </a:t>
              </a:r>
              <a:r>
                <a:rPr lang="ko-KR" alt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생략 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</a:t>
              </a:r>
            </a:p>
            <a:p>
              <a:pPr algn="l"/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    </a:t>
              </a:r>
              <a:r>
                <a:rPr lang="en-US" altLang="ko-KR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private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String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name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;</a:t>
              </a:r>
            </a:p>
            <a:p>
              <a:pPr algn="l"/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    ... </a:t>
              </a:r>
              <a:r>
                <a:rPr lang="ko-KR" alt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생략 </a:t>
              </a: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...</a:t>
              </a:r>
            </a:p>
            <a:p>
              <a:pPr algn="l"/>
              <a:b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</a:br>
              <a:r>
                <a:rPr lang="en-US" altLang="ko-KR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맑은 고딕" panose="020B0503020000020004" pitchFamily="50" charset="-127"/>
                </a:rPr>
                <a:t>}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C67C355-DB8D-5637-0891-D5D5518559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1400" y="4447391"/>
              <a:ext cx="1752602" cy="505609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5552987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NAME </a:t>
            </a:r>
            <a:r>
              <a:rPr lang="ko-KR" altLang="en-US" dirty="0"/>
              <a:t>컬럼 값의 할당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클래스내에 포함된 다른 클래스의 멤버변수에게 할당하려면 데이터의 관계에 따라 </a:t>
            </a:r>
            <a:endParaRPr lang="en-US" altLang="ko-KR" dirty="0"/>
          </a:p>
          <a:p>
            <a:pPr lvl="1"/>
            <a:r>
              <a:rPr lang="en-US" altLang="ko-KR" dirty="0"/>
              <a:t>association  ( 1 : 1 )</a:t>
            </a:r>
          </a:p>
          <a:p>
            <a:pPr lvl="2"/>
            <a:r>
              <a:rPr lang="ko-KR" altLang="en-US" dirty="0"/>
              <a:t>클래스 내에 포함된 단일 객체에 참조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&gt; 1</a:t>
            </a:r>
            <a:r>
              <a:rPr lang="ko-KR" altLang="en-US" dirty="0"/>
              <a:t>개의 게시글을 작성한 회원의 정보</a:t>
            </a:r>
            <a:endParaRPr lang="en-US" altLang="ko-KR" dirty="0"/>
          </a:p>
          <a:p>
            <a:pPr lvl="1"/>
            <a:r>
              <a:rPr lang="en-US" altLang="ko-KR" dirty="0"/>
              <a:t>collection ( 1 : N )</a:t>
            </a:r>
          </a:p>
          <a:p>
            <a:pPr lvl="2"/>
            <a:r>
              <a:rPr lang="ko-KR" altLang="en-US" dirty="0"/>
              <a:t>클래스 내에 포함된 </a:t>
            </a:r>
            <a:r>
              <a:rPr lang="en-US" altLang="ko-KR" dirty="0"/>
              <a:t>List </a:t>
            </a:r>
            <a:r>
              <a:rPr lang="ko-KR" altLang="en-US" dirty="0"/>
              <a:t>객체에 참조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&gt; 1</a:t>
            </a:r>
            <a:r>
              <a:rPr lang="ko-KR" altLang="en-US" dirty="0"/>
              <a:t>개의 </a:t>
            </a:r>
            <a:r>
              <a:rPr lang="ko-KR" altLang="en-US" dirty="0" err="1"/>
              <a:t>게시글에</a:t>
            </a:r>
            <a:r>
              <a:rPr lang="ko-KR" altLang="en-US" dirty="0"/>
              <a:t> 포함된 댓글 목록의 정보</a:t>
            </a:r>
            <a:endParaRPr lang="en-US" altLang="ko-KR" dirty="0"/>
          </a:p>
          <a:p>
            <a:pPr lvl="1"/>
            <a:r>
              <a:rPr lang="ko-KR" altLang="en-US" dirty="0"/>
              <a:t>을 사용해야 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676400"/>
            <a:ext cx="85313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 ???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resultMap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533249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NAME </a:t>
            </a:r>
            <a:r>
              <a:rPr lang="ko-KR" altLang="en-US" dirty="0"/>
              <a:t>컬럼 값의 할당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고유값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"VIEW_CNT"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viewCnt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"CRT_DT"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crtDt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"MDFY_DT"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mdfyDt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"FILE_NAME"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"ORIGIN_FILE_NAME"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originFileName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&lt;association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javaType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com.example.demo.member.vo.MemberVO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고유값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&lt;/association&gt;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273358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목록에서 작성자의 이름을 표현하기</a:t>
            </a:r>
            <a:endParaRPr lang="en-US" altLang="ko-KR" dirty="0"/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997371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"${not empty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boardList.boardList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items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boardList.boardList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${board.memberVO.name} (${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board.email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})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board.viewCnt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board.crtDt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&lt;td&gt;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board.mdfyDt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c:when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colspan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"6"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등록된 게시글이 없습니다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c:otherwise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c:choose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42253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목록에서 작성자의 이름을 표현하기</a:t>
            </a:r>
            <a:endParaRPr lang="en-US" altLang="ko-KR" dirty="0"/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68D56-67C8-F614-34EC-532A1325B432}"/>
              </a:ext>
            </a:extLst>
          </p:cNvPr>
          <p:cNvSpPr txBox="1"/>
          <p:nvPr/>
        </p:nvSpPr>
        <p:spPr>
          <a:xfrm>
            <a:off x="457200" y="1997371"/>
            <a:ext cx="85313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${boardVO.memberVO.name} (${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})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viewCnt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조회수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517718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브라우저에서 작성자 정보가 잘 나오는지 확인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회원이 작성한 글만 조회하기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368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CB5DB5-497F-4FDD-4CE1-D32B441D7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8" y="1637907"/>
            <a:ext cx="4532150" cy="27816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1A3841E-7F98-4EE1-CF6F-AB9B16575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638" y="1637907"/>
            <a:ext cx="2675926" cy="278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92046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로그인한 회원에게만 서비스 제공</a:t>
            </a:r>
            <a:b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Interceptor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180169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상태가 아닐 때</a:t>
            </a:r>
            <a:r>
              <a:rPr lang="en-US" altLang="ko-KR" dirty="0"/>
              <a:t>, </a:t>
            </a:r>
            <a:r>
              <a:rPr lang="ko-KR" altLang="en-US" dirty="0"/>
              <a:t>게시글 등록 버튼이 보이지 않는다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그러나</a:t>
            </a:r>
            <a:r>
              <a:rPr lang="en-US" altLang="ko-KR" dirty="0"/>
              <a:t> </a:t>
            </a:r>
            <a:r>
              <a:rPr lang="ko-KR" altLang="en-US" dirty="0"/>
              <a:t>사용자는 </a:t>
            </a:r>
            <a:r>
              <a:rPr lang="en-US" altLang="ko-KR" dirty="0"/>
              <a:t>URL</a:t>
            </a:r>
            <a:r>
              <a:rPr lang="ko-KR" altLang="en-US" dirty="0"/>
              <a:t>을 통해 게시글 등록 화면으로 이동할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로그인이 필요한 모든 화면에 대해 현재 로그인 상태인지 아닌지 판단해야 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9CE6BD-2F44-C919-E3BE-CD0AF1252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6737"/>
            <a:ext cx="493048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93060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여부를 판단하는 전통적인 방법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1"/>
            <a:r>
              <a:rPr lang="ko-KR" altLang="en-US" dirty="0"/>
              <a:t>로그인 확인이 필요한 모든 부분에 작성해야 한다</a:t>
            </a:r>
            <a:r>
              <a:rPr lang="en-US" altLang="ko-KR" dirty="0"/>
              <a:t>. </a:t>
            </a:r>
            <a:r>
              <a:rPr lang="ko-KR" altLang="en-US" dirty="0"/>
              <a:t>매우 비효율적</a:t>
            </a:r>
            <a:r>
              <a:rPr lang="en-US" altLang="ko-KR" dirty="0"/>
              <a:t>!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2303102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viewBoardWritePage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"redirect:/member/login"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boardwrite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3477265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은 여러 곳에서 필요한 공통 로직을 </a:t>
            </a:r>
            <a:r>
              <a:rPr lang="en-US" altLang="ko-KR" dirty="0"/>
              <a:t>Interceptor</a:t>
            </a:r>
            <a:r>
              <a:rPr lang="ko-KR" altLang="en-US" dirty="0"/>
              <a:t>라는 개념으로 제공함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372</a:t>
            </a:fld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8591FD4-02AD-3620-0C90-BCEEDC4FAE99}"/>
              </a:ext>
            </a:extLst>
          </p:cNvPr>
          <p:cNvSpPr/>
          <p:nvPr/>
        </p:nvSpPr>
        <p:spPr>
          <a:xfrm>
            <a:off x="2930213" y="3782553"/>
            <a:ext cx="189209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Dispatcher Servlet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EC64584-AEEE-A097-0803-371D0541645B}"/>
              </a:ext>
            </a:extLst>
          </p:cNvPr>
          <p:cNvSpPr/>
          <p:nvPr/>
        </p:nvSpPr>
        <p:spPr>
          <a:xfrm>
            <a:off x="219525" y="3782553"/>
            <a:ext cx="1600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 Browser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82295CC-4F8E-18B2-6BEE-BD6FBBA833DD}"/>
              </a:ext>
            </a:extLst>
          </p:cNvPr>
          <p:cNvSpPr/>
          <p:nvPr/>
        </p:nvSpPr>
        <p:spPr>
          <a:xfrm>
            <a:off x="1286325" y="5382753"/>
            <a:ext cx="178983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806938E-FA22-1CCA-822B-52B69ED95DC7}"/>
              </a:ext>
            </a:extLst>
          </p:cNvPr>
          <p:cNvSpPr/>
          <p:nvPr/>
        </p:nvSpPr>
        <p:spPr>
          <a:xfrm>
            <a:off x="4676357" y="5382753"/>
            <a:ext cx="1791567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ViewResolver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04B171B-BBCD-8A95-2DAE-E52723E0181A}"/>
              </a:ext>
            </a:extLst>
          </p:cNvPr>
          <p:cNvSpPr/>
          <p:nvPr/>
        </p:nvSpPr>
        <p:spPr>
          <a:xfrm>
            <a:off x="4676357" y="2182353"/>
            <a:ext cx="1791567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HandlerAdapter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3A1D8DD-47CF-76C1-1F2B-4E3D19F45D58}"/>
              </a:ext>
            </a:extLst>
          </p:cNvPr>
          <p:cNvSpPr/>
          <p:nvPr/>
        </p:nvSpPr>
        <p:spPr>
          <a:xfrm>
            <a:off x="1285457" y="2182353"/>
            <a:ext cx="1791567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HandlerMapping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4696B7F-9A75-D834-A6A8-5772B40AAD66}"/>
              </a:ext>
            </a:extLst>
          </p:cNvPr>
          <p:cNvCxnSpPr>
            <a:cxnSpLocks/>
            <a:stCxn id="53" idx="3"/>
            <a:endCxn id="52" idx="1"/>
          </p:cNvCxnSpPr>
          <p:nvPr/>
        </p:nvCxnSpPr>
        <p:spPr>
          <a:xfrm>
            <a:off x="1819725" y="4049253"/>
            <a:ext cx="1110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EDFFF07-8065-788C-7BA0-9B1DBB0A5B65}"/>
              </a:ext>
            </a:extLst>
          </p:cNvPr>
          <p:cNvCxnSpPr>
            <a:endCxn id="57" idx="2"/>
          </p:cNvCxnSpPr>
          <p:nvPr/>
        </p:nvCxnSpPr>
        <p:spPr>
          <a:xfrm flipH="1" flipV="1">
            <a:off x="2181241" y="2715753"/>
            <a:ext cx="1237817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A0B2832-0A24-6C23-C93C-F936EE68B032}"/>
              </a:ext>
            </a:extLst>
          </p:cNvPr>
          <p:cNvCxnSpPr>
            <a:endCxn id="56" idx="2"/>
          </p:cNvCxnSpPr>
          <p:nvPr/>
        </p:nvCxnSpPr>
        <p:spPr>
          <a:xfrm flipV="1">
            <a:off x="4378099" y="2715753"/>
            <a:ext cx="1194042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B990D14-54AE-5112-06DF-D9A63E7CBEC8}"/>
              </a:ext>
            </a:extLst>
          </p:cNvPr>
          <p:cNvCxnSpPr>
            <a:endCxn id="55" idx="0"/>
          </p:cNvCxnSpPr>
          <p:nvPr/>
        </p:nvCxnSpPr>
        <p:spPr>
          <a:xfrm>
            <a:off x="4378099" y="4315953"/>
            <a:ext cx="1194042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A97F71A-6D46-C417-B743-4F11AF6CD41A}"/>
              </a:ext>
            </a:extLst>
          </p:cNvPr>
          <p:cNvCxnSpPr>
            <a:endCxn id="54" idx="0"/>
          </p:cNvCxnSpPr>
          <p:nvPr/>
        </p:nvCxnSpPr>
        <p:spPr>
          <a:xfrm flipH="1">
            <a:off x="2181242" y="4315953"/>
            <a:ext cx="1301074" cy="106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8617795-93CC-CBE3-835F-E175520984E4}"/>
              </a:ext>
            </a:extLst>
          </p:cNvPr>
          <p:cNvGrpSpPr/>
          <p:nvPr/>
        </p:nvGrpSpPr>
        <p:grpSpPr>
          <a:xfrm>
            <a:off x="2026221" y="3655618"/>
            <a:ext cx="755335" cy="379124"/>
            <a:chOff x="2797296" y="3606865"/>
            <a:chExt cx="755335" cy="379124"/>
          </a:xfrm>
        </p:grpSpPr>
        <p:sp>
          <p:nvSpPr>
            <p:cNvPr id="64" name="오른쪽 화살표 126">
              <a:extLst>
                <a:ext uri="{FF2B5EF4-FFF2-40B4-BE49-F238E27FC236}">
                  <a16:creationId xmlns:a16="http://schemas.microsoft.com/office/drawing/2014/main" id="{5A8457FA-08B0-3D6A-97D3-8DFBD356D695}"/>
                </a:ext>
              </a:extLst>
            </p:cNvPr>
            <p:cNvSpPr/>
            <p:nvPr/>
          </p:nvSpPr>
          <p:spPr>
            <a:xfrm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8240352-B7AD-F159-D159-E54C54AEACB1}"/>
                </a:ext>
              </a:extLst>
            </p:cNvPr>
            <p:cNvSpPr txBox="1"/>
            <p:nvPr/>
          </p:nvSpPr>
          <p:spPr>
            <a:xfrm>
              <a:off x="2797296" y="3606865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1. </a:t>
              </a:r>
              <a:r>
                <a:rPr lang="ko-KR" altLang="en-US" sz="800" dirty="0">
                  <a:latin typeface="+mn-ea"/>
                  <a:ea typeface="+mn-ea"/>
                </a:rPr>
                <a:t>요청 전송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3836191-DDD8-C84E-40AD-185AFE5E7B7D}"/>
              </a:ext>
            </a:extLst>
          </p:cNvPr>
          <p:cNvGrpSpPr/>
          <p:nvPr/>
        </p:nvGrpSpPr>
        <p:grpSpPr>
          <a:xfrm>
            <a:off x="1259750" y="3068134"/>
            <a:ext cx="1221360" cy="338554"/>
            <a:chOff x="2005340" y="3721417"/>
            <a:chExt cx="1221360" cy="338554"/>
          </a:xfrm>
        </p:grpSpPr>
        <p:sp>
          <p:nvSpPr>
            <p:cNvPr id="67" name="오른쪽 화살표 130">
              <a:extLst>
                <a:ext uri="{FF2B5EF4-FFF2-40B4-BE49-F238E27FC236}">
                  <a16:creationId xmlns:a16="http://schemas.microsoft.com/office/drawing/2014/main" id="{FC37495A-BE48-CD27-6245-B0DF1EF1DD15}"/>
                </a:ext>
              </a:extLst>
            </p:cNvPr>
            <p:cNvSpPr/>
            <p:nvPr/>
          </p:nvSpPr>
          <p:spPr>
            <a:xfrm rot="13500000"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085FF4-FD78-B44D-03CC-39928F7FEA60}"/>
                </a:ext>
              </a:extLst>
            </p:cNvPr>
            <p:cNvSpPr txBox="1"/>
            <p:nvPr/>
          </p:nvSpPr>
          <p:spPr>
            <a:xfrm>
              <a:off x="2005340" y="3721417"/>
              <a:ext cx="1053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2. URL</a:t>
              </a:r>
              <a:r>
                <a:rPr lang="ko-KR" altLang="en-US" sz="800" dirty="0">
                  <a:latin typeface="+mn-ea"/>
                  <a:ea typeface="+mn-ea"/>
                </a:rPr>
                <a:t>과 매칭되는</a:t>
              </a:r>
              <a:endParaRPr lang="en-US" altLang="ko-KR" sz="800" dirty="0"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컨트롤러 검색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F6B8E1-CA8B-9812-D873-F8C9FE5279DF}"/>
              </a:ext>
            </a:extLst>
          </p:cNvPr>
          <p:cNvGrpSpPr/>
          <p:nvPr/>
        </p:nvGrpSpPr>
        <p:grpSpPr>
          <a:xfrm>
            <a:off x="3842368" y="3068134"/>
            <a:ext cx="943251" cy="245246"/>
            <a:chOff x="2305209" y="3740743"/>
            <a:chExt cx="943251" cy="245246"/>
          </a:xfrm>
        </p:grpSpPr>
        <p:sp>
          <p:nvSpPr>
            <p:cNvPr id="70" name="오른쪽 화살표 133">
              <a:extLst>
                <a:ext uri="{FF2B5EF4-FFF2-40B4-BE49-F238E27FC236}">
                  <a16:creationId xmlns:a16="http://schemas.microsoft.com/office/drawing/2014/main" id="{45C2E96F-863B-B0D2-BD23-C4FE2DEA81B1}"/>
                </a:ext>
              </a:extLst>
            </p:cNvPr>
            <p:cNvSpPr/>
            <p:nvPr/>
          </p:nvSpPr>
          <p:spPr>
            <a:xfrm rot="19145629"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F3C0EF6-E7BC-499B-4A84-796CA80D4D7F}"/>
                </a:ext>
              </a:extLst>
            </p:cNvPr>
            <p:cNvSpPr txBox="1"/>
            <p:nvPr/>
          </p:nvSpPr>
          <p:spPr>
            <a:xfrm>
              <a:off x="2305209" y="3740743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3. </a:t>
              </a:r>
              <a:r>
                <a:rPr lang="ko-KR" altLang="en-US" sz="800" dirty="0">
                  <a:latin typeface="+mn-ea"/>
                  <a:ea typeface="+mn-ea"/>
                </a:rPr>
                <a:t>처리 요청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F0B7FF3-1D1B-E125-A55E-80BA8A632A8F}"/>
              </a:ext>
            </a:extLst>
          </p:cNvPr>
          <p:cNvSpPr/>
          <p:nvPr/>
        </p:nvSpPr>
        <p:spPr>
          <a:xfrm>
            <a:off x="6985781" y="2182353"/>
            <a:ext cx="1791567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0A66A4F-EC33-371C-1E9C-73DDAC589BDE}"/>
              </a:ext>
            </a:extLst>
          </p:cNvPr>
          <p:cNvGrpSpPr/>
          <p:nvPr/>
        </p:nvGrpSpPr>
        <p:grpSpPr>
          <a:xfrm>
            <a:off x="6495430" y="1915654"/>
            <a:ext cx="513282" cy="452822"/>
            <a:chOff x="2867778" y="3533167"/>
            <a:chExt cx="513282" cy="452822"/>
          </a:xfrm>
        </p:grpSpPr>
        <p:sp>
          <p:nvSpPr>
            <p:cNvPr id="74" name="오른쪽 화살표 137">
              <a:extLst>
                <a:ext uri="{FF2B5EF4-FFF2-40B4-BE49-F238E27FC236}">
                  <a16:creationId xmlns:a16="http://schemas.microsoft.com/office/drawing/2014/main" id="{EED47616-0AD7-0026-F930-EC3FA43F9B23}"/>
                </a:ext>
              </a:extLst>
            </p:cNvPr>
            <p:cNvSpPr/>
            <p:nvPr/>
          </p:nvSpPr>
          <p:spPr>
            <a:xfrm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79AF0D6-E96E-1F0A-0D99-D439190517B2}"/>
                </a:ext>
              </a:extLst>
            </p:cNvPr>
            <p:cNvSpPr txBox="1"/>
            <p:nvPr/>
          </p:nvSpPr>
          <p:spPr>
            <a:xfrm>
              <a:off x="2867778" y="3533167"/>
              <a:ext cx="5132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4. </a:t>
              </a:r>
              <a:r>
                <a:rPr lang="ko-KR" altLang="en-US" sz="800" dirty="0">
                  <a:latin typeface="+mn-ea"/>
                  <a:ea typeface="+mn-ea"/>
                </a:rPr>
                <a:t>실행</a:t>
              </a:r>
            </a:p>
          </p:txBody>
        </p: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7441004-C64C-1FB0-F6A9-A7994E378262}"/>
              </a:ext>
            </a:extLst>
          </p:cNvPr>
          <p:cNvCxnSpPr>
            <a:stCxn id="56" idx="3"/>
            <a:endCxn id="72" idx="1"/>
          </p:cNvCxnSpPr>
          <p:nvPr/>
        </p:nvCxnSpPr>
        <p:spPr>
          <a:xfrm>
            <a:off x="6467924" y="2449053"/>
            <a:ext cx="5178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31EBBBF-30DE-61D5-EB6C-022A5C40784C}"/>
              </a:ext>
            </a:extLst>
          </p:cNvPr>
          <p:cNvGrpSpPr/>
          <p:nvPr/>
        </p:nvGrpSpPr>
        <p:grpSpPr>
          <a:xfrm>
            <a:off x="6374404" y="2500207"/>
            <a:ext cx="755335" cy="456617"/>
            <a:chOff x="2746752" y="3781425"/>
            <a:chExt cx="755335" cy="456617"/>
          </a:xfrm>
        </p:grpSpPr>
        <p:sp>
          <p:nvSpPr>
            <p:cNvPr id="78" name="오른쪽 화살표 143">
              <a:extLst>
                <a:ext uri="{FF2B5EF4-FFF2-40B4-BE49-F238E27FC236}">
                  <a16:creationId xmlns:a16="http://schemas.microsoft.com/office/drawing/2014/main" id="{448B00A3-3DBB-CAC5-549F-88B763E9DB00}"/>
                </a:ext>
              </a:extLst>
            </p:cNvPr>
            <p:cNvSpPr/>
            <p:nvPr/>
          </p:nvSpPr>
          <p:spPr>
            <a:xfrm rot="10800000">
              <a:off x="3000375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C751A09-5355-B31E-6354-E512F2203307}"/>
                </a:ext>
              </a:extLst>
            </p:cNvPr>
            <p:cNvSpPr txBox="1"/>
            <p:nvPr/>
          </p:nvSpPr>
          <p:spPr>
            <a:xfrm>
              <a:off x="2746752" y="4022598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5. </a:t>
              </a:r>
              <a:r>
                <a:rPr lang="ko-KR" altLang="en-US" sz="800" dirty="0">
                  <a:latin typeface="+mn-ea"/>
                  <a:ea typeface="+mn-ea"/>
                </a:rPr>
                <a:t>결과 리턴</a:t>
              </a: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94905D7-D5C5-8490-0572-F425795220B6}"/>
              </a:ext>
            </a:extLst>
          </p:cNvPr>
          <p:cNvGrpSpPr/>
          <p:nvPr/>
        </p:nvGrpSpPr>
        <p:grpSpPr>
          <a:xfrm>
            <a:off x="5003302" y="3271784"/>
            <a:ext cx="1723550" cy="382849"/>
            <a:chOff x="3009299" y="3781425"/>
            <a:chExt cx="1723550" cy="382849"/>
          </a:xfrm>
        </p:grpSpPr>
        <p:sp>
          <p:nvSpPr>
            <p:cNvPr id="81" name="오른쪽 화살표 146">
              <a:extLst>
                <a:ext uri="{FF2B5EF4-FFF2-40B4-BE49-F238E27FC236}">
                  <a16:creationId xmlns:a16="http://schemas.microsoft.com/office/drawing/2014/main" id="{0D463938-4E7D-7BC3-E4DD-9E8C116BF94F}"/>
                </a:ext>
              </a:extLst>
            </p:cNvPr>
            <p:cNvSpPr/>
            <p:nvPr/>
          </p:nvSpPr>
          <p:spPr>
            <a:xfrm rot="8100000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3D5A8FE-A6C7-4B22-3911-416D979C0D3C}"/>
                </a:ext>
              </a:extLst>
            </p:cNvPr>
            <p:cNvSpPr txBox="1"/>
            <p:nvPr/>
          </p:nvSpPr>
          <p:spPr>
            <a:xfrm>
              <a:off x="3009299" y="3825720"/>
              <a:ext cx="17235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6. </a:t>
              </a:r>
              <a:r>
                <a:rPr lang="ko-KR" altLang="en-US" sz="800" dirty="0">
                  <a:latin typeface="+mn-ea"/>
                  <a:ea typeface="+mn-ea"/>
                </a:rPr>
                <a:t>컨트롤러 실행결과를</a:t>
              </a:r>
              <a:endParaRPr lang="en-US" altLang="ko-KR" sz="800" dirty="0">
                <a:latin typeface="+mn-ea"/>
                <a:ea typeface="+mn-ea"/>
              </a:endParaRPr>
            </a:p>
            <a:p>
              <a:r>
                <a:rPr lang="en-US" altLang="ko-KR" sz="800" dirty="0" err="1">
                  <a:latin typeface="+mn-ea"/>
                  <a:ea typeface="+mn-ea"/>
                </a:rPr>
                <a:t>ModelAndView</a:t>
              </a:r>
              <a:r>
                <a:rPr lang="ko-KR" altLang="en-US" sz="800" dirty="0">
                  <a:latin typeface="+mn-ea"/>
                  <a:ea typeface="+mn-ea"/>
                </a:rPr>
                <a:t>로 변환해서 리턴</a:t>
              </a: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8FBDBCB9-8996-6686-1670-553367DB41C0}"/>
              </a:ext>
            </a:extLst>
          </p:cNvPr>
          <p:cNvGrpSpPr/>
          <p:nvPr/>
        </p:nvGrpSpPr>
        <p:grpSpPr>
          <a:xfrm>
            <a:off x="5050251" y="4431625"/>
            <a:ext cx="1554916" cy="338554"/>
            <a:chOff x="3018574" y="3690099"/>
            <a:chExt cx="1554916" cy="338554"/>
          </a:xfrm>
        </p:grpSpPr>
        <p:sp>
          <p:nvSpPr>
            <p:cNvPr id="84" name="오른쪽 화살표 149">
              <a:extLst>
                <a:ext uri="{FF2B5EF4-FFF2-40B4-BE49-F238E27FC236}">
                  <a16:creationId xmlns:a16="http://schemas.microsoft.com/office/drawing/2014/main" id="{8F4907C4-91DB-AA96-52D6-4384D132E226}"/>
                </a:ext>
              </a:extLst>
            </p:cNvPr>
            <p:cNvSpPr/>
            <p:nvPr/>
          </p:nvSpPr>
          <p:spPr>
            <a:xfrm rot="2668888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62BABED-13CE-1868-15E9-92FEF579248D}"/>
                </a:ext>
              </a:extLst>
            </p:cNvPr>
            <p:cNvSpPr txBox="1"/>
            <p:nvPr/>
          </p:nvSpPr>
          <p:spPr>
            <a:xfrm>
              <a:off x="3202602" y="3690099"/>
              <a:ext cx="13708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7. </a:t>
              </a:r>
              <a:r>
                <a:rPr lang="ko-KR" altLang="en-US" sz="800" dirty="0">
                  <a:latin typeface="+mn-ea"/>
                  <a:ea typeface="+mn-ea"/>
                </a:rPr>
                <a:t>컨트롤러의 실행결과를</a:t>
              </a:r>
              <a:endParaRPr lang="en-US" altLang="ko-KR" sz="800" dirty="0"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보여줄 </a:t>
              </a:r>
              <a:r>
                <a:rPr lang="en-US" altLang="ko-KR" sz="800" dirty="0">
                  <a:latin typeface="+mn-ea"/>
                  <a:ea typeface="+mn-ea"/>
                </a:rPr>
                <a:t>View </a:t>
              </a:r>
              <a:r>
                <a:rPr lang="ko-KR" altLang="en-US" sz="800" dirty="0">
                  <a:latin typeface="+mn-ea"/>
                  <a:ea typeface="+mn-ea"/>
                </a:rPr>
                <a:t>검색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279637B-F5FF-4544-194C-D88308FB0115}"/>
              </a:ext>
            </a:extLst>
          </p:cNvPr>
          <p:cNvGrpSpPr/>
          <p:nvPr/>
        </p:nvGrpSpPr>
        <p:grpSpPr>
          <a:xfrm>
            <a:off x="1443515" y="4677307"/>
            <a:ext cx="1179862" cy="234429"/>
            <a:chOff x="2086797" y="3751560"/>
            <a:chExt cx="1179862" cy="234429"/>
          </a:xfrm>
        </p:grpSpPr>
        <p:sp>
          <p:nvSpPr>
            <p:cNvPr id="87" name="오른쪽 화살표 152">
              <a:extLst>
                <a:ext uri="{FF2B5EF4-FFF2-40B4-BE49-F238E27FC236}">
                  <a16:creationId xmlns:a16="http://schemas.microsoft.com/office/drawing/2014/main" id="{C9F452CD-332D-BFF9-94DC-BEC197104811}"/>
                </a:ext>
              </a:extLst>
            </p:cNvPr>
            <p:cNvSpPr/>
            <p:nvPr/>
          </p:nvSpPr>
          <p:spPr>
            <a:xfrm rot="8100000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62D143F-254B-6826-5A25-6401AF0FED44}"/>
                </a:ext>
              </a:extLst>
            </p:cNvPr>
            <p:cNvSpPr txBox="1"/>
            <p:nvPr/>
          </p:nvSpPr>
          <p:spPr>
            <a:xfrm>
              <a:off x="2086797" y="3751560"/>
              <a:ext cx="99738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8. </a:t>
              </a:r>
              <a:r>
                <a:rPr lang="ko-KR" altLang="en-US" sz="800" dirty="0">
                  <a:latin typeface="+mn-ea"/>
                  <a:ea typeface="+mn-ea"/>
                </a:rPr>
                <a:t>응답 생성 요청</a:t>
              </a:r>
            </a:p>
          </p:txBody>
        </p:sp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049F146-4B51-F956-7472-EB823C831B85}"/>
              </a:ext>
            </a:extLst>
          </p:cNvPr>
          <p:cNvSpPr/>
          <p:nvPr/>
        </p:nvSpPr>
        <p:spPr>
          <a:xfrm>
            <a:off x="1284591" y="6281055"/>
            <a:ext cx="1791567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JSP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2BA46A28-1F89-09AC-0397-CE34E70B7CCB}"/>
              </a:ext>
            </a:extLst>
          </p:cNvPr>
          <p:cNvCxnSpPr>
            <a:stCxn id="54" idx="2"/>
            <a:endCxn id="89" idx="0"/>
          </p:cNvCxnSpPr>
          <p:nvPr/>
        </p:nvCxnSpPr>
        <p:spPr>
          <a:xfrm flipH="1">
            <a:off x="2180375" y="5916153"/>
            <a:ext cx="867" cy="3649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5A02DA2-7911-B8D2-2278-7B2969542BB7}"/>
              </a:ext>
            </a:extLst>
          </p:cNvPr>
          <p:cNvGrpSpPr/>
          <p:nvPr/>
        </p:nvGrpSpPr>
        <p:grpSpPr>
          <a:xfrm>
            <a:off x="1197369" y="5974449"/>
            <a:ext cx="917703" cy="256189"/>
            <a:chOff x="2327196" y="3751560"/>
            <a:chExt cx="917703" cy="256189"/>
          </a:xfrm>
        </p:grpSpPr>
        <p:sp>
          <p:nvSpPr>
            <p:cNvPr id="92" name="오른쪽 화살표 159">
              <a:extLst>
                <a:ext uri="{FF2B5EF4-FFF2-40B4-BE49-F238E27FC236}">
                  <a16:creationId xmlns:a16="http://schemas.microsoft.com/office/drawing/2014/main" id="{676D27CD-6134-DD02-A7E5-07D5D2EAB36F}"/>
                </a:ext>
              </a:extLst>
            </p:cNvPr>
            <p:cNvSpPr/>
            <p:nvPr/>
          </p:nvSpPr>
          <p:spPr>
            <a:xfrm rot="5400000">
              <a:off x="3018574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C5789BA-9E14-908A-143B-61DB331E0402}"/>
                </a:ext>
              </a:extLst>
            </p:cNvPr>
            <p:cNvSpPr txBox="1"/>
            <p:nvPr/>
          </p:nvSpPr>
          <p:spPr>
            <a:xfrm>
              <a:off x="2327196" y="3751560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9.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생성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F9B05FB-BA6B-28F3-1DE8-4F381461037F}"/>
              </a:ext>
            </a:extLst>
          </p:cNvPr>
          <p:cNvGrpSpPr/>
          <p:nvPr/>
        </p:nvGrpSpPr>
        <p:grpSpPr>
          <a:xfrm>
            <a:off x="2294771" y="5974449"/>
            <a:ext cx="1320344" cy="256189"/>
            <a:chOff x="2334123" y="3751560"/>
            <a:chExt cx="1320344" cy="256189"/>
          </a:xfrm>
        </p:grpSpPr>
        <p:sp>
          <p:nvSpPr>
            <p:cNvPr id="95" name="오른쪽 화살표 159">
              <a:extLst>
                <a:ext uri="{FF2B5EF4-FFF2-40B4-BE49-F238E27FC236}">
                  <a16:creationId xmlns:a16="http://schemas.microsoft.com/office/drawing/2014/main" id="{3342682D-32B5-499E-7DEB-0409E7EB6692}"/>
                </a:ext>
              </a:extLst>
            </p:cNvPr>
            <p:cNvSpPr/>
            <p:nvPr/>
          </p:nvSpPr>
          <p:spPr>
            <a:xfrm rot="16200000">
              <a:off x="2312362" y="3781425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AE8E894-51BA-7DC5-1B6A-FBBCD92652CD}"/>
                </a:ext>
              </a:extLst>
            </p:cNvPr>
            <p:cNvSpPr txBox="1"/>
            <p:nvPr/>
          </p:nvSpPr>
          <p:spPr>
            <a:xfrm>
              <a:off x="2498381" y="3751560"/>
              <a:ext cx="11560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9.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반환 </a:t>
              </a:r>
              <a:r>
                <a:rPr lang="en-US" altLang="ko-KR" sz="800" dirty="0">
                  <a:latin typeface="+mn-ea"/>
                  <a:ea typeface="+mn-ea"/>
                </a:rPr>
                <a:t>(HTML)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134F6EE-4B9A-2A1A-5854-0BC827B4BE2D}"/>
              </a:ext>
            </a:extLst>
          </p:cNvPr>
          <p:cNvGrpSpPr/>
          <p:nvPr/>
        </p:nvGrpSpPr>
        <p:grpSpPr>
          <a:xfrm rot="19260000">
            <a:off x="2728124" y="4653702"/>
            <a:ext cx="1215397" cy="644923"/>
            <a:chOff x="2483293" y="3558633"/>
            <a:chExt cx="1215397" cy="644923"/>
          </a:xfrm>
        </p:grpSpPr>
        <p:sp>
          <p:nvSpPr>
            <p:cNvPr id="98" name="오른쪽 화살표 159">
              <a:extLst>
                <a:ext uri="{FF2B5EF4-FFF2-40B4-BE49-F238E27FC236}">
                  <a16:creationId xmlns:a16="http://schemas.microsoft.com/office/drawing/2014/main" id="{95FA2375-B168-2298-384B-BB0F64361CE2}"/>
                </a:ext>
              </a:extLst>
            </p:cNvPr>
            <p:cNvSpPr/>
            <p:nvPr/>
          </p:nvSpPr>
          <p:spPr>
            <a:xfrm rot="21240000">
              <a:off x="2783523" y="3558633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433F265-F1E6-BC35-C62C-1A97AA903740}"/>
                </a:ext>
              </a:extLst>
            </p:cNvPr>
            <p:cNvSpPr txBox="1"/>
            <p:nvPr/>
          </p:nvSpPr>
          <p:spPr>
            <a:xfrm rot="2340000">
              <a:off x="2483293" y="3988112"/>
              <a:ext cx="121539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10.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반환 </a:t>
              </a:r>
              <a:r>
                <a:rPr lang="en-US" altLang="ko-KR" sz="800" dirty="0">
                  <a:latin typeface="+mn-ea"/>
                  <a:ea typeface="+mn-ea"/>
                </a:rPr>
                <a:t>(HTML)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FE135AD-6641-1971-046D-B7A97F2FBE72}"/>
              </a:ext>
            </a:extLst>
          </p:cNvPr>
          <p:cNvGrpSpPr/>
          <p:nvPr/>
        </p:nvGrpSpPr>
        <p:grpSpPr>
          <a:xfrm>
            <a:off x="1798636" y="4072842"/>
            <a:ext cx="1215397" cy="408371"/>
            <a:chOff x="2371488" y="3558633"/>
            <a:chExt cx="1215397" cy="408371"/>
          </a:xfrm>
        </p:grpSpPr>
        <p:sp>
          <p:nvSpPr>
            <p:cNvPr id="101" name="오른쪽 화살표 159">
              <a:extLst>
                <a:ext uri="{FF2B5EF4-FFF2-40B4-BE49-F238E27FC236}">
                  <a16:creationId xmlns:a16="http://schemas.microsoft.com/office/drawing/2014/main" id="{78D70296-D3CB-70C6-69F4-948164CDA8D3}"/>
                </a:ext>
              </a:extLst>
            </p:cNvPr>
            <p:cNvSpPr/>
            <p:nvPr/>
          </p:nvSpPr>
          <p:spPr>
            <a:xfrm rot="10800000">
              <a:off x="2783523" y="3558633"/>
              <a:ext cx="248085" cy="204564"/>
            </a:xfrm>
            <a:prstGeom prst="rightArrow">
              <a:avLst>
                <a:gd name="adj1" fmla="val 25000"/>
                <a:gd name="adj2" fmla="val 6160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CA9C4AB-9457-6F28-948A-6BBD8263134F}"/>
                </a:ext>
              </a:extLst>
            </p:cNvPr>
            <p:cNvSpPr txBox="1"/>
            <p:nvPr/>
          </p:nvSpPr>
          <p:spPr>
            <a:xfrm>
              <a:off x="2371488" y="3751560"/>
              <a:ext cx="121539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11. </a:t>
              </a:r>
              <a:r>
                <a:rPr lang="ko-KR" altLang="en-US" sz="800" dirty="0">
                  <a:latin typeface="+mn-ea"/>
                  <a:ea typeface="+mn-ea"/>
                </a:rPr>
                <a:t>응답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반환 </a:t>
              </a:r>
              <a:r>
                <a:rPr lang="en-US" altLang="ko-KR" sz="800" dirty="0">
                  <a:latin typeface="+mn-ea"/>
                  <a:ea typeface="+mn-ea"/>
                </a:rPr>
                <a:t>(HTML)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A0856C0-252A-2AA5-03A2-8E9C29A7E9E3}"/>
              </a:ext>
            </a:extLst>
          </p:cNvPr>
          <p:cNvSpPr/>
          <p:nvPr/>
        </p:nvSpPr>
        <p:spPr>
          <a:xfrm>
            <a:off x="6985781" y="3800653"/>
            <a:ext cx="1791567" cy="533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&lt;&lt;Spring Bean&gt;&gt;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Interceptor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3384B3C6-DD85-841A-3AB8-AD365B6B624C}"/>
              </a:ext>
            </a:extLst>
          </p:cNvPr>
          <p:cNvCxnSpPr>
            <a:cxnSpLocks/>
            <a:stCxn id="103" idx="3"/>
            <a:endCxn id="75" idx="0"/>
          </p:cNvCxnSpPr>
          <p:nvPr/>
        </p:nvCxnSpPr>
        <p:spPr>
          <a:xfrm flipH="1" flipV="1">
            <a:off x="6752071" y="1915654"/>
            <a:ext cx="2025277" cy="2151699"/>
          </a:xfrm>
          <a:prstGeom prst="bentConnector4">
            <a:avLst>
              <a:gd name="adj1" fmla="val -11287"/>
              <a:gd name="adj2" fmla="val 110624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BA73B177-0E37-5DF9-7C8D-41A3CC13F999}"/>
              </a:ext>
            </a:extLst>
          </p:cNvPr>
          <p:cNvCxnSpPr>
            <a:cxnSpLocks/>
            <a:stCxn id="103" idx="0"/>
            <a:endCxn id="79" idx="2"/>
          </p:cNvCxnSpPr>
          <p:nvPr/>
        </p:nvCxnSpPr>
        <p:spPr>
          <a:xfrm rot="16200000" flipV="1">
            <a:off x="6894905" y="2813992"/>
            <a:ext cx="843829" cy="112949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848FFB40-2337-5F3A-7210-FD99CA754E9B}"/>
              </a:ext>
            </a:extLst>
          </p:cNvPr>
          <p:cNvCxnSpPr>
            <a:cxnSpLocks/>
            <a:stCxn id="103" idx="2"/>
            <a:endCxn id="96" idx="3"/>
          </p:cNvCxnSpPr>
          <p:nvPr/>
        </p:nvCxnSpPr>
        <p:spPr>
          <a:xfrm rot="5400000">
            <a:off x="4874281" y="3074887"/>
            <a:ext cx="1748118" cy="4266450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88ACCAA9-D6CB-3C6A-EE0C-DFCF8B8F661F}"/>
              </a:ext>
            </a:extLst>
          </p:cNvPr>
          <p:cNvSpPr txBox="1"/>
          <p:nvPr/>
        </p:nvSpPr>
        <p:spPr>
          <a:xfrm>
            <a:off x="7156680" y="1739629"/>
            <a:ext cx="1606530" cy="2154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Controller </a:t>
            </a:r>
            <a:r>
              <a:rPr lang="ko-KR" altLang="en-US" sz="800" dirty="0">
                <a:latin typeface="+mn-ea"/>
                <a:ea typeface="+mn-ea"/>
              </a:rPr>
              <a:t>실행 전에 가로채기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C79069B-2D44-E538-8E23-3B42EAAC342E}"/>
              </a:ext>
            </a:extLst>
          </p:cNvPr>
          <p:cNvSpPr txBox="1"/>
          <p:nvPr/>
        </p:nvSpPr>
        <p:spPr>
          <a:xfrm>
            <a:off x="6797791" y="3115645"/>
            <a:ext cx="1606530" cy="2154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Controller </a:t>
            </a:r>
            <a:r>
              <a:rPr lang="ko-KR" altLang="en-US" sz="800" dirty="0">
                <a:latin typeface="+mn-ea"/>
                <a:ea typeface="+mn-ea"/>
              </a:rPr>
              <a:t>실행 후에 가로채기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F9596A3-00F1-58D1-D6C5-EB437B25E99C}"/>
              </a:ext>
            </a:extLst>
          </p:cNvPr>
          <p:cNvSpPr txBox="1"/>
          <p:nvPr/>
        </p:nvSpPr>
        <p:spPr>
          <a:xfrm>
            <a:off x="3831347" y="6132723"/>
            <a:ext cx="1218603" cy="2154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  <a:ea typeface="+mn-ea"/>
              </a:rPr>
              <a:t>응답 생성 후 가로채기</a:t>
            </a:r>
            <a:endParaRPr lang="ko-KR" altLang="en-US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2969711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BoardController.java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작성했던 전통적인 세션 체크 방식은 삭제한다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63615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viewBoardWritePage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"redirect:/member/login"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boardwrite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6302932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Interceptor</a:t>
            </a:r>
            <a:r>
              <a:rPr lang="ko-KR" altLang="en-US" dirty="0"/>
              <a:t>로 세션체크 하기</a:t>
            </a:r>
            <a:endParaRPr lang="en-US" altLang="ko-KR" dirty="0"/>
          </a:p>
          <a:p>
            <a:pPr lvl="1"/>
            <a:r>
              <a:rPr lang="en-US" altLang="ko-KR" dirty="0" err="1"/>
              <a:t>com.example.demo.beans</a:t>
            </a:r>
            <a:r>
              <a:rPr lang="en-US" altLang="ko-KR" dirty="0"/>
              <a:t> </a:t>
            </a:r>
            <a:r>
              <a:rPr lang="ko-KR" altLang="en-US" dirty="0"/>
              <a:t>패키지에 </a:t>
            </a:r>
            <a:r>
              <a:rPr lang="en-US" altLang="ko-KR" dirty="0"/>
              <a:t>CheckSessionInterceptor.java </a:t>
            </a:r>
            <a:r>
              <a:rPr lang="ko-KR" altLang="en-US" dirty="0"/>
              <a:t>파일 생성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AAE74C-A735-C667-98C6-B42DEEB05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6" y="1981200"/>
            <a:ext cx="3733800" cy="30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02203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Interceptor </a:t>
            </a:r>
            <a:r>
              <a:rPr lang="ko-KR" altLang="en-US" dirty="0"/>
              <a:t>작성</a:t>
            </a:r>
            <a:r>
              <a:rPr lang="en-US" altLang="ko-KR" dirty="0"/>
              <a:t>. 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63615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CheckSessionInterceptor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Controller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 전에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Interceptor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개입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브라우저가 서버에게 요청한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서버가 브라우저에게 응답할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controller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실행을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계속할것인지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여부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(false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일 경우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컨트롤러 실행을 하지 않고 즉시 응답해버린다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preHandle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4150017198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Interceptor </a:t>
            </a:r>
            <a:r>
              <a:rPr lang="ko-KR" altLang="en-US" dirty="0"/>
              <a:t>작성</a:t>
            </a:r>
            <a:r>
              <a:rPr lang="en-US" altLang="ko-KR" dirty="0"/>
              <a:t>. 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63615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super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preHandle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Controller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실행 된 후에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Interceptor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개입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브라우저가 서버에게 요청한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서버가 브라우저에게 응답할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Controller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반환한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객체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반환해도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 변환된다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postHandle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              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super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postHandle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요청과 응답처리가 모두 완료된 후에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Interceptor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개입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브라우저가 서버에게 요청한 정보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7411601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Interceptor </a:t>
            </a:r>
            <a:r>
              <a:rPr lang="ko-KR" altLang="en-US" dirty="0"/>
              <a:t>작성</a:t>
            </a:r>
            <a:r>
              <a:rPr lang="en-US" altLang="ko-KR" dirty="0"/>
              <a:t>. 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63615"/>
            <a:ext cx="85313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서버가 브라우저에게 응답할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 중 발생한 예외 객체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       예외가 발생하지 않았다면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afterCompletion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super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afterCompletion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   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360583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세션이 없는 경우</a:t>
            </a:r>
            <a:endParaRPr lang="en-US" altLang="ko-KR" dirty="0"/>
          </a:p>
          <a:p>
            <a:pPr lvl="1"/>
            <a:r>
              <a:rPr lang="en-US" altLang="ko-KR" dirty="0"/>
              <a:t>1. Controller </a:t>
            </a:r>
            <a:r>
              <a:rPr lang="ko-KR" altLang="en-US" dirty="0"/>
              <a:t>가 실행되지 않아야 하고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로그인 페이지로 전달되어야 하며</a:t>
            </a:r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로그인이 완료되면 원래 </a:t>
            </a:r>
            <a:r>
              <a:rPr lang="ko-KR" altLang="en-US" dirty="0" err="1"/>
              <a:t>가려했던</a:t>
            </a:r>
            <a:r>
              <a:rPr lang="ko-KR" altLang="en-US" dirty="0"/>
              <a:t> </a:t>
            </a:r>
            <a:r>
              <a:rPr lang="en-US" altLang="ko-KR" dirty="0"/>
              <a:t>URL</a:t>
            </a:r>
            <a:r>
              <a:rPr lang="ko-KR" altLang="en-US" dirty="0"/>
              <a:t>로 이동해야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세션 체크의 경우 </a:t>
            </a:r>
            <a:r>
              <a:rPr lang="en-US" altLang="ko-KR" dirty="0" err="1"/>
              <a:t>preHandle</a:t>
            </a:r>
            <a:r>
              <a:rPr lang="ko-KR" altLang="en-US" dirty="0"/>
              <a:t>만 사용해도 충분하다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postHandle</a:t>
            </a:r>
            <a:r>
              <a:rPr lang="en-US" altLang="ko-KR" dirty="0"/>
              <a:t>, </a:t>
            </a:r>
            <a:r>
              <a:rPr lang="en-US" altLang="ko-KR" dirty="0" err="1"/>
              <a:t>afterCompletion</a:t>
            </a:r>
            <a:r>
              <a:rPr lang="ko-KR" altLang="en-US" dirty="0"/>
              <a:t>은 삭제한다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9826344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postHandle</a:t>
            </a:r>
            <a:r>
              <a:rPr lang="en-US" altLang="ko-KR" dirty="0"/>
              <a:t>, </a:t>
            </a:r>
            <a:r>
              <a:rPr lang="en-US" altLang="ko-KR" dirty="0" err="1"/>
              <a:t>afterCompletion</a:t>
            </a:r>
            <a:r>
              <a:rPr lang="ko-KR" altLang="en-US" dirty="0"/>
              <a:t> 삭제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379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002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CheckSessionInterceptor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Controller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 전에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Interceptor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개입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브라우저가 서버에게 요청한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서버가 브라우저에게 응답할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controller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실행을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계속할것인지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여부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(false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일 경우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컨트롤러 실행을 하지 않고 즉시 응답해버린다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preHandle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super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preHandle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3501892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세션 체크하기 </a:t>
            </a:r>
            <a:r>
              <a:rPr lang="en-US" altLang="ko-KR" dirty="0"/>
              <a:t>( 1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002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Enumeration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RequestDispatcher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CheckSessionInterceptor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Controller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 전에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Interceptor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개입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브라우저가 서버에게 요청한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서버가 브라우저에게 응답할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controller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실행을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계속할것인지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여부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(false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일 경우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컨트롤러 실행을 하지 않고 즉시 응답해버린다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.)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732462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세션 체크하기 </a:t>
            </a:r>
            <a:r>
              <a:rPr lang="en-US" altLang="ko-KR" dirty="0"/>
              <a:t>( 2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002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preHandle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요청 객체에서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얻어온다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원래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request.getSession()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으로 얻어와야 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세션이 없는 경우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toLowerCase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Get Http Method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일 때만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next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값을 보내준다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Post Http Method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일 때는 무시한다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"get"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원래가려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했던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URL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정보 가져오기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requestURI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getRequestURI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getQueryStrings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로그인 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URL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login.jsp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모델로 보내준다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requestURI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1412623969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세션 체크하기 </a:t>
            </a:r>
            <a:r>
              <a:rPr lang="en-US" altLang="ko-KR" dirty="0"/>
              <a:t>( 3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002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로그인 화면을 보여주기 위한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RequestDispatcher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객체를 만든다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RequestDispatcher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getRequestDispatcher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"/WEB-INF/views/member/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memberlogin.jsp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로그인 화면으로 이동시킨다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URL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은 바뀌지 않는다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forward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컨트롤러 실행을 하지 않는다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컨트롤러 실행을 계속한다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getQueryStrings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HttpServletRequest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Enumeration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getParameterNames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while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parameterNames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hasMoreElements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parameterNames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nextElement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252953177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세션 체크하기 </a:t>
            </a:r>
            <a:r>
              <a:rPr lang="en-US" altLang="ko-KR" dirty="0"/>
              <a:t>( 4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600200"/>
            <a:ext cx="853135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"?"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"&amp;"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"="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                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getParameter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queryString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052021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인터셉터를</a:t>
            </a:r>
            <a:r>
              <a:rPr lang="ko-KR" altLang="en-US" dirty="0"/>
              <a:t> </a:t>
            </a:r>
            <a:r>
              <a:rPr lang="en-US" altLang="ko-KR" dirty="0"/>
              <a:t>Spring </a:t>
            </a:r>
            <a:r>
              <a:rPr lang="ko-KR" altLang="en-US" dirty="0"/>
              <a:t>애플리케이션에 추가하기 </a:t>
            </a:r>
            <a:r>
              <a:rPr lang="en-US" altLang="ko-KR" dirty="0"/>
              <a:t>( 1 / 2 )</a:t>
            </a:r>
          </a:p>
          <a:p>
            <a:pPr lvl="1"/>
            <a:r>
              <a:rPr lang="en-US" altLang="ko-KR" dirty="0"/>
              <a:t>WebConfig.java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ArrayList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Configurable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context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Configuration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EnableWebMvc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InterceptorRegistry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 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WebMvcConfigurer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Configuration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Configurable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EnableWebMvc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WebMvcConfigurer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인터셉터를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등록한다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5421642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인터셉터를</a:t>
            </a:r>
            <a:r>
              <a:rPr lang="ko-KR" altLang="en-US" dirty="0"/>
              <a:t> </a:t>
            </a:r>
            <a:r>
              <a:rPr lang="en-US" altLang="ko-KR" dirty="0"/>
              <a:t>Spring </a:t>
            </a:r>
            <a:r>
              <a:rPr lang="ko-KR" altLang="en-US" dirty="0"/>
              <a:t>애플리케이션에 추가하기 </a:t>
            </a:r>
            <a:r>
              <a:rPr lang="en-US" altLang="ko-KR" dirty="0"/>
              <a:t>( 2 / 2 )</a:t>
            </a:r>
          </a:p>
          <a:p>
            <a:pPr lvl="1"/>
            <a:r>
              <a:rPr lang="en-US" altLang="ko-KR" dirty="0"/>
              <a:t>WebConfig.java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9050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addInterceptors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InterceptorRegistry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세션 체크를 하지 않을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URL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패턴 정의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excludePatterns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ArrayList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&lt;&gt;();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excludePatterns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excludePatterns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excludePatterns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excludePatterns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excludePatterns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"/error/**"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인터셉터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등록하기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CheckSessionInterceptor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addPathPatterns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"/**"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excludePathPatterns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excludePatterns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2474900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memberlogin.jsp</a:t>
            </a:r>
            <a:r>
              <a:rPr lang="ko-KR" altLang="en-US" dirty="0"/>
              <a:t>에 </a:t>
            </a:r>
            <a:r>
              <a:rPr lang="en-US" altLang="ko-KR" dirty="0"/>
              <a:t>next </a:t>
            </a:r>
            <a:r>
              <a:rPr lang="ko-KR" altLang="en-US" dirty="0"/>
              <a:t>값 추가</a:t>
            </a:r>
            <a:endParaRPr lang="en-US" altLang="ko-KR" dirty="0"/>
          </a:p>
          <a:p>
            <a:pPr lvl="1"/>
            <a:r>
              <a:rPr lang="ko-KR" altLang="en-US" dirty="0"/>
              <a:t>로그인 페이지는 항상 </a:t>
            </a:r>
            <a:r>
              <a:rPr lang="en-US" altLang="ko-KR" dirty="0"/>
              <a:t>/member/login </a:t>
            </a:r>
            <a:r>
              <a:rPr lang="ko-KR" altLang="en-US" dirty="0"/>
              <a:t>으로 전송하도록 </a:t>
            </a:r>
            <a:r>
              <a:rPr lang="en-US" altLang="ko-KR" dirty="0"/>
              <a:t>action</a:t>
            </a:r>
            <a:r>
              <a:rPr lang="ko-KR" altLang="en-US" dirty="0"/>
              <a:t>을 추가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실제 </a:t>
            </a:r>
            <a:r>
              <a:rPr lang="en-US" altLang="ko-KR" dirty="0"/>
              <a:t>URL</a:t>
            </a:r>
            <a:r>
              <a:rPr lang="ko-KR" altLang="en-US" dirty="0"/>
              <a:t>과 로그인 </a:t>
            </a:r>
            <a:r>
              <a:rPr lang="en-US" altLang="ko-KR" dirty="0"/>
              <a:t>URL</a:t>
            </a:r>
            <a:r>
              <a:rPr lang="ko-KR" altLang="en-US" dirty="0"/>
              <a:t>이 달라서 문제가 발생할 여지를 제거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2262070"/>
            <a:ext cx="8531352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"hidden"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"next"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"${next}"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0031050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후 </a:t>
            </a:r>
            <a:r>
              <a:rPr lang="en-US" altLang="ko-KR" dirty="0"/>
              <a:t>next</a:t>
            </a:r>
            <a:r>
              <a:rPr lang="ko-KR" altLang="en-US" dirty="0"/>
              <a:t> 로 전달된 </a:t>
            </a:r>
            <a:r>
              <a:rPr lang="en-US" altLang="ko-KR" dirty="0"/>
              <a:t>URL</a:t>
            </a:r>
            <a:r>
              <a:rPr lang="ko-KR" altLang="en-US" dirty="0"/>
              <a:t>로 이동시키기</a:t>
            </a:r>
            <a:endParaRPr lang="en-US" altLang="ko-KR" dirty="0"/>
          </a:p>
          <a:p>
            <a:pPr lvl="1"/>
            <a:r>
              <a:rPr lang="en-US" altLang="ko-KR" dirty="0"/>
              <a:t>MemberController.java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FF5FB-FC4B-6A1F-CD43-B154AD134F69}"/>
              </a:ext>
            </a:extLst>
          </p:cNvPr>
          <p:cNvSpPr txBox="1"/>
          <p:nvPr/>
        </p:nvSpPr>
        <p:spPr>
          <a:xfrm>
            <a:off x="457200" y="1990793"/>
            <a:ext cx="853135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doLogin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Validated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MemberLoginGroup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(required=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defaultValue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next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HttpSession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"redirect:"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4563958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브라우저로 확인해보기</a:t>
            </a:r>
            <a:endParaRPr lang="en-US" altLang="ko-KR" dirty="0"/>
          </a:p>
          <a:p>
            <a:pPr lvl="1"/>
            <a:r>
              <a:rPr lang="en-US" altLang="ko-KR" dirty="0"/>
              <a:t>http://localhost:8080/board/view?id=7</a:t>
            </a:r>
          </a:p>
          <a:p>
            <a:pPr lvl="1"/>
            <a:r>
              <a:rPr lang="ko-KR" altLang="en-US" dirty="0"/>
              <a:t>세션이 없으면 로그인 페이지로 이동이 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0203DE-DCFA-E7F2-151B-11B2398C8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91580"/>
            <a:ext cx="6106377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89631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브라우저로 확인해보기</a:t>
            </a:r>
            <a:endParaRPr lang="en-US" altLang="ko-KR" dirty="0"/>
          </a:p>
          <a:p>
            <a:pPr lvl="1"/>
            <a:r>
              <a:rPr lang="en-US" altLang="ko-KR" dirty="0"/>
              <a:t>http://localhost:8080/board/list</a:t>
            </a:r>
          </a:p>
          <a:p>
            <a:pPr lvl="1"/>
            <a:r>
              <a:rPr lang="en-US" altLang="ko-KR" dirty="0"/>
              <a:t>board/</a:t>
            </a:r>
            <a:r>
              <a:rPr lang="en-US" altLang="ko-KR" dirty="0" err="1"/>
              <a:t>boardlist</a:t>
            </a:r>
            <a:r>
              <a:rPr lang="en-US" altLang="ko-KR" dirty="0"/>
              <a:t> </a:t>
            </a:r>
            <a:r>
              <a:rPr lang="ko-KR" altLang="en-US" dirty="0"/>
              <a:t>페이지를 </a:t>
            </a:r>
            <a:r>
              <a:rPr lang="en-US" altLang="ko-KR" dirty="0" err="1"/>
              <a:t>DispatcherServlet</a:t>
            </a:r>
            <a:r>
              <a:rPr lang="ko-KR" altLang="en-US" dirty="0"/>
              <a:t>에서 찾을 수 </a:t>
            </a:r>
            <a:r>
              <a:rPr lang="ko-KR" altLang="en-US" dirty="0" err="1"/>
              <a:t>없다라는</a:t>
            </a:r>
            <a:r>
              <a:rPr lang="ko-KR" altLang="en-US" dirty="0"/>
              <a:t> 에러 발생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389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47C262-3CC2-8255-BA7D-AEAB68A46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09800"/>
            <a:ext cx="4424789" cy="385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71290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board/</a:t>
            </a:r>
            <a:r>
              <a:rPr lang="en-US" altLang="ko-KR" dirty="0" err="1"/>
              <a:t>boardlist</a:t>
            </a:r>
            <a:r>
              <a:rPr lang="en-US" altLang="ko-KR" dirty="0"/>
              <a:t> </a:t>
            </a:r>
            <a:r>
              <a:rPr lang="ko-KR" altLang="en-US" dirty="0"/>
              <a:t>페이지를 </a:t>
            </a:r>
            <a:r>
              <a:rPr lang="en-US" altLang="ko-KR" dirty="0" err="1"/>
              <a:t>DispatcherServlet</a:t>
            </a:r>
            <a:r>
              <a:rPr lang="ko-KR" altLang="en-US" dirty="0"/>
              <a:t>에서 찾을 수 </a:t>
            </a:r>
            <a:r>
              <a:rPr lang="ko-KR" altLang="en-US" dirty="0" err="1"/>
              <a:t>없다라는</a:t>
            </a:r>
            <a:r>
              <a:rPr lang="ko-KR" altLang="en-US" dirty="0"/>
              <a:t> 에러 발생원인</a:t>
            </a:r>
            <a:endParaRPr lang="en-US" altLang="ko-KR" dirty="0"/>
          </a:p>
          <a:p>
            <a:pPr lvl="1"/>
            <a:r>
              <a:rPr lang="en-US" altLang="ko-KR" dirty="0"/>
              <a:t>WebConfig.java</a:t>
            </a:r>
            <a:r>
              <a:rPr lang="ko-KR" altLang="en-US" dirty="0"/>
              <a:t>에 </a:t>
            </a:r>
            <a:r>
              <a:rPr lang="en-US" altLang="ko-KR" dirty="0"/>
              <a:t>@Configuration </a:t>
            </a:r>
            <a:r>
              <a:rPr lang="ko-KR" altLang="en-US" dirty="0"/>
              <a:t>를 추가하면서 생기는 에러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@Configuration</a:t>
            </a:r>
            <a:r>
              <a:rPr lang="ko-KR" altLang="en-US" dirty="0"/>
              <a:t>의 설정이 </a:t>
            </a:r>
            <a:r>
              <a:rPr lang="en-US" altLang="ko-KR" dirty="0" err="1"/>
              <a:t>appliation.properties</a:t>
            </a:r>
            <a:r>
              <a:rPr lang="en-US" altLang="ko-KR" dirty="0"/>
              <a:t> </a:t>
            </a:r>
            <a:r>
              <a:rPr lang="ko-KR" altLang="en-US" dirty="0"/>
              <a:t>의 설정보다 우선순위를 가지기 때문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JSP</a:t>
            </a:r>
            <a:r>
              <a:rPr lang="ko-KR" altLang="en-US" dirty="0"/>
              <a:t>를 찾는 설정을 옮겨 주어야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 err="1"/>
              <a:t>appliation.properties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265E3-355C-9CA4-E645-7FC2E2541AEB}"/>
              </a:ext>
            </a:extLst>
          </p:cNvPr>
          <p:cNvSpPr txBox="1"/>
          <p:nvPr/>
        </p:nvSpPr>
        <p:spPr>
          <a:xfrm>
            <a:off x="457200" y="3124200"/>
            <a:ext cx="85313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# JSP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경로 추가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mvc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prefix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=/WEB-INF/views/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mvc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suffix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15212376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WebConfig.java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265E3-355C-9CA4-E645-7FC2E2541AEB}"/>
              </a:ext>
            </a:extLst>
          </p:cNvPr>
          <p:cNvSpPr txBox="1"/>
          <p:nvPr/>
        </p:nvSpPr>
        <p:spPr>
          <a:xfrm>
            <a:off x="457200" y="16764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ResourceHandlerRegistry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ViewResolverRegistry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WebConfig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WebMvcConfigurer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configureViewResolvers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ViewResolverRegistry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"/WEB-INF/views/"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jsp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Static Resources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설정도 함께 해주어야 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addResourceHandlers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ResourceHandlerRegistry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registry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addResourceHandler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addResourceLocations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classpath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:/static/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9905260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브라우저로 확인해보기</a:t>
            </a:r>
            <a:endParaRPr lang="en-US" altLang="ko-KR" dirty="0"/>
          </a:p>
          <a:p>
            <a:pPr lvl="1"/>
            <a:r>
              <a:rPr lang="en-US" altLang="ko-KR" dirty="0"/>
              <a:t>http://localhost:8080/board/list</a:t>
            </a:r>
          </a:p>
          <a:p>
            <a:pPr lvl="1"/>
            <a:r>
              <a:rPr lang="ko-KR" altLang="en-US" dirty="0"/>
              <a:t>모든 기능이 정상 동작된다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로그인한 회원에게만 서비스 제공하기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315370-33B0-A076-034D-06DB8C817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6106377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93895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10. </a:t>
            </a:r>
            <a:r>
              <a:rPr lang="ko-KR" altLang="en-US" sz="4000" b="1" dirty="0">
                <a:latin typeface="+mj-ea"/>
              </a:rPr>
              <a:t>회원제 게시판으로 개선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로그인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ID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로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email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삽입하기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393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117491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로그인을 통해</a:t>
            </a:r>
            <a:r>
              <a:rPr lang="en-US" altLang="ko-KR" dirty="0"/>
              <a:t>, </a:t>
            </a:r>
            <a:r>
              <a:rPr lang="ko-KR" altLang="en-US" dirty="0"/>
              <a:t>작성자의 이메일을 굳이 작성하지 않아도 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265A28-35AC-E2FE-1EE7-CB73F305E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03" y="1616075"/>
            <a:ext cx="4129497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90300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 페이지에서 이메일 입력 부분 삭제</a:t>
            </a:r>
            <a:r>
              <a:rPr lang="en-US" altLang="ko-KR" dirty="0"/>
              <a:t>.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B1DB-57C0-DD05-D732-F12B2F261B33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membermenu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"../member/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membermenu.jsp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jsp:include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작성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method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"post"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"multipart/form-data"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947309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 페이지에서 이메일 입력 부분 삭제</a:t>
            </a:r>
            <a:r>
              <a:rPr lang="en-US" altLang="ko-KR" dirty="0"/>
              <a:t>. 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B1DB-57C0-DD05-D732-F12B2F261B33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boardVO.subject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"height: 300px;"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form:form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6321088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작성시</a:t>
            </a:r>
            <a:r>
              <a:rPr lang="en-US" altLang="ko-KR" dirty="0"/>
              <a:t>, </a:t>
            </a:r>
            <a:r>
              <a:rPr lang="ko-KR" altLang="en-US" dirty="0"/>
              <a:t>세션에서 </a:t>
            </a:r>
            <a:r>
              <a:rPr lang="en-US" altLang="ko-KR" dirty="0"/>
              <a:t>Email </a:t>
            </a:r>
            <a:r>
              <a:rPr lang="ko-KR" altLang="en-US" dirty="0"/>
              <a:t>값 받아와 적용하기</a:t>
            </a:r>
            <a:endParaRPr lang="en-US" altLang="ko-KR" dirty="0"/>
          </a:p>
          <a:p>
            <a:pPr lvl="1"/>
            <a:r>
              <a:rPr lang="en-US" altLang="ko-KR" dirty="0"/>
              <a:t>BoardController.java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B1DB-57C0-DD05-D732-F12B2F261B33}"/>
              </a:ext>
            </a:extLst>
          </p:cNvPr>
          <p:cNvSpPr txBox="1"/>
          <p:nvPr/>
        </p:nvSpPr>
        <p:spPr>
          <a:xfrm>
            <a:off x="457200" y="1893957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,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      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 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1612198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작성 시</a:t>
            </a:r>
            <a:r>
              <a:rPr lang="en-US" altLang="ko-KR" dirty="0"/>
              <a:t>, Email</a:t>
            </a:r>
            <a:r>
              <a:rPr lang="ko-KR" altLang="en-US" dirty="0"/>
              <a:t>은 </a:t>
            </a:r>
            <a:r>
              <a:rPr lang="en-US" altLang="ko-KR" dirty="0"/>
              <a:t>Validation</a:t>
            </a:r>
            <a:r>
              <a:rPr lang="ko-KR" altLang="en-US" dirty="0"/>
              <a:t>에서 제외하기</a:t>
            </a:r>
            <a:endParaRPr lang="en-US" altLang="ko-KR" dirty="0"/>
          </a:p>
          <a:p>
            <a:pPr lvl="1"/>
            <a:r>
              <a:rPr lang="en-US" altLang="ko-KR" dirty="0"/>
              <a:t>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B1DB-57C0-DD05-D732-F12B2F261B33}"/>
              </a:ext>
            </a:extLst>
          </p:cNvPr>
          <p:cNvSpPr txBox="1"/>
          <p:nvPr/>
        </p:nvSpPr>
        <p:spPr>
          <a:xfrm>
            <a:off x="457200" y="1893957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jakarta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constraints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제목을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NotEmpty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(message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내용을 입력해주세요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8673718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테스트</a:t>
            </a:r>
            <a:endParaRPr lang="en-US" altLang="ko-KR" dirty="0"/>
          </a:p>
          <a:p>
            <a:pPr lvl="1"/>
            <a:r>
              <a:rPr lang="ko-KR" altLang="en-US" dirty="0"/>
              <a:t>이메일을 작성하지 않아도 게시글을 등록하면 로그인한 이메일로 자동 등록이 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399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59B9B5-84DC-EF4C-DF63-1A6EB31A6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8" y="2039324"/>
            <a:ext cx="8164064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0655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 페이지에서 이메일 입력 부분 삭제</a:t>
            </a:r>
            <a:r>
              <a:rPr lang="en-US" altLang="ko-KR" dirty="0"/>
              <a:t>.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B1DB-57C0-DD05-D732-F12B2F261B33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80px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320px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form:errors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"div"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cssClass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"errors"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"text"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"subject"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175228"/>
      </p:ext>
    </p:extLst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 페이지에서 이메일 입력 부분 삭제</a:t>
            </a:r>
            <a:r>
              <a:rPr lang="en-US" altLang="ko-KR" dirty="0"/>
              <a:t>. 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B1DB-57C0-DD05-D732-F12B2F261B33}"/>
              </a:ext>
            </a:extLst>
          </p:cNvPr>
          <p:cNvSpPr txBox="1"/>
          <p:nvPr/>
        </p:nvSpPr>
        <p:spPr>
          <a:xfrm>
            <a:off x="457200" y="1676400"/>
            <a:ext cx="85313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boardVO.subject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&lt;input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현재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업로드된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파일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&lt;/label&gt;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"height: 300px;"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3995419"/>
      </p:ext>
    </p:extLst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수정 시</a:t>
            </a:r>
            <a:r>
              <a:rPr lang="en-US" altLang="ko-KR" dirty="0"/>
              <a:t>, </a:t>
            </a:r>
            <a:r>
              <a:rPr lang="ko-KR" altLang="en-US" dirty="0"/>
              <a:t>세션에서 </a:t>
            </a:r>
            <a:r>
              <a:rPr lang="en-US" altLang="ko-KR" dirty="0"/>
              <a:t>Email </a:t>
            </a:r>
            <a:r>
              <a:rPr lang="ko-KR" altLang="en-US" dirty="0"/>
              <a:t>값 받아와 적용하기</a:t>
            </a:r>
            <a:endParaRPr lang="en-US" altLang="ko-KR" dirty="0"/>
          </a:p>
          <a:p>
            <a:pPr lvl="1"/>
            <a:r>
              <a:rPr lang="en-US" altLang="ko-KR" dirty="0"/>
              <a:t>BoardController.java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EB1DB-57C0-DD05-D732-F12B2F261B33}"/>
              </a:ext>
            </a:extLst>
          </p:cNvPr>
          <p:cNvSpPr txBox="1"/>
          <p:nvPr/>
        </p:nvSpPr>
        <p:spPr>
          <a:xfrm>
            <a:off x="457200" y="1893957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,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8316729"/>
      </p:ext>
    </p:extLst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테스트</a:t>
            </a:r>
            <a:endParaRPr lang="en-US" altLang="ko-KR" dirty="0"/>
          </a:p>
          <a:p>
            <a:pPr lvl="1"/>
            <a:r>
              <a:rPr lang="ko-KR" altLang="en-US" dirty="0"/>
              <a:t>이메일을 작성하지 않아도 게시글을 수정하면 로그인한 이메일로 자동 등록이 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59B9B5-84DC-EF4C-DF63-1A6EB31A6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8" y="2039324"/>
            <a:ext cx="8164064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66569"/>
      </p:ext>
    </p:extLst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본인이 작성한 게시글만 수정</a:t>
            </a:r>
            <a:r>
              <a:rPr lang="en-US" altLang="ko-KR" dirty="0"/>
              <a:t>/</a:t>
            </a:r>
            <a:r>
              <a:rPr lang="ko-KR" altLang="en-US" dirty="0"/>
              <a:t>삭제하도록 개선하기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현재 게시판은 본인이 작성하지 않은 게시글도 수정</a:t>
            </a:r>
            <a:r>
              <a:rPr lang="en-US" altLang="ko-KR" dirty="0"/>
              <a:t>/</a:t>
            </a:r>
            <a:r>
              <a:rPr lang="ko-KR" altLang="en-US" dirty="0"/>
              <a:t>삭제할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본인이 작성한 게시글만 수정</a:t>
            </a:r>
            <a:r>
              <a:rPr lang="en-US" altLang="ko-KR" dirty="0"/>
              <a:t>/</a:t>
            </a:r>
            <a:r>
              <a:rPr lang="ko-KR" altLang="en-US" dirty="0"/>
              <a:t>삭제하도록 </a:t>
            </a:r>
            <a:r>
              <a:rPr lang="ko-KR" altLang="en-US" dirty="0" err="1"/>
              <a:t>해야한다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boardmodify.jsp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F8C21-F5F0-C9D5-0BA8-58FF23B18341}"/>
              </a:ext>
            </a:extLst>
          </p:cNvPr>
          <p:cNvSpPr txBox="1"/>
          <p:nvPr/>
        </p:nvSpPr>
        <p:spPr>
          <a:xfrm>
            <a:off x="457200" y="2514534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._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LOGIN_USER_.email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eq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boardVO.email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"/board/modify/${boardVO.id}"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"/board/delete/${boardVO.id}"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40277890"/>
      </p:ext>
    </p:extLst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본인이 작성한 게시글만 수정</a:t>
            </a:r>
            <a:r>
              <a:rPr lang="en-US" altLang="ko-KR" dirty="0"/>
              <a:t>/</a:t>
            </a:r>
            <a:r>
              <a:rPr lang="ko-KR" altLang="en-US" dirty="0"/>
              <a:t>삭제하도록 개선하기</a:t>
            </a:r>
            <a:r>
              <a:rPr lang="en-US" altLang="ko-KR" dirty="0"/>
              <a:t>. ( 1 / 3 )</a:t>
            </a:r>
          </a:p>
          <a:p>
            <a:pPr lvl="1"/>
            <a:r>
              <a:rPr lang="ko-KR" altLang="en-US" dirty="0"/>
              <a:t>현재 게시판은 본인이 작성하지 않은 게시글도 수정</a:t>
            </a:r>
            <a:r>
              <a:rPr lang="en-US" altLang="ko-KR" dirty="0"/>
              <a:t>/</a:t>
            </a:r>
            <a:r>
              <a:rPr lang="ko-KR" altLang="en-US" dirty="0"/>
              <a:t>삭제할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본인이 작성한 게시글만 수정</a:t>
            </a:r>
            <a:r>
              <a:rPr lang="en-US" altLang="ko-KR" dirty="0"/>
              <a:t>/</a:t>
            </a:r>
            <a:r>
              <a:rPr lang="ko-KR" altLang="en-US" dirty="0"/>
              <a:t>삭제하도록 </a:t>
            </a:r>
            <a:r>
              <a:rPr lang="ko-KR" altLang="en-US" dirty="0" err="1"/>
              <a:t>해야한다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BoardController.java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F8C21-F5F0-C9D5-0BA8-58FF23B18341}"/>
              </a:ext>
            </a:extLst>
          </p:cNvPr>
          <p:cNvSpPr txBox="1"/>
          <p:nvPr/>
        </p:nvSpPr>
        <p:spPr>
          <a:xfrm>
            <a:off x="457200" y="2501471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http://localhost:8080/board/modify/2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viewBoardModifyPage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수정을 위해 게시글의 내용을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조회와 동일한 코드 호출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995405048"/>
      </p:ext>
    </p:extLst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본인이 작성한 게시글만 수정</a:t>
            </a:r>
            <a:r>
              <a:rPr lang="en-US" altLang="ko-KR" dirty="0"/>
              <a:t>/</a:t>
            </a:r>
            <a:r>
              <a:rPr lang="ko-KR" altLang="en-US" dirty="0"/>
              <a:t>삭제하도록 개선하기</a:t>
            </a:r>
            <a:r>
              <a:rPr lang="en-US" altLang="ko-KR" dirty="0"/>
              <a:t>. 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F8C21-F5F0-C9D5-0BA8-58FF23B18341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,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bindingResult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boardmodify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(),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수정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729193"/>
      </p:ext>
    </p:extLst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본인이 작성한 게시글만 수정</a:t>
            </a:r>
            <a:r>
              <a:rPr lang="en-US" altLang="ko-KR" dirty="0"/>
              <a:t>/</a:t>
            </a:r>
            <a:r>
              <a:rPr lang="ko-KR" altLang="en-US" dirty="0"/>
              <a:t>삭제하도록 개선하기</a:t>
            </a:r>
            <a:r>
              <a:rPr lang="en-US" altLang="ko-KR" dirty="0"/>
              <a:t>. 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회원제</a:t>
            </a:r>
            <a:r>
              <a:rPr lang="en-US" altLang="ko-KR" dirty="0"/>
              <a:t> </a:t>
            </a:r>
            <a:r>
              <a:rPr lang="ko-KR" altLang="en-US" dirty="0"/>
              <a:t>게시판으로 개선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로그인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ID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로 </a:t>
            </a: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email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삽입하기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F8C21-F5F0-C9D5-0BA8-58FF23B18341}"/>
              </a:ext>
            </a:extLst>
          </p:cNvPr>
          <p:cNvSpPr txBox="1"/>
          <p:nvPr/>
        </p:nvSpPr>
        <p:spPr>
          <a:xfrm>
            <a:off x="457200" y="16764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"/board/delete/{id}"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doDeleteBoard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718778"/>
      </p:ext>
    </p:extLst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11. </a:t>
            </a:r>
            <a:r>
              <a:rPr lang="ko-KR" altLang="en-US" sz="4000" b="1" dirty="0">
                <a:latin typeface="+mj-ea"/>
              </a:rPr>
              <a:t>엑셀 다운로드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4000" b="1" dirty="0">
                <a:latin typeface="+mj-ea"/>
              </a:rPr>
              <a:t> </a:t>
            </a: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- </a:t>
            </a:r>
            <a:r>
              <a:rPr lang="ko-KR" altLang="en-US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게시글 목록 엑셀 다운로드 하기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859299"/>
      </p:ext>
    </p:extLst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 다운로드</a:t>
            </a:r>
            <a:endParaRPr lang="en-US" altLang="ko-KR" dirty="0"/>
          </a:p>
          <a:p>
            <a:pPr lvl="1"/>
            <a:r>
              <a:rPr lang="ko-KR" altLang="en-US" dirty="0"/>
              <a:t>기업형 </a:t>
            </a:r>
            <a:r>
              <a:rPr lang="en-US" altLang="ko-KR" dirty="0"/>
              <a:t>Web Application</a:t>
            </a:r>
            <a:r>
              <a:rPr lang="ko-KR" altLang="en-US" dirty="0"/>
              <a:t>에서 가장 빈번하게 사용되는 요소</a:t>
            </a:r>
            <a:endParaRPr lang="en-US" altLang="ko-KR" dirty="0"/>
          </a:p>
          <a:p>
            <a:pPr lvl="1"/>
            <a:r>
              <a:rPr lang="ko-KR" altLang="en-US" dirty="0"/>
              <a:t>화면에 보이는 요소와 가려진 요소들 모두를 엑셀로 다운로드 받는 기능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409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35F498-9F22-B03E-2E9F-C9D3F52AB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8" y="2234606"/>
            <a:ext cx="816406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93949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엑셀을 만드는 라이브러리 추가</a:t>
            </a:r>
            <a:endParaRPr lang="en-US" altLang="ko-KR" dirty="0"/>
          </a:p>
          <a:p>
            <a:pPr lvl="1"/>
            <a:r>
              <a:rPr lang="en-US" altLang="ko-KR" dirty="0"/>
              <a:t>pom.xml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B83679-556D-40CF-99EE-206DC4E6D284}"/>
              </a:ext>
            </a:extLst>
          </p:cNvPr>
          <p:cNvSpPr txBox="1"/>
          <p:nvPr/>
        </p:nvSpPr>
        <p:spPr>
          <a:xfrm>
            <a:off x="457200" y="190500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org.apache.poi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5.2.3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org.apache.poi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poi-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ooxml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5.2.3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org.apache.poi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poi-scratchpad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5.2.3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13782"/>
      </p:ext>
    </p:extLst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 화면에 </a:t>
            </a:r>
            <a:r>
              <a:rPr lang="en-US" altLang="ko-KR" dirty="0"/>
              <a:t>“</a:t>
            </a:r>
            <a:r>
              <a:rPr lang="ko-KR" altLang="en-US" dirty="0"/>
              <a:t>엑셀다운로드</a:t>
            </a:r>
            <a:r>
              <a:rPr lang="en-US" altLang="ko-KR" dirty="0"/>
              <a:t>“ </a:t>
            </a:r>
            <a:r>
              <a:rPr lang="ko-KR" altLang="en-US" dirty="0"/>
              <a:t>버튼 추가하기</a:t>
            </a:r>
            <a:endParaRPr lang="en-US" altLang="ko-KR" dirty="0"/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358C-353F-BEE2-F737-F9D4A6A8BFDF}"/>
              </a:ext>
            </a:extLst>
          </p:cNvPr>
          <p:cNvSpPr txBox="1"/>
          <p:nvPr/>
        </p:nvSpPr>
        <p:spPr>
          <a:xfrm>
            <a:off x="457200" y="1905000"/>
            <a:ext cx="8531352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"${not empty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._LOGIN_USER_}"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"/board/excel/download"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엑셀 다운로드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358229282"/>
      </p:ext>
    </p:extLst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 다운로드 기능 추가 </a:t>
            </a:r>
            <a:r>
              <a:rPr lang="en-US" altLang="ko-KR" dirty="0"/>
              <a:t>( 1 / 6 )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358C-353F-BEE2-F737-F9D4A6A8BFDF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apache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usermodel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apache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usermodel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apache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usermodel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Sheet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apache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usermodel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Workbook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apache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xssf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streaming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SXSSFWorkbook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"/board/excel/download"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downloadExcelFile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모든 게시글 조회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XLSX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문서 만들기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Workbook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workbook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SXSSFWorkbook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(-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엑셀 시트 만들기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0803169"/>
      </p:ext>
    </p:extLst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 다운로드 기능 추가 </a:t>
            </a:r>
            <a:r>
              <a:rPr lang="en-US" altLang="ko-KR" dirty="0"/>
              <a:t>( 2 / 6 )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358C-353F-BEE2-F737-F9D4A6A8BFDF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Sheet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sheet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workbook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createSheet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게시글 목록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행 만들기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sheet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타이틀 만들기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번호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첨부파일명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작성자이메일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4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조회수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9613262"/>
      </p:ext>
    </p:extLst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 다운로드 기능 추가 </a:t>
            </a:r>
            <a:r>
              <a:rPr lang="en-US" altLang="ko-KR" dirty="0"/>
              <a:t>( 3 / 6 )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358C-353F-BEE2-F737-F9D4A6A8BFDF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등록일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6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수정일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데이터 행 만들고 쓰기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rowIndex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sheet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rowIndex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812086400"/>
      </p:ext>
    </p:extLst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 다운로드 기능 추가 </a:t>
            </a:r>
            <a:r>
              <a:rPr lang="en-US" altLang="ko-KR" dirty="0"/>
              <a:t>( 4 / 6 )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358C-353F-BEE2-F737-F9D4A6A8BFDF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4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getViewCnt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createCell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6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cell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setCellValue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rowIndex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+=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엑셀 파일 만들기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fileHandler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게시글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_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목록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.xlsx"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OutputStream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FileOutputStream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workbook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엑셀파일을 만들 수 없습니다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94736249"/>
      </p:ext>
    </p:extLst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 다운로드 기능 추가 </a:t>
            </a:r>
            <a:r>
              <a:rPr lang="en-US" altLang="ko-KR" dirty="0"/>
              <a:t>( 5 / 6 )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358C-353F-BEE2-F737-F9D4A6A8BFDF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finally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workbook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close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!=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flush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close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IOException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엑셀 파일 다운로드 </a:t>
            </a:r>
            <a:r>
              <a:rPr lang="en-US" altLang="ko-KR" sz="14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다운로드파일 명이 한글일 때</a:t>
            </a:r>
            <a:r>
              <a:rPr lang="en-US" altLang="ko-KR" sz="14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URLEncoder</a:t>
            </a:r>
            <a:r>
              <a:rPr lang="en-US" altLang="ko-KR" sz="14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필요</a:t>
            </a:r>
            <a:r>
              <a:rPr lang="en-US" altLang="ko-KR" sz="14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downloadFileName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URLEncoder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encode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게시글목록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.xlsx"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defaultCharset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HttpHeaders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HttpHeaders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setContentType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MediaType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"application"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"force-download"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setContentLength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HttpHeaders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CONTENT_DISPOSITION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"attachment; filename="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1189092"/>
      </p:ext>
    </p:extLst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엑셀 다운로드 기능 추가 </a:t>
            </a:r>
            <a:r>
              <a:rPr lang="en-US" altLang="ko-KR" dirty="0"/>
              <a:t>( 6 / 6 )</a:t>
            </a:r>
          </a:p>
          <a:p>
            <a:pPr lvl="1"/>
            <a:r>
              <a:rPr lang="en-US" altLang="ko-KR" dirty="0"/>
              <a:t>BoardController.java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A358C-353F-BEE2-F737-F9D4A6A8BFDF}"/>
              </a:ext>
            </a:extLst>
          </p:cNvPr>
          <p:cNvSpPr txBox="1"/>
          <p:nvPr/>
        </p:nvSpPr>
        <p:spPr>
          <a:xfrm>
            <a:off x="457200" y="1905000"/>
            <a:ext cx="853135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downloadFileName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resource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FileInputStream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IllegalArgumentException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파일이 존재하지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headers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(header)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(resource);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021052"/>
      </p:ext>
    </p:extLst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테스트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DA827F-50E0-14D4-1BEE-E906768DC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8" y="1676400"/>
            <a:ext cx="816406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98720"/>
      </p:ext>
    </p:extLst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F9FBB-FD20-6455-FEAB-DD33A312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테스트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엑셀 다운로드</a:t>
            </a:r>
            <a:br>
              <a:rPr lang="en-US" altLang="ko-KR" dirty="0"/>
            </a:br>
            <a:r>
              <a:rPr lang="en-US" altLang="ko-KR" sz="2800" dirty="0">
                <a:solidFill>
                  <a:schemeClr val="bg2">
                    <a:lumMod val="50000"/>
                  </a:schemeClr>
                </a:solidFill>
              </a:rPr>
              <a:t> - </a:t>
            </a:r>
            <a:r>
              <a:rPr lang="ko-KR" altLang="en-US" sz="2800" dirty="0">
                <a:solidFill>
                  <a:schemeClr val="bg2">
                    <a:lumMod val="50000"/>
                  </a:schemeClr>
                </a:solidFill>
              </a:rPr>
              <a:t>게시글 목록 엑셀 다운로드 하기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57A4F3F-96DE-6E77-7257-B18FA146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419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D040D3-010D-1366-B8F7-D61926A8E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8002117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08734"/>
      </p:ext>
    </p:extLst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12. Logging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510843"/>
      </p:ext>
    </p:extLst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75C910-B897-A5EA-DF91-09B39247C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 Web Application</a:t>
            </a:r>
            <a:r>
              <a:rPr lang="ko-KR" altLang="en-US" dirty="0"/>
              <a:t>의 실행기록을 작성하는 방법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Slf4j</a:t>
            </a:r>
            <a:r>
              <a:rPr lang="ko-KR" altLang="en-US" dirty="0"/>
              <a:t> 인터페이스 기반의 오픈소스 라이브러리 사용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Log4j</a:t>
            </a:r>
          </a:p>
          <a:p>
            <a:pPr lvl="2"/>
            <a:r>
              <a:rPr lang="en-US" altLang="ko-KR" dirty="0" err="1"/>
              <a:t>Logback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Application Log</a:t>
            </a:r>
            <a:r>
              <a:rPr lang="ko-KR" altLang="en-US" dirty="0"/>
              <a:t>는 다음 이유로 반드시 필요하다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1. Exception </a:t>
            </a:r>
            <a:r>
              <a:rPr lang="ko-KR" altLang="en-US" dirty="0"/>
              <a:t>추적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부정사용</a:t>
            </a:r>
            <a:r>
              <a:rPr lang="en-US" altLang="ko-KR" dirty="0"/>
              <a:t> </a:t>
            </a:r>
            <a:r>
              <a:rPr lang="ko-KR" altLang="en-US" dirty="0"/>
              <a:t>적발 및 추적</a:t>
            </a:r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예상하지 못한 사용자 입력 값</a:t>
            </a:r>
            <a:endParaRPr lang="en-US" altLang="ko-KR" dirty="0"/>
          </a:p>
          <a:p>
            <a:pPr lvl="1"/>
            <a:r>
              <a:rPr lang="ko-KR" altLang="en-US" dirty="0"/>
              <a:t>등등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불과 몇 년 전 까지만 해도 </a:t>
            </a:r>
            <a:r>
              <a:rPr lang="en-US" altLang="ko-KR" dirty="0"/>
              <a:t>Log4J </a:t>
            </a:r>
            <a:r>
              <a:rPr lang="ko-KR" altLang="en-US" dirty="0"/>
              <a:t>를 사용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[2021 </a:t>
            </a:r>
            <a:r>
              <a:rPr lang="ko-KR" altLang="en-US" dirty="0"/>
              <a:t>해외 </a:t>
            </a:r>
            <a:r>
              <a:rPr lang="en-US" altLang="ko-KR" dirty="0"/>
              <a:t>10</a:t>
            </a:r>
            <a:r>
              <a:rPr lang="ko-KR" altLang="en-US" dirty="0"/>
              <a:t>대 뉴스</a:t>
            </a:r>
            <a:r>
              <a:rPr lang="en-US" altLang="ko-KR" dirty="0"/>
              <a:t>]log4j </a:t>
            </a:r>
            <a:r>
              <a:rPr lang="ko-KR" altLang="en-US" dirty="0"/>
              <a:t>취약점 공포 </a:t>
            </a:r>
            <a:r>
              <a:rPr lang="en-US" altLang="ko-KR" dirty="0"/>
              <a:t>- </a:t>
            </a:r>
            <a:r>
              <a:rPr lang="ko-KR" altLang="en-US" dirty="0"/>
              <a:t>전자신문 </a:t>
            </a:r>
            <a:r>
              <a:rPr lang="en-US" altLang="ko-KR" dirty="0"/>
              <a:t>(etnews.com)</a:t>
            </a:r>
          </a:p>
          <a:p>
            <a:pPr lvl="2"/>
            <a:r>
              <a:rPr lang="en-US" altLang="ko-KR" dirty="0"/>
              <a:t>https://www.etnews.com/20211230000070</a:t>
            </a:r>
          </a:p>
          <a:p>
            <a:pPr lvl="1"/>
            <a:r>
              <a:rPr lang="ko-KR" altLang="en-US" dirty="0"/>
              <a:t>보안취약점이 발견됨에 따라 </a:t>
            </a:r>
            <a:r>
              <a:rPr lang="en-US" altLang="ko-KR" dirty="0" err="1"/>
              <a:t>Logback</a:t>
            </a:r>
            <a:r>
              <a:rPr lang="en-US" altLang="ko-KR" dirty="0"/>
              <a:t> </a:t>
            </a:r>
            <a:r>
              <a:rPr lang="ko-KR" altLang="en-US" dirty="0"/>
              <a:t>으로 전환하는 사례가 </a:t>
            </a:r>
            <a:r>
              <a:rPr lang="ko-KR" altLang="en-US" dirty="0" err="1"/>
              <a:t>많아짐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C4C2D4-152A-E938-F63A-6F42BD86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9506669"/>
      </p:ext>
    </p:extLst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61898F3-2029-847E-F757-45087D9F5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Boot</a:t>
            </a:r>
            <a:r>
              <a:rPr lang="ko-KR" altLang="en-US" dirty="0"/>
              <a:t>에서 </a:t>
            </a:r>
            <a:r>
              <a:rPr lang="en-US" altLang="ko-KR" dirty="0" err="1"/>
              <a:t>Logback</a:t>
            </a:r>
            <a:r>
              <a:rPr lang="en-US" altLang="ko-KR" dirty="0"/>
              <a:t> </a:t>
            </a:r>
            <a:r>
              <a:rPr lang="ko-KR" altLang="en-US" dirty="0"/>
              <a:t>라이브러리가 기본 포함되어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별도의 라이브러리 추가는 필요 없음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설정하기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hlinkClick r:id="rId3"/>
              </a:rPr>
              <a:t>https://logback.qos.ch/manual/</a:t>
            </a:r>
            <a:r>
              <a:rPr lang="en-US" altLang="ko-KR" dirty="0"/>
              <a:t> </a:t>
            </a:r>
            <a:r>
              <a:rPr lang="ko-KR" altLang="en-US" dirty="0"/>
              <a:t>에서 설정 방법 확인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3E445E28-D321-5B3C-8352-B0978DAE2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422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A31BD4-25E4-C545-F3D5-8CC6FF767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83" y="2971800"/>
            <a:ext cx="7274417" cy="31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74690"/>
      </p:ext>
    </p:extLst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src</a:t>
            </a:r>
            <a:r>
              <a:rPr lang="en-US" altLang="ko-KR" dirty="0"/>
              <a:t>/main/resources </a:t>
            </a:r>
            <a:r>
              <a:rPr lang="ko-KR" altLang="en-US" dirty="0"/>
              <a:t>에 </a:t>
            </a:r>
            <a:r>
              <a:rPr lang="en-US" altLang="ko-KR" dirty="0"/>
              <a:t>logback.xml </a:t>
            </a:r>
            <a:r>
              <a:rPr lang="ko-KR" altLang="en-US" dirty="0"/>
              <a:t>파일 생성 및 작성 </a:t>
            </a:r>
            <a:r>
              <a:rPr lang="en-US" altLang="ko-KR" dirty="0"/>
              <a:t>( 1 / 2 )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logback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설정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scan: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logback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설정 파일 변경 검사 여부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scanPeriod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몇 초 주기로 변경 검사를 시행할 것인지 설정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&lt;configuration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"true"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scanPeriod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"30 seconds"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실행이력을 쌓는 설정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name: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이름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실행 이력을 쌓는 방식 선택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ch.qos.logback.core.ConsoleAppender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는 콘솔에 로그를 출력함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"STDOUT"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ch.qos.logback.core.ConsoleAppender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어떤 형태로 로그를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만들것인지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설정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&lt;encoder&gt;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&lt;pattern&gt;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%d{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HH:mm:ss.SSS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 [%thread] %-5level %logger{36} -%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kvp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 %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msg%n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&lt;/pattern&gt;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&lt;/encoder&gt;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 정책 기본 설정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&lt;root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level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"debug"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19E094-F60A-8C6C-3F3C-A2C73A05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326750"/>
            <a:ext cx="2335833" cy="210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51481"/>
      </p:ext>
    </p:extLst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src</a:t>
            </a:r>
            <a:r>
              <a:rPr lang="en-US" altLang="ko-KR" dirty="0"/>
              <a:t>/main/resources </a:t>
            </a:r>
            <a:r>
              <a:rPr lang="ko-KR" altLang="en-US" dirty="0"/>
              <a:t>에 </a:t>
            </a:r>
            <a:r>
              <a:rPr lang="en-US" altLang="ko-KR" dirty="0"/>
              <a:t>logback.xml </a:t>
            </a:r>
            <a:r>
              <a:rPr lang="ko-KR" altLang="en-US" dirty="0"/>
              <a:t>파일 생성 및 작성 </a:t>
            </a:r>
            <a:r>
              <a:rPr lang="en-US" altLang="ko-KR" dirty="0"/>
              <a:t>( 2 / 2 )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-ref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통해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실행된다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"STDOUT"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&lt;/root&gt;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&lt;/configuration&gt;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2879322"/>
      </p:ext>
    </p:extLst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작성과 저장을 </a:t>
            </a:r>
            <a:r>
              <a:rPr lang="ko-KR" altLang="en-US" dirty="0" err="1"/>
              <a:t>하고나면</a:t>
            </a:r>
            <a:r>
              <a:rPr lang="ko-KR" altLang="en-US" dirty="0"/>
              <a:t> </a:t>
            </a:r>
            <a:r>
              <a:rPr lang="en-US" altLang="ko-KR" dirty="0"/>
              <a:t>STS</a:t>
            </a:r>
            <a:r>
              <a:rPr lang="ko-KR" altLang="en-US" dirty="0"/>
              <a:t> 콘솔에 </a:t>
            </a:r>
            <a:r>
              <a:rPr lang="en-US" altLang="ko-KR" dirty="0" err="1"/>
              <a:t>Logback</a:t>
            </a:r>
            <a:r>
              <a:rPr lang="en-US" altLang="ko-KR" dirty="0"/>
              <a:t> </a:t>
            </a:r>
            <a:r>
              <a:rPr lang="ko-KR" altLang="en-US" dirty="0"/>
              <a:t>로그가 출력된다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그 동안 볼 수 없었던 </a:t>
            </a:r>
            <a:r>
              <a:rPr lang="en-US" altLang="ko-KR" dirty="0"/>
              <a:t>Query </a:t>
            </a:r>
            <a:r>
              <a:rPr lang="ko-KR" altLang="en-US" dirty="0"/>
              <a:t>실행 이력도 나타난다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B08FE6-C827-648D-8F50-4C2A2C5D2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9216"/>
            <a:ext cx="837389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89337"/>
      </p:ext>
    </p:extLst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76A20E-5F10-1933-6172-A84DB474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Logback</a:t>
            </a:r>
            <a:r>
              <a:rPr lang="ko-KR" altLang="en-US" dirty="0"/>
              <a:t>의 </a:t>
            </a:r>
            <a:r>
              <a:rPr lang="en-US" altLang="ko-KR" dirty="0"/>
              <a:t>Log Pattern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pic>
        <p:nvPicPr>
          <p:cNvPr id="8" name="그림 7" descr="화면 캡처">
            <a:extLst>
              <a:ext uri="{FF2B5EF4-FFF2-40B4-BE49-F238E27FC236}">
                <a16:creationId xmlns:a16="http://schemas.microsoft.com/office/drawing/2014/main" id="{A544AD73-D65D-491F-9D76-76C7F251B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76400"/>
            <a:ext cx="6287378" cy="410584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DEC09B0-0139-C4E3-04E5-4438F0C1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4864198"/>
      </p:ext>
    </p:extLst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Logback</a:t>
            </a:r>
            <a:r>
              <a:rPr lang="ko-KR" altLang="en-US" dirty="0"/>
              <a:t>은 </a:t>
            </a:r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en-US" altLang="ko-KR" dirty="0"/>
              <a:t>Log Level </a:t>
            </a:r>
            <a:r>
              <a:rPr lang="ko-KR" altLang="en-US" dirty="0"/>
              <a:t>제공</a:t>
            </a:r>
            <a:endParaRPr lang="en-US" altLang="ko-KR" dirty="0"/>
          </a:p>
          <a:p>
            <a:pPr lvl="1"/>
            <a:r>
              <a:rPr lang="en-US" altLang="ko-KR" dirty="0"/>
              <a:t>Trace &gt; Debug &gt; Info &gt; Warn &gt; Error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일반적으로 </a:t>
            </a:r>
            <a:r>
              <a:rPr lang="en-US" altLang="ko-KR" dirty="0"/>
              <a:t>Debug</a:t>
            </a:r>
            <a:r>
              <a:rPr lang="ko-KR" altLang="en-US" dirty="0"/>
              <a:t>와 </a:t>
            </a:r>
            <a:r>
              <a:rPr lang="en-US" altLang="ko-KR" dirty="0"/>
              <a:t>Info</a:t>
            </a:r>
            <a:r>
              <a:rPr lang="ko-KR" altLang="en-US" dirty="0"/>
              <a:t>를 많이 사용한다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066C82-904E-46E9-A535-127CBD03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6000"/>
            <a:ext cx="5181600" cy="17819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6C3A048-FB9D-4F0A-B3E4-DA4626725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89480"/>
            <a:ext cx="735339" cy="4120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214767-B2F6-4A79-8F78-9C651A62F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318" y="1918331"/>
            <a:ext cx="684626" cy="36766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0715671"/>
      </p:ext>
    </p:extLst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Log</a:t>
            </a:r>
            <a:r>
              <a:rPr lang="ko-KR" altLang="en-US" dirty="0">
                <a:sym typeface="Wingdings" panose="05000000000000000000" pitchFamily="2" charset="2"/>
              </a:rPr>
              <a:t>에는 </a:t>
            </a:r>
            <a:r>
              <a:rPr lang="en-US" altLang="ko-KR" dirty="0">
                <a:sym typeface="Wingdings" panose="05000000000000000000" pitchFamily="2" charset="2"/>
              </a:rPr>
              <a:t>DEBUG,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INFO, WARN, ERROR</a:t>
            </a:r>
            <a:r>
              <a:rPr lang="ko-KR" altLang="en-US" dirty="0">
                <a:sym typeface="Wingdings" panose="05000000000000000000" pitchFamily="2" charset="2"/>
              </a:rPr>
              <a:t>만 보인다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B08FE6-C827-648D-8F50-4C2A2C5D2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837389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19597"/>
      </p:ext>
    </p:extLst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Root logger level </a:t>
            </a:r>
            <a:r>
              <a:rPr lang="ko-KR" altLang="en-US" dirty="0"/>
              <a:t>변경</a:t>
            </a:r>
            <a:endParaRPr lang="en-US" altLang="ko-KR" dirty="0"/>
          </a:p>
          <a:p>
            <a:pPr lvl="1"/>
            <a:r>
              <a:rPr lang="en-US" altLang="ko-KR" dirty="0"/>
              <a:t>Debug </a:t>
            </a:r>
            <a:r>
              <a:rPr lang="en-US" altLang="ko-KR" dirty="0">
                <a:sym typeface="Wingdings" panose="05000000000000000000" pitchFamily="2" charset="2"/>
              </a:rPr>
              <a:t> Info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429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3C726-EBEA-FCFD-FB75-4A0A22E1E5CB}"/>
              </a:ext>
            </a:extLst>
          </p:cNvPr>
          <p:cNvSpPr txBox="1"/>
          <p:nvPr/>
        </p:nvSpPr>
        <p:spPr>
          <a:xfrm>
            <a:off x="457200" y="1889384"/>
            <a:ext cx="8531352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&lt;configuration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"true"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scanPeriod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"30 seconds"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 정책 기본 설정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&lt;root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level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info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&lt;/root&gt;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&lt;/configuration&gt;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97934"/>
      </p:ext>
    </p:extLst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Root logger level </a:t>
            </a:r>
            <a:r>
              <a:rPr lang="ko-KR" altLang="en-US" dirty="0"/>
              <a:t>변경</a:t>
            </a:r>
            <a:endParaRPr lang="en-US" altLang="ko-KR" dirty="0"/>
          </a:p>
          <a:p>
            <a:pPr lvl="1"/>
            <a:r>
              <a:rPr lang="en-US" altLang="ko-KR" dirty="0"/>
              <a:t>Debug </a:t>
            </a:r>
            <a:r>
              <a:rPr lang="en-US" altLang="ko-KR" dirty="0">
                <a:sym typeface="Wingdings" panose="05000000000000000000" pitchFamily="2" charset="2"/>
              </a:rPr>
              <a:t> Info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Log</a:t>
            </a:r>
            <a:r>
              <a:rPr lang="ko-KR" altLang="en-US" dirty="0">
                <a:sym typeface="Wingdings" panose="05000000000000000000" pitchFamily="2" charset="2"/>
              </a:rPr>
              <a:t>에는 </a:t>
            </a:r>
            <a:r>
              <a:rPr lang="en-US" altLang="ko-KR" dirty="0">
                <a:sym typeface="Wingdings" panose="05000000000000000000" pitchFamily="2" charset="2"/>
              </a:rPr>
              <a:t>INFO, WARN, ERROR</a:t>
            </a:r>
            <a:r>
              <a:rPr lang="ko-KR" altLang="en-US" dirty="0">
                <a:sym typeface="Wingdings" panose="05000000000000000000" pitchFamily="2" charset="2"/>
              </a:rPr>
              <a:t>만 보인다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BD7829-0741-46F1-E38C-873BFF917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08626"/>
            <a:ext cx="8305800" cy="28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78635"/>
      </p:ext>
    </p:extLst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로그를 파일에 쓰기</a:t>
            </a:r>
            <a:endParaRPr lang="en-US" altLang="ko-KR" dirty="0"/>
          </a:p>
          <a:p>
            <a:pPr lvl="1"/>
            <a:r>
              <a:rPr lang="en-US" altLang="ko-KR" dirty="0"/>
              <a:t>https://logback.qos.ch/manual/appenders.html#RollingFileAppender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431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21737D-4332-13F3-E929-470DDB0DF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84" y="1977395"/>
            <a:ext cx="7278116" cy="45154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B29081D-EBF7-0EB4-CFF6-2B36389E16E2}"/>
              </a:ext>
            </a:extLst>
          </p:cNvPr>
          <p:cNvSpPr/>
          <p:nvPr/>
        </p:nvSpPr>
        <p:spPr>
          <a:xfrm>
            <a:off x="1219200" y="2362200"/>
            <a:ext cx="6705600" cy="28956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515419-C2A3-404C-C3D4-18EE1B9F2DCF}"/>
              </a:ext>
            </a:extLst>
          </p:cNvPr>
          <p:cNvSpPr/>
          <p:nvPr/>
        </p:nvSpPr>
        <p:spPr>
          <a:xfrm>
            <a:off x="1347651" y="5625186"/>
            <a:ext cx="2386149" cy="224796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812068"/>
      </p:ext>
    </p:extLst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로그를 파일에 쓰기 </a:t>
            </a:r>
            <a:r>
              <a:rPr lang="en-US" altLang="ko-KR" dirty="0"/>
              <a:t>( 1 / 2 )</a:t>
            </a:r>
          </a:p>
          <a:p>
            <a:pPr lvl="1"/>
            <a:r>
              <a:rPr lang="en-US" altLang="ko-KR" dirty="0"/>
              <a:t>logback.xml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9FB5F-D7CA-2947-A489-51B4375DF3F2}"/>
              </a:ext>
            </a:extLst>
          </p:cNvPr>
          <p:cNvSpPr txBox="1"/>
          <p:nvPr/>
        </p:nvSpPr>
        <p:spPr>
          <a:xfrm>
            <a:off x="457200" y="1889384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&lt;configuration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"true"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scanPeriod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"30 seconds"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  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로그를 파일에 기록함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 --&gt;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ch.qos.logback.core.rolling.RollingFileAppender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로그 파일 위치 설정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&lt;file&gt;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C:/logs/logFile.log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&lt;/file&gt;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rollingPolicy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ch.qos.logback.core.rolling.TimeBasedRollingPolicy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매일 새로운 로그파일에 기록한다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 --&gt;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fileNamePattern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C:/logs/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.%d{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yyyy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-MM-dd}.log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fileNamePattern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&lt;!-- 30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일이 지난 로그는 삭제한다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 --&gt;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maxHistory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30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maxHistory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rollingPolicy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&lt;encoder&gt;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&lt;pattern&gt;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	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%d{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HH:mm:ss.SSS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 [%thread] %-5level %logger{36} -%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kvp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 %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msg%n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&lt;/pattern&gt;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&lt;/encoder&gt;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1189738"/>
      </p:ext>
    </p:extLst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로그를 파일에 쓰기 </a:t>
            </a:r>
            <a:r>
              <a:rPr lang="en-US" altLang="ko-KR" dirty="0"/>
              <a:t>( 2 / 2 )</a:t>
            </a:r>
          </a:p>
          <a:p>
            <a:pPr lvl="1"/>
            <a:r>
              <a:rPr lang="en-US" altLang="ko-KR" dirty="0"/>
              <a:t>logback.xml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9FB5F-D7CA-2947-A489-51B4375DF3F2}"/>
              </a:ext>
            </a:extLst>
          </p:cNvPr>
          <p:cNvSpPr txBox="1"/>
          <p:nvPr/>
        </p:nvSpPr>
        <p:spPr>
          <a:xfrm>
            <a:off x="457200" y="1889384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로그 정책 기본 설정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&lt;root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level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"debug"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&lt;!--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-ref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통해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실행된다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--&gt;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"STDOUT"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appender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"FILE"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&lt;/root&gt;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&lt;/configuration&gt;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8525722"/>
      </p:ext>
    </p:extLst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작성 후 저장하면 </a:t>
            </a:r>
            <a:r>
              <a:rPr lang="en-US" altLang="ko-KR" dirty="0"/>
              <a:t>C:\logs </a:t>
            </a:r>
            <a:r>
              <a:rPr lang="ko-KR" altLang="en-US" dirty="0"/>
              <a:t>폴더에 </a:t>
            </a:r>
            <a:r>
              <a:rPr lang="en-US" altLang="ko-KR" dirty="0"/>
              <a:t>logFile.log </a:t>
            </a:r>
            <a:r>
              <a:rPr lang="ko-KR" altLang="en-US" dirty="0"/>
              <a:t>파일이 생성된다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이제</a:t>
            </a:r>
            <a:r>
              <a:rPr lang="en-US" altLang="ko-KR" dirty="0"/>
              <a:t> </a:t>
            </a:r>
            <a:r>
              <a:rPr lang="ko-KR" altLang="en-US" dirty="0"/>
              <a:t>로그는 콘솔에 출력</a:t>
            </a:r>
            <a:r>
              <a:rPr lang="en-US" altLang="ko-KR" dirty="0"/>
              <a:t>, </a:t>
            </a:r>
            <a:r>
              <a:rPr lang="ko-KR" altLang="en-US" dirty="0"/>
              <a:t>파일에 저장하게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6B09D3-6BA8-FC31-4417-C1793D7D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68" y="1863794"/>
            <a:ext cx="7149064" cy="31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63888"/>
      </p:ext>
    </p:extLst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405373-1BAC-2C15-3837-E1BBCAE54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Controller, Service, Repository </a:t>
            </a:r>
            <a:r>
              <a:rPr lang="ko-KR" altLang="en-US" dirty="0"/>
              <a:t>혹은 여러 클래스에서 </a:t>
            </a:r>
            <a:r>
              <a:rPr lang="en-US" altLang="ko-KR" dirty="0"/>
              <a:t>Log </a:t>
            </a:r>
            <a:r>
              <a:rPr lang="ko-KR" altLang="en-US" dirty="0"/>
              <a:t>남기기</a:t>
            </a:r>
            <a:endParaRPr lang="en-US" altLang="ko-KR" dirty="0"/>
          </a:p>
          <a:p>
            <a:pPr lvl="1"/>
            <a:r>
              <a:rPr lang="en-US" altLang="ko-KR" dirty="0"/>
              <a:t>System.out.println</a:t>
            </a:r>
            <a:r>
              <a:rPr lang="ko-KR" altLang="en-US" dirty="0"/>
              <a:t>을 모두 </a:t>
            </a:r>
            <a:r>
              <a:rPr lang="en-US" altLang="ko-KR" dirty="0"/>
              <a:t>Log</a:t>
            </a:r>
            <a:r>
              <a:rPr lang="ko-KR" altLang="en-US" dirty="0"/>
              <a:t>로 변경하기</a:t>
            </a:r>
            <a:endParaRPr lang="en-US" altLang="ko-KR" dirty="0"/>
          </a:p>
          <a:p>
            <a:pPr lvl="2"/>
            <a:r>
              <a:rPr lang="en-US" altLang="ko-KR" dirty="0"/>
              <a:t>System.out.println </a:t>
            </a:r>
            <a:r>
              <a:rPr lang="ko-KR" altLang="en-US" dirty="0"/>
              <a:t>은 </a:t>
            </a:r>
            <a:r>
              <a:rPr lang="en-US" altLang="ko-KR" dirty="0"/>
              <a:t>CPU, RAM </a:t>
            </a:r>
            <a:r>
              <a:rPr lang="ko-KR" altLang="en-US" dirty="0"/>
              <a:t>자원을 많이 사용하기 때문에 절대 사용해서는 안된다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모두 </a:t>
            </a:r>
            <a:r>
              <a:rPr lang="en-US" altLang="ko-KR" dirty="0"/>
              <a:t>Log</a:t>
            </a:r>
            <a:r>
              <a:rPr lang="ko-KR" altLang="en-US" dirty="0"/>
              <a:t>로 남기도록 </a:t>
            </a:r>
            <a:r>
              <a:rPr lang="ko-KR" altLang="en-US" dirty="0" err="1"/>
              <a:t>설정해야함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SLF4J </a:t>
            </a:r>
            <a:r>
              <a:rPr lang="ko-KR" altLang="en-US" dirty="0"/>
              <a:t>기반의 로깅 솔루션들은 </a:t>
            </a:r>
            <a:r>
              <a:rPr lang="en-US" altLang="ko-KR" dirty="0"/>
              <a:t>System.out.println</a:t>
            </a:r>
            <a:r>
              <a:rPr lang="ko-KR" altLang="en-US" dirty="0"/>
              <a:t>에 비해 자원을 덜 사용한다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BoardController.java ( 1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04500939-7E95-C362-D296-19B8A615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89C00-04DC-AD28-CCA1-B2AC06873318}"/>
              </a:ext>
            </a:extLst>
          </p:cNvPr>
          <p:cNvSpPr txBox="1"/>
          <p:nvPr/>
        </p:nvSpPr>
        <p:spPr>
          <a:xfrm>
            <a:off x="457200" y="2966867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slf4j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slf4j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LoggerFactory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…)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첨부파일명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getOriginalFilename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0193985"/>
      </p:ext>
    </p:extLst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405373-1BAC-2C15-3837-E1BBCAE54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Controller, Service, Repository </a:t>
            </a:r>
            <a:r>
              <a:rPr lang="ko-KR" altLang="en-US" dirty="0"/>
              <a:t>혹은 여러 클래스에서 </a:t>
            </a:r>
            <a:r>
              <a:rPr lang="en-US" altLang="ko-KR" dirty="0"/>
              <a:t>Log </a:t>
            </a:r>
            <a:r>
              <a:rPr lang="ko-KR" altLang="en-US" dirty="0"/>
              <a:t>남기기</a:t>
            </a:r>
            <a:endParaRPr lang="en-US" altLang="ko-KR" dirty="0"/>
          </a:p>
          <a:p>
            <a:pPr lvl="1"/>
            <a:r>
              <a:rPr lang="en-US" altLang="ko-KR" dirty="0"/>
              <a:t>BoardController.java  ( 2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04500939-7E95-C362-D296-19B8A615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89C00-04DC-AD28-CCA1-B2AC06873318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등록일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수정일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…)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"ID: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제목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getSubject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이메일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내용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등록일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수정일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9426469"/>
      </p:ext>
    </p:extLst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405373-1BAC-2C15-3837-E1BBCAE54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Controller, Service, Repository </a:t>
            </a:r>
            <a:r>
              <a:rPr lang="ko-KR" altLang="en-US" dirty="0"/>
              <a:t>혹은 여러 클래스에서 </a:t>
            </a:r>
            <a:r>
              <a:rPr lang="en-US" altLang="ko-KR" dirty="0"/>
              <a:t>Log </a:t>
            </a:r>
            <a:r>
              <a:rPr lang="ko-KR" altLang="en-US" dirty="0"/>
              <a:t>남기기</a:t>
            </a:r>
            <a:endParaRPr lang="en-US" altLang="ko-KR" dirty="0"/>
          </a:p>
          <a:p>
            <a:pPr lvl="1"/>
            <a:r>
              <a:rPr lang="en-US" altLang="ko-KR" dirty="0"/>
              <a:t>BoardController.java  ( 3 / 3 )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04500939-7E95-C362-D296-19B8A615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89C00-04DC-AD28-CCA1-B2AC06873318}"/>
              </a:ext>
            </a:extLst>
          </p:cNvPr>
          <p:cNvSpPr txBox="1"/>
          <p:nvPr/>
        </p:nvSpPr>
        <p:spPr>
          <a:xfrm>
            <a:off x="457200" y="1905000"/>
            <a:ext cx="85313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OriginFileName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getOriginFileName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9569534"/>
      </p:ext>
    </p:extLst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F767A0-ABF1-762E-52A4-76C6B5C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글을</a:t>
            </a:r>
            <a:r>
              <a:rPr lang="en-US" altLang="ko-KR" dirty="0"/>
              <a:t> </a:t>
            </a:r>
            <a:r>
              <a:rPr lang="ko-KR" altLang="en-US" dirty="0"/>
              <a:t>작성하고 수정할 때 로그가 기록된다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12. Logging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B27FEC-EF31-C0BD-B942-2561E7F5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438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F2F23B-537D-2828-D345-5A5CEBDCE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1654874"/>
            <a:ext cx="8534400" cy="13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21003"/>
      </p:ext>
    </p:extLst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13. Application </a:t>
            </a:r>
            <a:r>
              <a:rPr lang="ko-KR" altLang="en-US" sz="4000" b="1" dirty="0">
                <a:latin typeface="+mj-ea"/>
              </a:rPr>
              <a:t>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85460"/>
      </p:ext>
    </p:extLst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 상태에서 존재하지 않는 게시글의 내용 보기 페이지로 접근</a:t>
            </a:r>
            <a:endParaRPr lang="en-US" altLang="ko-KR" dirty="0"/>
          </a:p>
          <a:p>
            <a:pPr lvl="1"/>
            <a:r>
              <a:rPr lang="en-US" altLang="ko-KR" dirty="0"/>
              <a:t>Exception</a:t>
            </a:r>
            <a:r>
              <a:rPr lang="ko-KR" altLang="en-US" dirty="0"/>
              <a:t>이 발생한다</a:t>
            </a:r>
            <a:r>
              <a:rPr lang="en-US" altLang="ko-KR" dirty="0"/>
              <a:t>.	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E9A344-6C7A-D7F8-D7CA-47BE43DA0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97" y="1905001"/>
            <a:ext cx="7954502" cy="414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44732"/>
      </p:ext>
    </p:extLst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사용자가 보는 화면에 </a:t>
            </a:r>
            <a:r>
              <a:rPr lang="en-US" altLang="ko-KR" dirty="0"/>
              <a:t>Exception</a:t>
            </a:r>
            <a:r>
              <a:rPr lang="ko-KR" altLang="en-US" dirty="0"/>
              <a:t>을 그대로 출력하게 되면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1. Web Application</a:t>
            </a:r>
            <a:r>
              <a:rPr lang="ko-KR" altLang="en-US" dirty="0"/>
              <a:t>의 신뢰도 하락</a:t>
            </a:r>
            <a:endParaRPr lang="en-US" altLang="ko-KR" dirty="0"/>
          </a:p>
          <a:p>
            <a:pPr lvl="1"/>
            <a:r>
              <a:rPr lang="en-US" altLang="ko-KR" dirty="0"/>
              <a:t>2. Web Application</a:t>
            </a:r>
            <a:r>
              <a:rPr lang="ko-KR" altLang="en-US" dirty="0"/>
              <a:t>의 시스템 구조 노출되어 보안상의 취약점 증가</a:t>
            </a:r>
            <a:endParaRPr lang="en-US" altLang="ko-KR" dirty="0"/>
          </a:p>
          <a:p>
            <a:pPr lvl="2"/>
            <a:r>
              <a:rPr lang="en-US" altLang="ko-KR" dirty="0"/>
              <a:t>Server</a:t>
            </a:r>
            <a:r>
              <a:rPr lang="ko-KR" altLang="en-US" dirty="0"/>
              <a:t>의 종류</a:t>
            </a:r>
            <a:endParaRPr lang="en-US" altLang="ko-KR" dirty="0"/>
          </a:p>
          <a:p>
            <a:pPr lvl="2"/>
            <a:r>
              <a:rPr lang="ko-KR" altLang="en-US" dirty="0"/>
              <a:t>언어의 종류</a:t>
            </a:r>
            <a:endParaRPr lang="en-US" altLang="ko-KR" dirty="0"/>
          </a:p>
          <a:p>
            <a:pPr lvl="2"/>
            <a:r>
              <a:rPr lang="ko-KR" altLang="en-US" dirty="0"/>
              <a:t>패키지의 구조</a:t>
            </a:r>
            <a:endParaRPr lang="en-US" altLang="ko-KR" dirty="0"/>
          </a:p>
          <a:p>
            <a:pPr lvl="2"/>
            <a:r>
              <a:rPr lang="en-US" altLang="ko-KR" dirty="0"/>
              <a:t>SQL </a:t>
            </a:r>
            <a:r>
              <a:rPr lang="ko-KR" altLang="en-US" dirty="0"/>
              <a:t>에러 일 경우 </a:t>
            </a:r>
            <a:r>
              <a:rPr lang="en-US" altLang="ko-KR" dirty="0"/>
              <a:t>SQL </a:t>
            </a:r>
            <a:r>
              <a:rPr lang="ko-KR" altLang="en-US" dirty="0"/>
              <a:t>문 전체 노출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Spring </a:t>
            </a:r>
            <a:r>
              <a:rPr lang="ko-KR" altLang="en-US" dirty="0"/>
              <a:t>은 </a:t>
            </a:r>
            <a:r>
              <a:rPr lang="en-US" altLang="ko-KR" dirty="0"/>
              <a:t>Web Application</a:t>
            </a:r>
            <a:r>
              <a:rPr lang="ko-KR" altLang="en-US" dirty="0"/>
              <a:t>에서 발생하는 </a:t>
            </a:r>
            <a:r>
              <a:rPr lang="en-US" altLang="ko-KR" dirty="0"/>
              <a:t>Exception</a:t>
            </a:r>
            <a:r>
              <a:rPr lang="ko-KR" altLang="en-US" dirty="0"/>
              <a:t>을 일괄 처리할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에러 전용 화면을 노출 시킬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130040"/>
      </p:ext>
    </p:extLst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Exception</a:t>
            </a:r>
            <a:r>
              <a:rPr lang="ko-KR" altLang="en-US" dirty="0"/>
              <a:t>별 화면 만들어보기</a:t>
            </a:r>
            <a:endParaRPr lang="en-US" altLang="ko-KR" dirty="0"/>
          </a:p>
          <a:p>
            <a:pPr lvl="1"/>
            <a:r>
              <a:rPr lang="ko-KR" altLang="en-US" dirty="0"/>
              <a:t>현재 모든 예외들을 </a:t>
            </a:r>
            <a:r>
              <a:rPr lang="en-US" altLang="ko-KR" dirty="0"/>
              <a:t>IllegalArgumentException</a:t>
            </a:r>
            <a:r>
              <a:rPr lang="ko-KR" altLang="en-US" dirty="0"/>
              <a:t>으로 발생시키는 중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상황에 맞는 예외로 바꿔준다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STS</a:t>
            </a:r>
            <a:r>
              <a:rPr lang="ko-KR" altLang="en-US" dirty="0"/>
              <a:t>에서 </a:t>
            </a:r>
            <a:r>
              <a:rPr lang="en-US" altLang="ko-KR" dirty="0"/>
              <a:t>Ctrl + H</a:t>
            </a:r>
          </a:p>
          <a:p>
            <a:pPr lvl="2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A2936C-FD10-7208-4322-A153F33A0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55258"/>
            <a:ext cx="4906060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00756"/>
      </p:ext>
    </p:extLst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throw</a:t>
            </a:r>
            <a:r>
              <a:rPr lang="ko-KR" altLang="en-US" dirty="0"/>
              <a:t> </a:t>
            </a:r>
            <a:r>
              <a:rPr lang="en-US" altLang="ko-KR" dirty="0"/>
              <a:t>new</a:t>
            </a:r>
            <a:r>
              <a:rPr lang="ko-KR" altLang="en-US" dirty="0"/>
              <a:t> 가 포함된 </a:t>
            </a:r>
            <a:r>
              <a:rPr lang="en-US" altLang="ko-KR" dirty="0"/>
              <a:t>java </a:t>
            </a:r>
            <a:r>
              <a:rPr lang="ko-KR" altLang="en-US" dirty="0"/>
              <a:t>파일의 목록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6ED7E6-73E3-10F4-B9E0-AFA31607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1" y="1691256"/>
            <a:ext cx="6687483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30720"/>
      </p:ext>
    </p:extLst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예외 목록</a:t>
            </a:r>
            <a:endParaRPr lang="en-US" altLang="ko-KR" dirty="0"/>
          </a:p>
          <a:p>
            <a:pPr lvl="1"/>
            <a:r>
              <a:rPr lang="ko-KR" altLang="en-US" dirty="0"/>
              <a:t>잘못된 접근입니다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PageNotFoundException.java</a:t>
            </a:r>
          </a:p>
          <a:p>
            <a:pPr lvl="1"/>
            <a:r>
              <a:rPr lang="ko-KR" altLang="en-US" dirty="0"/>
              <a:t>파일이 존재하지 않습니다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FileNotExistsException.java</a:t>
            </a:r>
          </a:p>
          <a:p>
            <a:pPr lvl="1"/>
            <a:r>
              <a:rPr lang="ko-KR" altLang="en-US" dirty="0"/>
              <a:t>엑셀파일을 만들 수 없습니다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MakeXlsxFileException.java</a:t>
            </a:r>
          </a:p>
          <a:p>
            <a:pPr lvl="1"/>
            <a:r>
              <a:rPr lang="en-US" altLang="ko-KR" dirty="0"/>
              <a:t>Email</a:t>
            </a:r>
            <a:r>
              <a:rPr lang="ko-KR" altLang="en-US" dirty="0"/>
              <a:t>이 이미 </a:t>
            </a:r>
            <a:r>
              <a:rPr lang="ko-KR" altLang="en-US" dirty="0" err="1"/>
              <a:t>사용중입니다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AlreadyUseException.java</a:t>
            </a:r>
          </a:p>
          <a:p>
            <a:pPr lvl="1"/>
            <a:r>
              <a:rPr lang="ko-KR" altLang="en-US" dirty="0"/>
              <a:t>아이디 또는 비밀번호가 일치하지 않습니다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UserIdendifyNotMatchException.java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1820600"/>
      </p:ext>
    </p:extLst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com.example.demo.exceptions</a:t>
            </a:r>
            <a:r>
              <a:rPr lang="en-US" altLang="ko-KR" dirty="0"/>
              <a:t> </a:t>
            </a:r>
            <a:r>
              <a:rPr lang="ko-KR" altLang="en-US" dirty="0"/>
              <a:t>패키지 만들고 예외 클래스 생성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6FCA69-D470-C5AB-C12D-C0ED7FB5E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3581400" cy="291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23941"/>
      </p:ext>
    </p:extLst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AlreadyUseException.java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serialVersionUID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2623350356585553276L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8647355"/>
      </p:ext>
    </p:extLst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UserIdendifyNotMatchException.java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UserIdendifyNotMatchException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serialVersionUID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8793056757109164458L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UserIdendifyNotMatchException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6794503"/>
      </p:ext>
    </p:extLst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FileNotExistsException.java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PageNotFoundException.java</a:t>
            </a:r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451D4-FCD1-9957-64BC-29815C464C2E}"/>
              </a:ext>
            </a:extLst>
          </p:cNvPr>
          <p:cNvSpPr txBox="1"/>
          <p:nvPr/>
        </p:nvSpPr>
        <p:spPr>
          <a:xfrm>
            <a:off x="457200" y="1617449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FileNotExistsException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serialVersionUID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144069918626360058L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FileNotExistsException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72B8D-ECF6-C499-0EA3-C5046AFE05AC}"/>
              </a:ext>
            </a:extLst>
          </p:cNvPr>
          <p:cNvSpPr txBox="1"/>
          <p:nvPr/>
        </p:nvSpPr>
        <p:spPr>
          <a:xfrm>
            <a:off x="457200" y="4198938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serialVersionUID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2115152855305143231L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8480939"/>
      </p:ext>
    </p:extLst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MakeXlsxFileException.java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449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26275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MakeXlsxFileException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serialVersionUID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6066793019005014634L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MakeXlsxFileException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1289867"/>
      </p:ext>
    </p:extLst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잘못된 접근입니다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r>
              <a:rPr lang="en-US" altLang="ko-KR" dirty="0" err="1"/>
              <a:t>PageNotFoundException</a:t>
            </a:r>
            <a:r>
              <a:rPr lang="ko-KR" altLang="en-US" dirty="0"/>
              <a:t>으로 변경하기 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isIncrease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isIncrease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increaseViewCount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452011"/>
      </p:ext>
    </p:extLst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잘못된 접근입니다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r>
              <a:rPr lang="en-US" altLang="ko-KR" dirty="0" err="1"/>
              <a:t>PageNotFoundException</a:t>
            </a:r>
            <a:r>
              <a:rPr lang="ko-KR" altLang="en-US" dirty="0"/>
              <a:t>으로 변경하기 </a:t>
            </a:r>
            <a:r>
              <a:rPr lang="en-US" altLang="ko-KR" dirty="0"/>
              <a:t>( 2 / 3 )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"/board/file/download/{id}"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downloadFile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http://localhost:8080/board/modify/2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viewBoardModifyPage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04787164"/>
      </p:ext>
    </p:extLst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잘못된 접근입니다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r>
              <a:rPr lang="en-US" altLang="ko-KR" dirty="0" err="1"/>
              <a:t>PageNotFoundException</a:t>
            </a:r>
            <a:r>
              <a:rPr lang="ko-KR" altLang="en-US" dirty="0"/>
              <a:t>으로 변경하기 </a:t>
            </a:r>
            <a:r>
              <a:rPr lang="en-US" altLang="ko-KR" dirty="0"/>
              <a:t>( 3 / 3 )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doBoardUpdate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(),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"/board/delete/{id}"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doDeleteBoard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!"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0312756"/>
      </p:ext>
    </p:extLst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파일이 존재하지 않습니다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r>
              <a:rPr lang="en-US" altLang="ko-KR" dirty="0" err="1"/>
              <a:t>FileNotExistsException</a:t>
            </a:r>
            <a:r>
              <a:rPr lang="en-US" altLang="ko-KR" dirty="0"/>
              <a:t> </a:t>
            </a:r>
            <a:r>
              <a:rPr lang="ko-KR" altLang="en-US" dirty="0"/>
              <a:t>으로 변경하기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exceptions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FileNotExistsException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"/board/file/download/{id}"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downloadFile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FileInputStream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FileNotExistsException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파일이 존재하지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"/board/excel/download"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downloadExcelFile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1457921"/>
      </p:ext>
    </p:extLst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파일이 존재하지 않습니다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r>
              <a:rPr lang="en-US" altLang="ko-KR" dirty="0" err="1"/>
              <a:t>FileNotExistsException</a:t>
            </a:r>
            <a:r>
              <a:rPr lang="en-US" altLang="ko-KR" dirty="0"/>
              <a:t> </a:t>
            </a:r>
            <a:r>
              <a:rPr lang="ko-KR" altLang="en-US" dirty="0"/>
              <a:t>으로 변경하기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InputStreamResource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FileInputStream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FileNotExistsException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파일이 존재하지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555867"/>
      </p:ext>
    </p:extLst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엑셀파일을 만들 수 없습니다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r>
              <a:rPr lang="en-US" altLang="ko-KR" dirty="0" err="1"/>
              <a:t>MakeXlsxFileException</a:t>
            </a:r>
            <a:r>
              <a:rPr lang="en-US" altLang="ko-KR" dirty="0"/>
              <a:t> </a:t>
            </a:r>
            <a:r>
              <a:rPr lang="ko-KR" altLang="en-US" dirty="0"/>
              <a:t>으로 변경하기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exceptions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MakeXlsxFileException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"/board/excel/download"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downloadExcelFile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ZipSecureFile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setMinInflateRatio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FileOutputStream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storedFile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workbook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IOException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MakeXlsxFileException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엑셀파일을 만들 수 없습니다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finally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2807391"/>
      </p:ext>
    </p:extLst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“Email</a:t>
            </a:r>
            <a:r>
              <a:rPr lang="ko-KR" altLang="en-US" dirty="0"/>
              <a:t>이 이미 </a:t>
            </a:r>
            <a:r>
              <a:rPr lang="ko-KR" altLang="en-US" dirty="0" err="1"/>
              <a:t>사용중입니다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r>
              <a:rPr lang="en-US" altLang="ko-KR" dirty="0" err="1"/>
              <a:t>AlreadyUseException</a:t>
            </a:r>
            <a:r>
              <a:rPr lang="en-US" altLang="ko-KR" dirty="0"/>
              <a:t> </a:t>
            </a:r>
            <a:r>
              <a:rPr lang="ko-KR" altLang="en-US" dirty="0"/>
              <a:t>으로 변경하기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76400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exceptions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"Email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 이미 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사용중입니다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3524681"/>
      </p:ext>
    </p:extLst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아이디 또는 비밀번호가 일치하지 않습니다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br>
              <a:rPr lang="en-US" altLang="ko-KR" dirty="0"/>
            </a:br>
            <a:r>
              <a:rPr lang="en-US" altLang="ko-KR" dirty="0" err="1"/>
              <a:t>UserIdendifyNotMatchException</a:t>
            </a:r>
            <a:r>
              <a:rPr lang="en-US" altLang="ko-KR" dirty="0"/>
              <a:t> </a:t>
            </a:r>
            <a:r>
              <a:rPr lang="ko-KR" altLang="en-US" dirty="0"/>
              <a:t>으로 변경하기 </a:t>
            </a:r>
            <a:r>
              <a:rPr lang="en-US" altLang="ko-KR" dirty="0"/>
              <a:t>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8288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exceptions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UserIdendifyNotMatchException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UserIdendifyNotMatchException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아이디 또는 비밀번호가 일치하지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UserIdendifyNotMatchException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아이디 또는 비밀번호가 일치하지 않습니다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275866784"/>
      </p:ext>
    </p:extLst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아이디 또는 비밀번호가 일치하지 않습니다</a:t>
            </a:r>
            <a:r>
              <a:rPr lang="en-US" altLang="ko-KR" dirty="0"/>
              <a:t>.” </a:t>
            </a:r>
            <a:r>
              <a:rPr lang="ko-KR" altLang="en-US" dirty="0"/>
              <a:t>를 </a:t>
            </a:r>
            <a:br>
              <a:rPr lang="en-US" altLang="ko-KR" dirty="0"/>
            </a:br>
            <a:r>
              <a:rPr lang="en-US" altLang="ko-KR" dirty="0" err="1"/>
              <a:t>UserIdendifyNotMatchException</a:t>
            </a:r>
            <a:r>
              <a:rPr lang="en-US" altLang="ko-KR" dirty="0"/>
              <a:t> </a:t>
            </a:r>
            <a:r>
              <a:rPr lang="ko-KR" altLang="en-US" dirty="0"/>
              <a:t>으로 변경하기 </a:t>
            </a:r>
            <a:r>
              <a:rPr lang="en-US" altLang="ko-KR" dirty="0"/>
              <a:t>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828800"/>
            <a:ext cx="853135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0026436"/>
      </p:ext>
    </p:extLst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Exception</a:t>
            </a:r>
            <a:r>
              <a:rPr lang="ko-KR" altLang="en-US" dirty="0"/>
              <a:t>별 처리하는 </a:t>
            </a:r>
            <a:r>
              <a:rPr lang="en-US" altLang="ko-KR" dirty="0"/>
              <a:t>Controller </a:t>
            </a:r>
            <a:r>
              <a:rPr lang="ko-KR" altLang="en-US" dirty="0"/>
              <a:t>만들기 </a:t>
            </a:r>
            <a:r>
              <a:rPr lang="en-US" altLang="ko-KR" dirty="0"/>
              <a:t>( 1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459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415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exceptions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ControllerAdvice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ControllerAdvice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GlobalExceptionHandler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viewErrorPage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"error/404"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"message"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FileNotExistsException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MakeXlsxFileException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viewErrorPage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"error/500"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"message"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834607847"/>
      </p:ext>
    </p:extLst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Exception</a:t>
            </a:r>
            <a:r>
              <a:rPr lang="ko-KR" altLang="en-US" dirty="0"/>
              <a:t>별 처리하는 </a:t>
            </a:r>
            <a:r>
              <a:rPr lang="en-US" altLang="ko-KR" dirty="0"/>
              <a:t>Controller </a:t>
            </a:r>
            <a:r>
              <a:rPr lang="ko-KR" altLang="en-US" dirty="0"/>
              <a:t>만들기 </a:t>
            </a:r>
            <a:r>
              <a:rPr lang="en-US" altLang="ko-KR" dirty="0"/>
              <a:t>( 2 / 2 )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41564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viewMemberRegistErrorPage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memberregist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UserIdendifyNotMatchException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viewUserIdentifyNotMatchExceptionErrorPage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UserIdendifyNotMatchException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memberlogin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memberVO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"message"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2324035"/>
      </p:ext>
    </p:extLst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errors/500.jsp</a:t>
            </a:r>
            <a:r>
              <a:rPr lang="ko-KR" altLang="en-US" dirty="0"/>
              <a:t> 페이지 생성 및 작성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641564"/>
            <a:ext cx="853135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%@ page language="java" contentType="text/html; charset=UTF-8"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pageEncoding="UTF-8"%&gt;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&lt;meta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charset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&lt;title&gt;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오류가 발생했습니다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&lt;h3&gt;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일시적인 오류가 발생했습니다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&lt;/h3&gt;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&lt;h4&gt;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오류가 계속되면 시스템 관리자에게 문의하세요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&lt;/h4&gt;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목록으로 가기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46A871-9882-DC44-348D-802ECD195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973" y="2116554"/>
            <a:ext cx="2293651" cy="222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36702"/>
      </p:ext>
    </p:extLst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공통 예외 처리하면서 </a:t>
            </a:r>
            <a:r>
              <a:rPr lang="ko-KR" altLang="en-US" dirty="0" err="1"/>
              <a:t>필요없어진</a:t>
            </a:r>
            <a:r>
              <a:rPr lang="ko-KR" altLang="en-US" dirty="0"/>
              <a:t> 코드 삭제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MemberController.java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EB00D-530E-FCDF-3894-B37057150AD9}"/>
              </a:ext>
            </a:extLst>
          </p:cNvPr>
          <p:cNvSpPr txBox="1"/>
          <p:nvPr/>
        </p:nvSpPr>
        <p:spPr>
          <a:xfrm>
            <a:off x="457200" y="1879059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doLogin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(… </a:t>
            </a:r>
            <a:r>
              <a:rPr lang="ko-KR" alt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try {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member);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}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catch(IllegalArgumentException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iae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    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modelAndView.setViewName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("member/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memberlogin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");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    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modelAndView.addObject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("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",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    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modelAndView.addObject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("message",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iae.getMessage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    return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     }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…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…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7009387"/>
      </p:ext>
    </p:extLst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로그인</a:t>
            </a:r>
            <a:endParaRPr lang="en-US" altLang="ko-KR" dirty="0"/>
          </a:p>
          <a:p>
            <a:pPr lvl="2"/>
            <a:r>
              <a:rPr lang="en-US" altLang="ko-KR" dirty="0"/>
              <a:t>Email/Password </a:t>
            </a:r>
            <a:r>
              <a:rPr lang="ko-KR" altLang="en-US" dirty="0"/>
              <a:t>잘못 입력해보기</a:t>
            </a:r>
            <a:endParaRPr lang="en-US" altLang="ko-KR" dirty="0"/>
          </a:p>
          <a:p>
            <a:pPr lvl="1"/>
            <a:r>
              <a:rPr lang="ko-KR" altLang="en-US" dirty="0"/>
              <a:t>게시글 내용보기</a:t>
            </a:r>
            <a:endParaRPr lang="en-US" altLang="ko-KR" dirty="0"/>
          </a:p>
          <a:p>
            <a:pPr lvl="2"/>
            <a:r>
              <a:rPr lang="ko-KR" altLang="en-US" dirty="0"/>
              <a:t>존재하지</a:t>
            </a:r>
            <a:r>
              <a:rPr lang="en-US" altLang="ko-KR" dirty="0"/>
              <a:t> </a:t>
            </a:r>
            <a:r>
              <a:rPr lang="ko-KR" altLang="en-US" dirty="0"/>
              <a:t>않는 글 조회 해보기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13. Application</a:t>
            </a:r>
            <a:r>
              <a:rPr lang="ko-KR" altLang="en-US" dirty="0"/>
              <a:t> 공통 예외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6248329"/>
      </p:ext>
    </p:extLst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14. AOP / Transaction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493275"/>
      </p:ext>
    </p:extLst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14. AOP</a:t>
            </a:r>
            <a:br>
              <a:rPr lang="en-US" altLang="ko-KR" sz="4000" b="1" dirty="0">
                <a:latin typeface="+mj-ea"/>
              </a:rPr>
            </a:br>
            <a:r>
              <a:rPr lang="en-US" altLang="ko-KR" sz="3200" b="1" dirty="0">
                <a:solidFill>
                  <a:schemeClr val="bg2">
                    <a:lumMod val="50000"/>
                  </a:schemeClr>
                </a:solidFill>
                <a:latin typeface="+mj-ea"/>
              </a:rPr>
              <a:t> - Aspect Oriented Programming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676742"/>
      </p:ext>
    </p:extLst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관점 지향 프로그래밍</a:t>
            </a:r>
            <a:endParaRPr lang="en-US" altLang="ko-KR" dirty="0"/>
          </a:p>
          <a:p>
            <a:pPr lvl="1"/>
            <a:r>
              <a:rPr lang="en-US" altLang="ko-KR" dirty="0"/>
              <a:t>Web Application</a:t>
            </a:r>
            <a:r>
              <a:rPr lang="ko-KR" altLang="en-US" dirty="0"/>
              <a:t>이 실행되는 시점에 따라 정해진 공통 코드를 실행시켜주는 방법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466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A4F285-0B50-284E-C227-74B63CE948D5}"/>
              </a:ext>
            </a:extLst>
          </p:cNvPr>
          <p:cNvSpPr/>
          <p:nvPr/>
        </p:nvSpPr>
        <p:spPr>
          <a:xfrm>
            <a:off x="914400" y="2700337"/>
            <a:ext cx="3723785" cy="1044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원래 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F0274A-7A90-B680-AA5A-21C1437C8B30}"/>
              </a:ext>
            </a:extLst>
          </p:cNvPr>
          <p:cNvSpPr/>
          <p:nvPr/>
        </p:nvSpPr>
        <p:spPr>
          <a:xfrm>
            <a:off x="914400" y="2057400"/>
            <a:ext cx="3723785" cy="4568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공통 코드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(Before)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54D4A3-1D59-2F86-A4BB-865C9F87CC6B}"/>
              </a:ext>
            </a:extLst>
          </p:cNvPr>
          <p:cNvSpPr/>
          <p:nvPr/>
        </p:nvSpPr>
        <p:spPr>
          <a:xfrm>
            <a:off x="914400" y="3930772"/>
            <a:ext cx="3723785" cy="4568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공통 코드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(Exception Handling)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EC327A-5525-C761-BA55-09871D6C3BFD}"/>
              </a:ext>
            </a:extLst>
          </p:cNvPr>
          <p:cNvSpPr/>
          <p:nvPr/>
        </p:nvSpPr>
        <p:spPr>
          <a:xfrm>
            <a:off x="914400" y="4575323"/>
            <a:ext cx="3723785" cy="4568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공통 코드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(After)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1AC92B-EF87-265B-17DA-1331EB50D594}"/>
              </a:ext>
            </a:extLst>
          </p:cNvPr>
          <p:cNvSpPr txBox="1"/>
          <p:nvPr/>
        </p:nvSpPr>
        <p:spPr>
          <a:xfrm>
            <a:off x="5434148" y="3974522"/>
            <a:ext cx="60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AOP</a:t>
            </a:r>
            <a:endParaRPr lang="ko-KR" altLang="en-US" sz="1800" b="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2224EA53-1D71-3A20-FB1B-03C8142866A9}"/>
              </a:ext>
            </a:extLst>
          </p:cNvPr>
          <p:cNvCxnSpPr>
            <a:stCxn id="12" idx="0"/>
            <a:endCxn id="9" idx="3"/>
          </p:cNvCxnSpPr>
          <p:nvPr/>
        </p:nvCxnSpPr>
        <p:spPr>
          <a:xfrm rot="16200000" flipV="1">
            <a:off x="4344215" y="2579788"/>
            <a:ext cx="1688705" cy="1100763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CE947D7-53B0-B900-9149-5F408A57E330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>
          <a:xfrm rot="10800000" flipV="1">
            <a:off x="4638186" y="4159187"/>
            <a:ext cx="795963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8A086D4D-C966-5C74-AD00-7A7B96468F21}"/>
              </a:ext>
            </a:extLst>
          </p:cNvPr>
          <p:cNvCxnSpPr>
            <a:cxnSpLocks/>
            <a:stCxn id="12" idx="2"/>
            <a:endCxn id="11" idx="3"/>
          </p:cNvCxnSpPr>
          <p:nvPr/>
        </p:nvCxnSpPr>
        <p:spPr>
          <a:xfrm rot="5400000">
            <a:off x="4958624" y="4023416"/>
            <a:ext cx="459886" cy="1100763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094363"/>
      </p:ext>
    </p:extLst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*ServiceImpl.java</a:t>
            </a:r>
            <a:r>
              <a:rPr lang="ko-KR" altLang="en-US" dirty="0"/>
              <a:t>의 모든 메소드가 완료되는데 까지 얼마나 시간이 걸리는지 확인</a:t>
            </a:r>
            <a:endParaRPr lang="en-US" altLang="ko-KR" dirty="0"/>
          </a:p>
          <a:p>
            <a:pPr lvl="1"/>
            <a:r>
              <a:rPr lang="ko-KR" altLang="en-US" dirty="0"/>
              <a:t>성능 점검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AOP</a:t>
            </a:r>
            <a:r>
              <a:rPr lang="ko-KR" altLang="en-US" dirty="0"/>
              <a:t> </a:t>
            </a:r>
            <a:r>
              <a:rPr lang="en-US" altLang="ko-KR" dirty="0"/>
              <a:t>Library Dependency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ECF10-7327-75AA-B8A1-59451E7F6911}"/>
              </a:ext>
            </a:extLst>
          </p:cNvPr>
          <p:cNvSpPr txBox="1"/>
          <p:nvPr/>
        </p:nvSpPr>
        <p:spPr>
          <a:xfrm>
            <a:off x="457200" y="2590800"/>
            <a:ext cx="853135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spring-boot-starter-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aop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582767"/>
      </p:ext>
    </p:extLst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*ServiceImpl.java</a:t>
            </a:r>
            <a:r>
              <a:rPr lang="ko-KR" altLang="en-US" dirty="0"/>
              <a:t>의 모든 메소드가 완료되는데 까지 얼마나 시간이 걸리는지 확인</a:t>
            </a:r>
            <a:endParaRPr lang="en-US" altLang="ko-KR" dirty="0"/>
          </a:p>
          <a:p>
            <a:pPr lvl="1"/>
            <a:r>
              <a:rPr lang="ko-KR" altLang="en-US" dirty="0"/>
              <a:t>성능 점검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AOP </a:t>
            </a:r>
            <a:r>
              <a:rPr lang="ko-KR" altLang="en-US" dirty="0"/>
              <a:t>클래스 만들기</a:t>
            </a:r>
            <a:endParaRPr lang="en-US" altLang="ko-KR" dirty="0"/>
          </a:p>
          <a:p>
            <a:pPr lvl="1"/>
            <a:r>
              <a:rPr lang="en-US" altLang="ko-KR" dirty="0"/>
              <a:t>TimingAspect.java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ECF10-7327-75AA-B8A1-59451E7F6911}"/>
              </a:ext>
            </a:extLst>
          </p:cNvPr>
          <p:cNvSpPr txBox="1"/>
          <p:nvPr/>
        </p:nvSpPr>
        <p:spPr>
          <a:xfrm>
            <a:off x="457200" y="2942859"/>
            <a:ext cx="853135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AOP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모듈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Component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Spring Bean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으로 생성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TimingAspect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DDF268-F6FF-253F-AB8D-44C71B4F1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30823"/>
            <a:ext cx="2438740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55163"/>
      </p:ext>
    </p:extLst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@Component</a:t>
            </a:r>
          </a:p>
          <a:p>
            <a:pPr lvl="1"/>
            <a:r>
              <a:rPr lang="ko-KR" altLang="en-US" dirty="0"/>
              <a:t>클래스를 </a:t>
            </a:r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Bean</a:t>
            </a:r>
            <a:r>
              <a:rPr lang="ko-KR" altLang="en-US" dirty="0"/>
              <a:t>으로 생성시키는 기본 </a:t>
            </a:r>
            <a:r>
              <a:rPr lang="en-US" altLang="ko-KR" dirty="0"/>
              <a:t>Annotation</a:t>
            </a:r>
          </a:p>
          <a:p>
            <a:pPr lvl="1"/>
            <a:r>
              <a:rPr lang="en-US" altLang="ko-KR" dirty="0"/>
              <a:t>@Controller, @Service, @Repository</a:t>
            </a:r>
            <a:r>
              <a:rPr lang="ko-KR" altLang="en-US" dirty="0"/>
              <a:t>의 부모 </a:t>
            </a:r>
            <a:r>
              <a:rPr lang="en-US" altLang="ko-KR" dirty="0"/>
              <a:t>Annotation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469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00C94D-ABA9-626C-F10B-C92732F6795E}"/>
              </a:ext>
            </a:extLst>
          </p:cNvPr>
          <p:cNvSpPr/>
          <p:nvPr/>
        </p:nvSpPr>
        <p:spPr>
          <a:xfrm>
            <a:off x="3276600" y="2590800"/>
            <a:ext cx="2590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@Component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A296A2-B3C6-BD77-E836-7E99D434B2E3}"/>
              </a:ext>
            </a:extLst>
          </p:cNvPr>
          <p:cNvSpPr/>
          <p:nvPr/>
        </p:nvSpPr>
        <p:spPr>
          <a:xfrm>
            <a:off x="3810000" y="3707674"/>
            <a:ext cx="15240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@Service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D2BF75-92DC-07D1-3EA0-E8366CFF84D1}"/>
              </a:ext>
            </a:extLst>
          </p:cNvPr>
          <p:cNvSpPr/>
          <p:nvPr/>
        </p:nvSpPr>
        <p:spPr>
          <a:xfrm>
            <a:off x="1638300" y="3707674"/>
            <a:ext cx="15240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@Controller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70C2DA-6EC1-938F-FADA-147C241BC8B2}"/>
              </a:ext>
            </a:extLst>
          </p:cNvPr>
          <p:cNvSpPr/>
          <p:nvPr/>
        </p:nvSpPr>
        <p:spPr>
          <a:xfrm>
            <a:off x="5947628" y="3707674"/>
            <a:ext cx="15240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@Repository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56A1A25-837C-BB2A-A068-AE0CA21A9C90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400300" y="3200400"/>
            <a:ext cx="2171700" cy="50727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3C88DD3-F28F-AC20-FEB0-699973C5451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572000" y="3200400"/>
            <a:ext cx="0" cy="50727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0E7AD23-E60C-3E3E-06B7-F8D69C2F0998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4572000" y="3200400"/>
            <a:ext cx="2137628" cy="50727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216401"/>
      </p:ext>
    </p:extLst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공통코드가 개입할 시점 정의</a:t>
            </a:r>
            <a:endParaRPr lang="en-US" altLang="ko-KR" dirty="0"/>
          </a:p>
          <a:p>
            <a:pPr lvl="1"/>
            <a:r>
              <a:rPr lang="en-US" altLang="ko-KR" dirty="0"/>
              <a:t>Pointcut</a:t>
            </a:r>
          </a:p>
          <a:p>
            <a:pPr lvl="2"/>
            <a:r>
              <a:rPr lang="en-US" altLang="ko-KR" dirty="0" err="1"/>
              <a:t>com.example.demo</a:t>
            </a:r>
            <a:r>
              <a:rPr lang="en-US" altLang="ko-KR" dirty="0"/>
              <a:t> </a:t>
            </a:r>
            <a:r>
              <a:rPr lang="ko-KR" altLang="en-US" dirty="0"/>
              <a:t>하위의 </a:t>
            </a:r>
            <a:r>
              <a:rPr lang="en-US" altLang="ko-KR" dirty="0"/>
              <a:t>service </a:t>
            </a:r>
            <a:r>
              <a:rPr lang="ko-KR" altLang="en-US" dirty="0"/>
              <a:t>패키지 내부에 있는 </a:t>
            </a:r>
            <a:r>
              <a:rPr lang="en-US" altLang="ko-KR" dirty="0" err="1"/>
              <a:t>ServiceImpl</a:t>
            </a:r>
            <a:r>
              <a:rPr lang="ko-KR" altLang="en-US" dirty="0"/>
              <a:t>로 끝나는 클래스의 모든 메소드가 실행될 때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ECF10-7327-75AA-B8A1-59451E7F6911}"/>
              </a:ext>
            </a:extLst>
          </p:cNvPr>
          <p:cNvSpPr txBox="1"/>
          <p:nvPr/>
        </p:nvSpPr>
        <p:spPr>
          <a:xfrm>
            <a:off x="457200" y="2390387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aop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aspectj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aspectj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lang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Pointcut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slf4j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slf4j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LoggerFactory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Component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Component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TimingAspect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TimingAspect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Pointcut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"execution(public * 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com.example.demo..service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.*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ServiceImpl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.*(..))"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aroundTarget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6110681"/>
      </p:ext>
    </p:extLst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공통코드가 개입할 </a:t>
            </a:r>
            <a:r>
              <a:rPr lang="en-US" altLang="ko-KR" dirty="0"/>
              <a:t>AOP </a:t>
            </a:r>
            <a:r>
              <a:rPr lang="ko-KR" altLang="en-US" dirty="0"/>
              <a:t>코드 정의 </a:t>
            </a:r>
            <a:r>
              <a:rPr lang="en-US" altLang="ko-KR" dirty="0"/>
              <a:t>( 1 / 3 )</a:t>
            </a:r>
          </a:p>
          <a:p>
            <a:pPr lvl="1"/>
            <a:r>
              <a:rPr lang="en-US" altLang="ko-KR" dirty="0"/>
              <a:t>Advisor</a:t>
            </a:r>
          </a:p>
          <a:p>
            <a:pPr lvl="2"/>
            <a:r>
              <a:rPr lang="en-US" altLang="ko-KR" dirty="0"/>
              <a:t>Point-cut</a:t>
            </a:r>
            <a:r>
              <a:rPr lang="ko-KR" altLang="en-US" dirty="0"/>
              <a:t>의 대상이 실행될 때</a:t>
            </a:r>
            <a:r>
              <a:rPr lang="en-US" altLang="ko-KR" dirty="0"/>
              <a:t>, </a:t>
            </a:r>
            <a:r>
              <a:rPr lang="ko-KR" altLang="en-US" dirty="0"/>
              <a:t>개입할 </a:t>
            </a:r>
            <a:r>
              <a:rPr lang="en-US" altLang="ko-KR" dirty="0"/>
              <a:t>AOP </a:t>
            </a:r>
            <a:r>
              <a:rPr lang="ko-KR" altLang="en-US" dirty="0"/>
              <a:t>코드 정의 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ECF10-7327-75AA-B8A1-59451E7F6911}"/>
              </a:ext>
            </a:extLst>
          </p:cNvPr>
          <p:cNvSpPr txBox="1"/>
          <p:nvPr/>
        </p:nvSpPr>
        <p:spPr>
          <a:xfrm>
            <a:off x="457200" y="2209800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aop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aspectj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lang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ProceedingJoinPoint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aspectj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lang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Around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aspectj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aspectj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lang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Pointcut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slf4j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slf4j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LoggerFactory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Component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StopWatch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Aspect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Component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TimingAspect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LoggerFactory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getLogger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TimingAspect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Pointcut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"execution(public * 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com.example.demo..service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.*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ServiceImpl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.*(..))"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aroundTarget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{}</a:t>
            </a:r>
          </a:p>
        </p:txBody>
      </p:sp>
    </p:spTree>
    <p:extLst>
      <p:ext uri="{BB962C8B-B14F-4D97-AF65-F5344CB8AC3E}">
        <p14:creationId xmlns:p14="http://schemas.microsoft.com/office/powerpoint/2010/main" val="3245973262"/>
      </p:ext>
    </p:extLst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공통코드가 개입할 </a:t>
            </a:r>
            <a:r>
              <a:rPr lang="en-US" altLang="ko-KR" dirty="0"/>
              <a:t>AOP </a:t>
            </a:r>
            <a:r>
              <a:rPr lang="ko-KR" altLang="en-US" dirty="0"/>
              <a:t>코드 정의 </a:t>
            </a:r>
            <a:r>
              <a:rPr lang="en-US" altLang="ko-KR" dirty="0"/>
              <a:t>( 2 / 3 )</a:t>
            </a:r>
          </a:p>
          <a:p>
            <a:pPr lvl="1"/>
            <a:r>
              <a:rPr lang="en-US" altLang="ko-KR" dirty="0"/>
              <a:t>Advisor</a:t>
            </a:r>
          </a:p>
          <a:p>
            <a:pPr lvl="2"/>
            <a:r>
              <a:rPr lang="en-US" altLang="ko-KR" dirty="0"/>
              <a:t>Point-cut</a:t>
            </a:r>
            <a:r>
              <a:rPr lang="ko-KR" altLang="en-US" dirty="0"/>
              <a:t>의 대상이 실행될 때</a:t>
            </a:r>
            <a:r>
              <a:rPr lang="en-US" altLang="ko-KR" dirty="0"/>
              <a:t>, </a:t>
            </a:r>
            <a:r>
              <a:rPr lang="ko-KR" altLang="en-US" dirty="0"/>
              <a:t>개입할 </a:t>
            </a:r>
            <a:r>
              <a:rPr lang="en-US" altLang="ko-KR" dirty="0"/>
              <a:t>AOP </a:t>
            </a:r>
            <a:r>
              <a:rPr lang="ko-KR" altLang="en-US" dirty="0"/>
              <a:t>코드 정의 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ECF10-7327-75AA-B8A1-59451E7F6911}"/>
              </a:ext>
            </a:extLst>
          </p:cNvPr>
          <p:cNvSpPr txBox="1"/>
          <p:nvPr/>
        </p:nvSpPr>
        <p:spPr>
          <a:xfrm>
            <a:off x="457200" y="2209800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원래 실행될 메소드의 전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후에 공통코드를 실행한다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pjp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원래 실행될 클래스와 메소드 정보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원래 실행될 메소드의 반환 값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Around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"aroundTarget()"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timingAdvice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ProceedingJoinPoint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pjp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StopWatch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stopWatch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StopWatch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stopWatch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pjp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proceed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catch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Throwable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e;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finally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stopWatch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pjp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028629245"/>
      </p:ext>
    </p:extLst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공통코드가 개입할 </a:t>
            </a:r>
            <a:r>
              <a:rPr lang="en-US" altLang="ko-KR" dirty="0"/>
              <a:t>AOP </a:t>
            </a:r>
            <a:r>
              <a:rPr lang="ko-KR" altLang="en-US" dirty="0"/>
              <a:t>코드 정의 </a:t>
            </a:r>
            <a:r>
              <a:rPr lang="en-US" altLang="ko-KR" dirty="0"/>
              <a:t>( 3 / 3 )</a:t>
            </a:r>
          </a:p>
          <a:p>
            <a:pPr lvl="1"/>
            <a:r>
              <a:rPr lang="en-US" altLang="ko-KR" dirty="0"/>
              <a:t>Advisor</a:t>
            </a:r>
          </a:p>
          <a:p>
            <a:pPr lvl="2"/>
            <a:r>
              <a:rPr lang="en-US" altLang="ko-KR" dirty="0"/>
              <a:t>Point-cut</a:t>
            </a:r>
            <a:r>
              <a:rPr lang="ko-KR" altLang="en-US" dirty="0"/>
              <a:t>의 대상이 실행될 때</a:t>
            </a:r>
            <a:r>
              <a:rPr lang="en-US" altLang="ko-KR" dirty="0"/>
              <a:t>, </a:t>
            </a:r>
            <a:r>
              <a:rPr lang="ko-KR" altLang="en-US" dirty="0"/>
              <a:t>개입할 </a:t>
            </a:r>
            <a:r>
              <a:rPr lang="en-US" altLang="ko-KR" dirty="0"/>
              <a:t>AOP </a:t>
            </a:r>
            <a:r>
              <a:rPr lang="ko-KR" altLang="en-US" dirty="0"/>
              <a:t>코드 정의 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ECF10-7327-75AA-B8A1-59451E7F6911}"/>
              </a:ext>
            </a:extLst>
          </p:cNvPr>
          <p:cNvSpPr txBox="1"/>
          <p:nvPr/>
        </p:nvSpPr>
        <p:spPr>
          <a:xfrm>
            <a:off x="457200" y="2209800"/>
            <a:ext cx="8531352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methodName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pjp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getSignature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logger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debug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"{}.{} 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걸린시간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{}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밀리초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classPath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methodName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stopWatch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getLastTaskTimeMillis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906324"/>
      </p:ext>
    </p:extLst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저장 후 브라우저 테스트</a:t>
            </a:r>
            <a:endParaRPr lang="en-US" altLang="ko-KR" dirty="0"/>
          </a:p>
          <a:p>
            <a:pPr lvl="1"/>
            <a:r>
              <a:rPr lang="en-US" altLang="ko-KR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13:46:27.804 [http-nio-8080-exec-5] DEBUG com.example.demo.aop.TimingAspect.timingAdvice:41 -- </a:t>
            </a:r>
            <a:r>
              <a:rPr lang="en-US" altLang="ko-KR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com.example.demo.bbs.service.BoardServiceImpl.getAllBoard</a:t>
            </a:r>
            <a:r>
              <a:rPr lang="en-US" altLang="ko-KR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걸린시간</a:t>
            </a:r>
            <a:r>
              <a:rPr lang="en-US" altLang="ko-KR" sz="1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: 6</a:t>
            </a:r>
            <a:r>
              <a:rPr lang="ko-KR" altLang="en-US" sz="1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밀리초</a:t>
            </a:r>
            <a:endParaRPr lang="ko-KR" altLang="en-US" sz="1400" dirty="0">
              <a:solidFill>
                <a:srgbClr val="000000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AOP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6500358"/>
      </p:ext>
    </p:extLst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14. Transaction</a:t>
            </a:r>
            <a:endParaRPr lang="ko-KR" altLang="en-US" sz="4000" b="1" dirty="0">
              <a:solidFill>
                <a:schemeClr val="bg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081263"/>
      </p:ext>
    </p:extLst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Transaction</a:t>
            </a:r>
          </a:p>
          <a:p>
            <a:pPr lvl="1"/>
            <a:r>
              <a:rPr lang="ko-KR" altLang="en-US" dirty="0"/>
              <a:t>하나의</a:t>
            </a:r>
            <a:r>
              <a:rPr lang="en-US" altLang="ko-KR" dirty="0"/>
              <a:t> Business Logic</a:t>
            </a:r>
            <a:r>
              <a:rPr lang="ko-KR" altLang="en-US" dirty="0"/>
              <a:t>이 완료</a:t>
            </a:r>
            <a:r>
              <a:rPr lang="en-US" altLang="ko-KR" dirty="0"/>
              <a:t>/</a:t>
            </a:r>
            <a:r>
              <a:rPr lang="ko-KR" altLang="en-US" dirty="0"/>
              <a:t>실패 되는 단위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*ServiceImpl.java</a:t>
            </a:r>
            <a:r>
              <a:rPr lang="ko-KR" altLang="en-US" dirty="0"/>
              <a:t>가 데이터를 </a:t>
            </a:r>
            <a:r>
              <a:rPr lang="en-US" altLang="ko-KR" dirty="0"/>
              <a:t>Update, Insert, Delete </a:t>
            </a:r>
            <a:r>
              <a:rPr lang="ko-KR" altLang="en-US" dirty="0"/>
              <a:t>하는 과정에서</a:t>
            </a:r>
            <a:endParaRPr lang="en-US" altLang="ko-KR" dirty="0"/>
          </a:p>
          <a:p>
            <a:pPr lvl="1"/>
            <a:r>
              <a:rPr lang="ko-KR" altLang="en-US" dirty="0"/>
              <a:t>에러가 발생할 경우 </a:t>
            </a:r>
            <a:endParaRPr lang="en-US" altLang="ko-KR" dirty="0"/>
          </a:p>
          <a:p>
            <a:pPr lvl="2"/>
            <a:r>
              <a:rPr lang="ko-KR" altLang="en-US" dirty="0"/>
              <a:t>한 트랜잭션이 처리한 모든 수정 사항을 </a:t>
            </a:r>
            <a:r>
              <a:rPr lang="en-US" altLang="ko-KR" dirty="0"/>
              <a:t>Rollback</a:t>
            </a:r>
          </a:p>
          <a:p>
            <a:pPr lvl="1"/>
            <a:r>
              <a:rPr lang="ko-KR" altLang="en-US" dirty="0"/>
              <a:t>정상 처리한 경우</a:t>
            </a:r>
            <a:endParaRPr lang="en-US" altLang="ko-KR" dirty="0"/>
          </a:p>
          <a:p>
            <a:pPr lvl="2"/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트랜잭션이 처리한 모든 수정 사항을 </a:t>
            </a:r>
            <a:r>
              <a:rPr lang="en-US" altLang="ko-KR" dirty="0"/>
              <a:t>Commit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Transaction</a:t>
            </a:r>
            <a:r>
              <a:rPr lang="ko-KR" altLang="en-US" dirty="0"/>
              <a:t>의 기본 원칙 </a:t>
            </a:r>
            <a:r>
              <a:rPr lang="en-US" altLang="ko-KR" dirty="0"/>
              <a:t>(ACID)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Transaction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4D42FD-0BE7-0250-97BD-3928C952E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45997"/>
            <a:ext cx="6811326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4669"/>
      </p:ext>
    </p:extLst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 Transaction ( 1 / 2 )</a:t>
            </a:r>
          </a:p>
          <a:p>
            <a:pPr lvl="1"/>
            <a:r>
              <a:rPr lang="en-US" altLang="ko-KR" dirty="0"/>
              <a:t>@Repository</a:t>
            </a:r>
            <a:r>
              <a:rPr lang="ko-KR" altLang="en-US" dirty="0"/>
              <a:t>로 구성된 </a:t>
            </a:r>
            <a:r>
              <a:rPr lang="en-US" altLang="ko-KR" dirty="0"/>
              <a:t>Dao</a:t>
            </a:r>
            <a:r>
              <a:rPr lang="ko-KR" altLang="en-US" dirty="0"/>
              <a:t>를 사용 할 경우 </a:t>
            </a:r>
            <a:endParaRPr lang="en-US" altLang="ko-KR" dirty="0"/>
          </a:p>
          <a:p>
            <a:pPr lvl="2"/>
            <a:r>
              <a:rPr lang="en-US" altLang="ko-KR" dirty="0"/>
              <a:t>Spring</a:t>
            </a:r>
            <a:r>
              <a:rPr lang="ko-KR" altLang="en-US" dirty="0"/>
              <a:t>에 이미 정의된 </a:t>
            </a:r>
            <a:r>
              <a:rPr lang="en-US" altLang="ko-KR" dirty="0"/>
              <a:t>Transaction AOP </a:t>
            </a:r>
            <a:r>
              <a:rPr lang="ko-KR" altLang="en-US" dirty="0"/>
              <a:t>코드가 </a:t>
            </a:r>
            <a:r>
              <a:rPr lang="ko-KR" altLang="en-US" dirty="0" err="1"/>
              <a:t>자동개입한다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단</a:t>
            </a:r>
            <a:r>
              <a:rPr lang="en-US" altLang="ko-KR" dirty="0"/>
              <a:t>, @Service </a:t>
            </a:r>
            <a:r>
              <a:rPr lang="ko-KR" altLang="en-US" dirty="0"/>
              <a:t>클래스의 메소드에 </a:t>
            </a:r>
            <a:r>
              <a:rPr lang="en-US" altLang="ko-KR" dirty="0"/>
              <a:t>@Transactional Annotation</a:t>
            </a:r>
            <a:r>
              <a:rPr lang="ko-KR" altLang="en-US" dirty="0"/>
              <a:t>이 정의되어야 한다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Transaction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EB92B-361E-3E70-C439-91B6EFF30774}"/>
              </a:ext>
            </a:extLst>
          </p:cNvPr>
          <p:cNvSpPr txBox="1"/>
          <p:nvPr/>
        </p:nvSpPr>
        <p:spPr>
          <a:xfrm>
            <a:off x="457200" y="2461213"/>
            <a:ext cx="853135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강제로 예외 발생시키기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Integer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parseInt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"AA"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등록한 개수가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보다 크다면 성공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아니라면 실패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</p:txBody>
      </p:sp>
    </p:spTree>
    <p:extLst>
      <p:ext uri="{BB962C8B-B14F-4D97-AF65-F5344CB8AC3E}">
        <p14:creationId xmlns:p14="http://schemas.microsoft.com/office/powerpoint/2010/main" val="1022765484"/>
      </p:ext>
    </p:extLst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 Transaction ( 2 / 2 )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Transaction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EB92B-361E-3E70-C439-91B6EFF30774}"/>
              </a:ext>
            </a:extLst>
          </p:cNvPr>
          <p:cNvSpPr txBox="1"/>
          <p:nvPr/>
        </p:nvSpPr>
        <p:spPr>
          <a:xfrm>
            <a:off x="457200" y="1676400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isIncrease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MultipartFile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5992718"/>
      </p:ext>
    </p:extLst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Spring Transaction</a:t>
            </a:r>
          </a:p>
          <a:p>
            <a:pPr lvl="1"/>
            <a:r>
              <a:rPr lang="en-US" altLang="ko-KR" dirty="0"/>
              <a:t>MemberServiceImpl.java</a:t>
            </a:r>
            <a:r>
              <a:rPr lang="ko-KR" altLang="en-US" dirty="0"/>
              <a:t>에도 동일하게 적용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Transaction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479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EB92B-361E-3E70-C439-91B6EFF30774}"/>
              </a:ext>
            </a:extLst>
          </p:cNvPr>
          <p:cNvSpPr txBox="1"/>
          <p:nvPr/>
        </p:nvSpPr>
        <p:spPr>
          <a:xfrm>
            <a:off x="457200" y="1894329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Transactional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8704904"/>
      </p:ext>
    </p:extLst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Create, Update, Delete</a:t>
            </a:r>
            <a:r>
              <a:rPr lang="ko-KR" altLang="en-US" dirty="0"/>
              <a:t>를 하나라도 수행하는 </a:t>
            </a:r>
            <a:r>
              <a:rPr lang="en-US" altLang="ko-KR" dirty="0"/>
              <a:t>Method</a:t>
            </a:r>
            <a:r>
              <a:rPr lang="ko-KR" altLang="en-US" dirty="0"/>
              <a:t>마다 </a:t>
            </a:r>
            <a:r>
              <a:rPr lang="en-US" altLang="ko-KR" dirty="0"/>
              <a:t>@Transactional </a:t>
            </a:r>
            <a:r>
              <a:rPr lang="ko-KR" altLang="en-US" dirty="0"/>
              <a:t>붙인다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모두 다 적용 한 다음 브라우저 테스트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게시글 </a:t>
            </a:r>
            <a:r>
              <a:rPr lang="en-US" altLang="ko-KR" dirty="0"/>
              <a:t>Insert </a:t>
            </a:r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다음 </a:t>
            </a:r>
            <a:r>
              <a:rPr lang="en-US" altLang="ko-KR" dirty="0"/>
              <a:t>NumberFormatException</a:t>
            </a:r>
            <a:r>
              <a:rPr lang="ko-KR" altLang="en-US" dirty="0"/>
              <a:t>을 발생시키도록 </a:t>
            </a:r>
            <a:r>
              <a:rPr lang="ko-KR" altLang="en-US" dirty="0" err="1"/>
              <a:t>해놓았으므로</a:t>
            </a:r>
            <a:endParaRPr lang="en-US" altLang="ko-KR" dirty="0"/>
          </a:p>
          <a:p>
            <a:pPr lvl="2"/>
            <a:r>
              <a:rPr lang="en-US" altLang="ko-KR" dirty="0"/>
              <a:t>Insert</a:t>
            </a:r>
            <a:r>
              <a:rPr lang="ko-KR" altLang="en-US" dirty="0"/>
              <a:t>는 </a:t>
            </a:r>
            <a:r>
              <a:rPr lang="en-US" altLang="ko-KR" dirty="0"/>
              <a:t>Rollback</a:t>
            </a:r>
            <a:r>
              <a:rPr lang="ko-KR" altLang="en-US" dirty="0"/>
              <a:t>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게시글 등록이 되지 않아야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테스트 종료 후 아래 코드는 삭제한다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Transaction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DCEE3-C70E-13EF-42D4-7249E317F4C5}"/>
              </a:ext>
            </a:extLst>
          </p:cNvPr>
          <p:cNvSpPr txBox="1"/>
          <p:nvPr/>
        </p:nvSpPr>
        <p:spPr>
          <a:xfrm>
            <a:off x="457200" y="3015344"/>
            <a:ext cx="853135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강제로 예외 발생시키기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Integer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parseInt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"AA"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66633846"/>
      </p:ext>
    </p:extLst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GlobalExceptionHandler.java</a:t>
            </a:r>
            <a:r>
              <a:rPr lang="ko-KR" altLang="en-US" dirty="0"/>
              <a:t>에 </a:t>
            </a:r>
            <a:r>
              <a:rPr lang="en-US" altLang="ko-KR" dirty="0" err="1"/>
              <a:t>RumtimeException.class</a:t>
            </a:r>
            <a:r>
              <a:rPr lang="ko-KR" altLang="en-US" dirty="0"/>
              <a:t>도 추가하기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14. Transaction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24CA5-5A3F-2A17-41F1-7D62217FCF29}"/>
              </a:ext>
            </a:extLst>
          </p:cNvPr>
          <p:cNvSpPr txBox="1"/>
          <p:nvPr/>
        </p:nvSpPr>
        <p:spPr>
          <a:xfrm>
            <a:off x="457200" y="167640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ControllerAdvice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GlobalExceptionHandler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ExceptionHandler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({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FileNotExistsException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MakeXlsxFileException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RuntimeException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viewErrorPage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runtimeException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"error/500"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"message"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runtimeException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3244054"/>
      </p:ext>
    </p:extLst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15. </a:t>
            </a:r>
            <a:r>
              <a:rPr lang="ko-KR" altLang="en-US" sz="4000" b="1" dirty="0">
                <a:latin typeface="+mj-ea"/>
              </a:rPr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482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049652"/>
      </p:ext>
    </p:extLst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내용에 댓글을 작성할 수 있도록 개선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저장된 댓글에 </a:t>
            </a:r>
            <a:r>
              <a:rPr lang="ko-KR" altLang="en-US" dirty="0" err="1"/>
              <a:t>대댓글을</a:t>
            </a:r>
            <a:r>
              <a:rPr lang="ko-KR" altLang="en-US" dirty="0"/>
              <a:t> 다시 작성할 수 있도록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Table, Sequence </a:t>
            </a:r>
            <a:r>
              <a:rPr lang="ko-KR" altLang="en-US" dirty="0"/>
              <a:t>생성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2296888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REPLY_ID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BOARD_ID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VARCHAR2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CHAR)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CLOB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CRT_DT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MDFY_DT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NOT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RECOMMEND_CNT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PARENT_REPLY_ID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ULL,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CONSTRAINT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"REPLIES_PK"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"REPLY_ID"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SEQUENCE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SEQ_REPLIES_PK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MINVALUE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MAXVALUE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999999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BY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WITH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CACHE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CYCLE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E928FF-9D32-1EEE-2F84-DCE7C4EF5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34" y="2331724"/>
            <a:ext cx="2200582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3277"/>
      </p:ext>
    </p:extLst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 </a:t>
            </a:r>
            <a:r>
              <a:rPr lang="en-US" altLang="ko-KR" dirty="0"/>
              <a:t>Java </a:t>
            </a:r>
            <a:r>
              <a:rPr lang="ko-KR" altLang="en-US" dirty="0"/>
              <a:t>파일 생성하기</a:t>
            </a:r>
            <a:endParaRPr lang="en-US" altLang="ko-KR" dirty="0"/>
          </a:p>
          <a:p>
            <a:pPr lvl="1"/>
            <a:r>
              <a:rPr lang="en-US" altLang="ko-KR" dirty="0"/>
              <a:t>com.example.demo.bbs.vo.ReplyVO.java</a:t>
            </a:r>
          </a:p>
          <a:p>
            <a:pPr lvl="1"/>
            <a:r>
              <a:rPr lang="en-US" altLang="ko-KR" dirty="0"/>
              <a:t>com.example.demo.bbs.dao.ReplyDao.java (Interface)</a:t>
            </a:r>
          </a:p>
          <a:p>
            <a:pPr lvl="1"/>
            <a:r>
              <a:rPr lang="en-US" altLang="ko-KR" dirty="0"/>
              <a:t>com.example.demo.bbs.dao.ReplyDaoImpl.java</a:t>
            </a:r>
          </a:p>
          <a:p>
            <a:pPr lvl="1"/>
            <a:r>
              <a:rPr lang="en-US" altLang="ko-KR" dirty="0"/>
              <a:t>com.example.demo.bbs.service.ReplyService.java (Interface)</a:t>
            </a:r>
          </a:p>
          <a:p>
            <a:pPr lvl="1"/>
            <a:r>
              <a:rPr lang="en-US" altLang="ko-KR" dirty="0"/>
              <a:t>com.example.demo.bbs.service.ReplyService.java</a:t>
            </a:r>
          </a:p>
          <a:p>
            <a:pPr lvl="1"/>
            <a:r>
              <a:rPr lang="en-US" altLang="ko-KR" dirty="0"/>
              <a:t>com.example.demo.bbs.web.ReplyController.java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9F4C31-D662-A7E4-0F30-E70647B1A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94" y="1439562"/>
            <a:ext cx="2610182" cy="505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43783"/>
      </p:ext>
    </p:extLst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ReplyVO.java </a:t>
            </a:r>
            <a:r>
              <a:rPr lang="ko-KR" altLang="en-US" dirty="0"/>
              <a:t>작성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level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parentReplyId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작성자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4329523"/>
      </p:ext>
    </p:extLst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ReplyDao.java </a:t>
            </a:r>
            <a:r>
              <a:rPr lang="ko-KR" altLang="en-US" dirty="0"/>
              <a:t>작성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java.util.List;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게시글의 모든 댓글을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조회할 게시글의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게시글에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등록된 모든 댓글 목록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하나를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조회할 댓글의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해당하는 댓글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2584042162"/>
      </p:ext>
    </p:extLst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ReplyDao.java </a:t>
            </a:r>
            <a:r>
              <a:rPr lang="ko-KR" altLang="en-US" dirty="0"/>
              <a:t>작성 </a:t>
            </a:r>
            <a:r>
              <a:rPr lang="en-US" altLang="ko-KR" dirty="0"/>
              <a:t>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게시글에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댓글을 등록한다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등록할 댓글의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댓글을 등록한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하나를 삭제한다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삭제할 댓글의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댓글을 삭제한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내용을 수정한다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수정할 댓글의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수정된 댓글의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modifyOneReply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8469693"/>
      </p:ext>
    </p:extLst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ReplyDao.java </a:t>
            </a:r>
            <a:r>
              <a:rPr lang="ko-KR" altLang="en-US" dirty="0"/>
              <a:t>작성 </a:t>
            </a:r>
            <a:r>
              <a:rPr lang="en-US" altLang="ko-KR" dirty="0"/>
              <a:t>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댓글의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추천수를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증가시킨다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추천수를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증가시킬 댓글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추천한 댓글의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7663408"/>
      </p:ext>
    </p:extLst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ReplyDaoImpl.java </a:t>
            </a:r>
            <a:r>
              <a:rPr lang="ko-KR" altLang="en-US" dirty="0"/>
              <a:t>작성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489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mybatis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mybatis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support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super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</p:txBody>
      </p:sp>
    </p:spTree>
    <p:extLst>
      <p:ext uri="{BB962C8B-B14F-4D97-AF65-F5344CB8AC3E}">
        <p14:creationId xmlns:p14="http://schemas.microsoft.com/office/powerpoint/2010/main" val="1705480559"/>
      </p:ext>
    </p:extLst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ReplyDaoImpl.java </a:t>
            </a:r>
            <a:r>
              <a:rPr lang="ko-KR" altLang="en-US" dirty="0"/>
              <a:t>작성 </a:t>
            </a:r>
            <a:r>
              <a:rPr lang="en-US" altLang="ko-KR" dirty="0"/>
              <a:t>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selectList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selectOne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getOneReply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modifyOneReply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modifyOneReply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001675920"/>
      </p:ext>
    </p:extLst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ReplyDaoImpl.java </a:t>
            </a:r>
            <a:r>
              <a:rPr lang="ko-KR" altLang="en-US" dirty="0"/>
              <a:t>작성 </a:t>
            </a:r>
            <a:r>
              <a:rPr lang="en-US" altLang="ko-KR" dirty="0"/>
              <a:t>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4903915"/>
      </p:ext>
    </p:extLst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ReplyDaoMapper.xml </a:t>
            </a:r>
            <a:r>
              <a:rPr lang="ko-KR" altLang="en-US" dirty="0"/>
              <a:t>작성</a:t>
            </a:r>
            <a:r>
              <a:rPr lang="en-US" altLang="ko-KR" dirty="0"/>
              <a:t> ( 1 / 6 )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2971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&lt;?xml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version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"1.0"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encoding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"UTF-8"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?&gt;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&lt;!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mapper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PUBLIC "-//mybatis.org//DTD Mapper 3.0//EN"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"https://mybatis.org/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dtd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/mybatis-3-mapper.dtd"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com.example.demo.bbs.dao.ReplyDao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com.example.demo.bbs.vo.ReplyVO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autoMapping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"true"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"REPLY_ID"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&lt;association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column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property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&lt;/association&gt;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SELECT LEVEL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R.REPLY_ID</a:t>
            </a:r>
          </a:p>
        </p:txBody>
      </p:sp>
    </p:spTree>
    <p:extLst>
      <p:ext uri="{BB962C8B-B14F-4D97-AF65-F5344CB8AC3E}">
        <p14:creationId xmlns:p14="http://schemas.microsoft.com/office/powerpoint/2010/main" val="2591541979"/>
      </p:ext>
    </p:extLst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ReplyDaoMapper.xml </a:t>
            </a:r>
            <a:r>
              <a:rPr lang="ko-KR" altLang="en-US" dirty="0"/>
              <a:t>작성</a:t>
            </a:r>
            <a:r>
              <a:rPr lang="en-US" altLang="ko-KR" dirty="0"/>
              <a:t> ( 2 / 6 )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2971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R.BOARD_ID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R.RECOMMEND_CNT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R.PARENT_REPLY_ID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M.NAME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REPLIES R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INNER JOIN BOARD 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ON R.BOARD_ID = B.ID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ON R.EMAIL = M.EMAIL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START WITH R.PARENT_REPLY_ID = 0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AND R.BOARD_ID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CONNECT BY PRIOR R.REPLY_ID = R.PARENT_REPLY_ID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getOneReply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SELECT R.REPLY_ID</a:t>
            </a:r>
          </a:p>
        </p:txBody>
      </p:sp>
    </p:spTree>
    <p:extLst>
      <p:ext uri="{BB962C8B-B14F-4D97-AF65-F5344CB8AC3E}">
        <p14:creationId xmlns:p14="http://schemas.microsoft.com/office/powerpoint/2010/main" val="4236277238"/>
      </p:ext>
    </p:extLst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ReplyDaoMapper.xml </a:t>
            </a:r>
            <a:r>
              <a:rPr lang="ko-KR" altLang="en-US" dirty="0"/>
              <a:t>작성</a:t>
            </a:r>
            <a:r>
              <a:rPr lang="en-US" altLang="ko-KR" dirty="0"/>
              <a:t> ( 3 / 6 )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2971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R.BOARD_ID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R.RECOMMEND_CNT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R.PARENT_REPLY_ID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M.NAME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REPLIES R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INNER JOIN BOARD 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ON R.BOARD_ID = B.ID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ON R.EMAIL = M.EMAIL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R.REPLY_ID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com.example.demo.bbs.vo.ReplyVO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INSERT INTO REPLIES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REPLY_ID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BOARD_ID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EMAIL</a:t>
            </a:r>
          </a:p>
        </p:txBody>
      </p:sp>
    </p:spTree>
    <p:extLst>
      <p:ext uri="{BB962C8B-B14F-4D97-AF65-F5344CB8AC3E}">
        <p14:creationId xmlns:p14="http://schemas.microsoft.com/office/powerpoint/2010/main" val="3015894671"/>
      </p:ext>
    </p:extLst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ReplyDaoMapper.xml </a:t>
            </a:r>
            <a:r>
              <a:rPr lang="ko-KR" altLang="en-US" dirty="0"/>
              <a:t>작성</a:t>
            </a:r>
            <a:r>
              <a:rPr lang="en-US" altLang="ko-KR" dirty="0"/>
              <a:t> ( 4 / 6 )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29710"/>
            <a:ext cx="8531352" cy="67710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RECOMMEND_CNT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PARENT_REPLY_ID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VALUES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SEQ_REPLIES_PK.NEXTVAL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#{boardId}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#{email}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#{content}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SYSDATE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SYSDATE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0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#{parentReplyId}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&lt;/insert&gt;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DELETE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REPLIES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REPLY_ID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&lt;/delete&gt;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UPDATE REPLIES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SET RECOMMEND_CNT = RECOMMEND_CNT + 1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REPLY_ID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&lt;/update&gt;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9096593"/>
      </p:ext>
    </p:extLst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ReplyDaoMapper.xml </a:t>
            </a:r>
            <a:r>
              <a:rPr lang="ko-KR" altLang="en-US" dirty="0"/>
              <a:t>작성</a:t>
            </a:r>
            <a:r>
              <a:rPr lang="en-US" altLang="ko-KR" dirty="0"/>
              <a:t> ( 5 / 6 )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2971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RECOMMEND_CNT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PARENT_REPLY_ID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VALUES (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SEQ_REPLIES_PK.NEXTVAL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#{boardId}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#{email}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#{content}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SYSDATE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SYSDATE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0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, #{parentReplyId}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&lt;/insert&gt;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&lt;delete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DELETE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REPLIES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REPLY_ID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&lt;/delete&gt;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770335"/>
      </p:ext>
    </p:extLst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ReplyDaoMapper.xml </a:t>
            </a:r>
            <a:r>
              <a:rPr lang="ko-KR" altLang="en-US" dirty="0"/>
              <a:t>작성</a:t>
            </a:r>
            <a:r>
              <a:rPr lang="en-US" altLang="ko-KR" dirty="0"/>
              <a:t> ( 5 / 6 )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29710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&lt;update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"_int"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UPDATE REPLIES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SET RECOMMEND_CNT = RECOMMEND_CNT + 1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REPLY_ID = #{_parameter}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&lt;/update&gt;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326395"/>
      </p:ext>
    </p:extLst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ReplyService.java </a:t>
            </a:r>
            <a:r>
              <a:rPr lang="ko-KR" altLang="en-US" dirty="0"/>
              <a:t>작성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게시글의 모든 댓글을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조회할 게시글의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게시글에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등록된 모든 댓글 목록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게시글에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댓글을 등록한다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등록할 댓글의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댓글을 등록한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1133605957"/>
      </p:ext>
    </p:extLst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ReplyService.java </a:t>
            </a:r>
            <a:r>
              <a:rPr lang="ko-KR" altLang="en-US" dirty="0"/>
              <a:t>작성 </a:t>
            </a:r>
            <a:r>
              <a:rPr lang="en-US" altLang="ko-KR" dirty="0"/>
              <a:t>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499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하나를 삭제한다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삭제할 댓글의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삭제를 요청한 사용자의 이메일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삭제 성공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내용을 수정한다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수정할 댓글의 정보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수정 성공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modifyOneReply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댓글의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추천수를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증가시킨다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추천수를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증가시킬 댓글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삭제를 요청한 사용자의 이메일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댓글 추천 성공 여부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   </a:t>
            </a:r>
          </a:p>
        </p:txBody>
      </p:sp>
    </p:spTree>
    <p:extLst>
      <p:ext uri="{BB962C8B-B14F-4D97-AF65-F5344CB8AC3E}">
        <p14:creationId xmlns:p14="http://schemas.microsoft.com/office/powerpoint/2010/main" val="2770804185"/>
      </p:ext>
    </p:extLst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ReplyService.java </a:t>
            </a:r>
            <a:r>
              <a:rPr lang="ko-KR" altLang="en-US" dirty="0"/>
              <a:t>작성 </a:t>
            </a:r>
            <a:r>
              <a:rPr lang="en-US" altLang="ko-KR" dirty="0"/>
              <a:t>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6473564"/>
      </p:ext>
    </p:extLst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ReplyServiceImpl.java </a:t>
            </a:r>
            <a:r>
              <a:rPr lang="ko-KR" altLang="en-US" dirty="0"/>
              <a:t>작성 </a:t>
            </a:r>
            <a:r>
              <a:rPr lang="en-US" altLang="ko-KR" dirty="0"/>
              <a:t>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stereotype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9815081"/>
      </p:ext>
    </p:extLst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ReplyServiceImpl.java </a:t>
            </a:r>
            <a:r>
              <a:rPr lang="ko-KR" altLang="en-US" dirty="0"/>
              <a:t>작성 </a:t>
            </a:r>
            <a:r>
              <a:rPr lang="en-US" altLang="ko-KR" dirty="0"/>
              <a:t>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insertCount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modifyOneReply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originReplyVO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modifyOneReply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88664371"/>
      </p:ext>
    </p:extLst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ReplyServiceImpl.java </a:t>
            </a:r>
            <a:r>
              <a:rPr lang="ko-KR" altLang="en-US" dirty="0"/>
              <a:t>작성 </a:t>
            </a:r>
            <a:r>
              <a:rPr lang="en-US" altLang="ko-KR" dirty="0"/>
              <a:t>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PageNotFoundException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잘못된 접근입니다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9634640"/>
      </p:ext>
    </p:extLst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ReplyController.java </a:t>
            </a:r>
            <a:r>
              <a:rPr lang="ko-KR" altLang="en-US" dirty="0"/>
              <a:t>작성 </a:t>
            </a:r>
            <a:r>
              <a:rPr lang="en-US" altLang="ko-KR" dirty="0"/>
              <a:t>( 1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java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util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RestController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RestController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8146796"/>
      </p:ext>
    </p:extLst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ReplyController.java </a:t>
            </a:r>
            <a:r>
              <a:rPr lang="ko-KR" altLang="en-US" dirty="0"/>
              <a:t>작성 </a:t>
            </a:r>
            <a:r>
              <a:rPr lang="en-US" altLang="ko-KR" dirty="0"/>
              <a:t>( 2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"/board/reply/{boardId}"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&lt;&gt;();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"count"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replyList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"replies"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"/board/reply/{boardId}"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doCreateNewReplies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1360414700"/>
      </p:ext>
    </p:extLst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ReplyController.java </a:t>
            </a:r>
            <a:r>
              <a:rPr lang="ko-KR" altLang="en-US" dirty="0"/>
              <a:t>작성 </a:t>
            </a:r>
            <a:r>
              <a:rPr lang="en-US" altLang="ko-KR" dirty="0"/>
              <a:t>( 3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&lt;&gt;();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"result"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"/board/reply/delete/{replyId}"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doDeleteReplies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          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&lt;&gt;();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"result"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"/board/reply/modify/{replyId}"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doModifyReplies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38769600"/>
      </p:ext>
    </p:extLst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ReplyController.java </a:t>
            </a:r>
            <a:r>
              <a:rPr lang="ko-KR" altLang="en-US" dirty="0"/>
              <a:t>작성 </a:t>
            </a:r>
            <a:r>
              <a:rPr lang="en-US" altLang="ko-KR" dirty="0"/>
              <a:t>( 4 / 4 )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E9EF-42B0-446E-0E7C-97E73ABEA7B2}"/>
              </a:ext>
            </a:extLst>
          </p:cNvPr>
          <p:cNvSpPr txBox="1"/>
          <p:nvPr/>
        </p:nvSpPr>
        <p:spPr>
          <a:xfrm>
            <a:off x="457200" y="1681964"/>
            <a:ext cx="8531352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modifyOneReply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&lt;&gt;();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"result"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"/board/reply/recommend/{replyId}"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doRecommendReplies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PathVariable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"_LOGIN_USER_"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recommendOneReply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HashMap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&lt;&gt;();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"result"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204865"/>
      </p:ext>
    </p:extLst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@RestController</a:t>
            </a:r>
          </a:p>
          <a:p>
            <a:pPr lvl="1"/>
            <a:r>
              <a:rPr lang="en-US" altLang="ko-KR" dirty="0"/>
              <a:t>@Controller</a:t>
            </a:r>
            <a:r>
              <a:rPr lang="ko-KR" altLang="en-US" dirty="0"/>
              <a:t>와 </a:t>
            </a:r>
            <a:r>
              <a:rPr lang="en-US" altLang="ko-KR" dirty="0"/>
              <a:t>@ResponseBody</a:t>
            </a:r>
            <a:r>
              <a:rPr lang="ko-KR" altLang="en-US" dirty="0"/>
              <a:t> 가 하나로 합쳐진 </a:t>
            </a:r>
            <a:r>
              <a:rPr lang="en-US" altLang="ko-KR" dirty="0"/>
              <a:t>Annotation</a:t>
            </a:r>
          </a:p>
          <a:p>
            <a:pPr lvl="1"/>
            <a:r>
              <a:rPr lang="en-US" altLang="ko-KR" dirty="0"/>
              <a:t>RESTful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를 만들 때 주로 사용된다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770F3-AD1B-BF83-E4DE-455E4CB5592D}"/>
              </a:ext>
            </a:extLst>
          </p:cNvPr>
          <p:cNvSpPr txBox="1"/>
          <p:nvPr/>
        </p:nvSpPr>
        <p:spPr>
          <a:xfrm>
            <a:off x="457200" y="2239855"/>
            <a:ext cx="8531352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annotation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Retention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RetentionPolicy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RUNTIME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Documented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ResponseBody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RestController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AliasFor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(annotation =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427671"/>
      </p:ext>
    </p:extLst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( 1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509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 type=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*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color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#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333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font-size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17px;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display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grid;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grid-column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.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-reply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margin-top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10px;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display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grid;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grid-template-columns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1fr 80px;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grid-template-rows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1fr 40px;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row-gap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10px;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column-gap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10px;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align-items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center;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.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write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-reply &gt;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0683555"/>
      </p:ext>
    </p:extLst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( 2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height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150px;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display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grid;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grid-column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div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.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-items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display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grid;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grid-template-columns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1fr;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grid-template-rows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1fr;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row-gap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10px;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margin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0px;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&lt;script type=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"text/javascript"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src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js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/lib/jquery-3.7.0.js"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&gt;&lt;/script&gt;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&lt;script type=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"text/javascript"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ready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modifyReply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(event) {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0412609"/>
      </p:ext>
    </p:extLst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( 3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event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currentTarget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closest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"reply-id"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(content);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focus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"target"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(event)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event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currentTarget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closest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"reply-id"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removeData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removeData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"target"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confirm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댓글을 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삭제하시겠습니까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?"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(`/board/reply/delete/\${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}`,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(response)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71032615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( 4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(result)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loadReplies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(event)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event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currentTarget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closest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"reply-id"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"target"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focus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recommendReply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(event)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event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currentTarget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closest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"reply-id"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3896946"/>
      </p:ext>
    </p:extLst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( 5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removeData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removeData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"target"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(`/board/reply/recommend/\${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}`,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(response)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console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(result)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(result)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loadReplies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댓글 조회하기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loadReplies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".reply-items"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html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"/board/reply/${boardVO.id}"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(response)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 i &lt;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replies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length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 i++)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replies[i];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</a:p>
        </p:txBody>
      </p:sp>
    </p:spTree>
    <p:extLst>
      <p:ext uri="{BB962C8B-B14F-4D97-AF65-F5344CB8AC3E}">
        <p14:creationId xmlns:p14="http://schemas.microsoft.com/office/powerpoint/2010/main" val="584684336"/>
      </p:ext>
    </p:extLst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( 6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`&lt;div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data-reply-id=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\$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reply.replyId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style=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"padding-left: </a:t>
            </a:r>
            <a:r>
              <a:rPr lang="en-US" altLang="ko-KR" sz="1400" b="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\$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{(reply.level-1) * 40}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px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"author"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\${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 (\${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"recommend-count"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추천수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\${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recommendCnt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"datetime"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&lt;span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crtdt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등록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\${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}&lt;/span&gt;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\${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!=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crtDt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?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 `&lt;span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mdfydt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&gt;(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\${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mdfyDt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})&lt;/span&gt;`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&lt;pre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&gt;\${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}&lt;/pre&gt;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\${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._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LOGIN_USER_.email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?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`&lt;div&gt;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    &lt;span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"modify-reply"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&lt;/span&gt;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    &lt;span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"delete-reply"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삭제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&lt;/span&gt;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    &lt;span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답변하기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&lt;/span&gt;</a:t>
            </a:r>
          </a:p>
        </p:txBody>
      </p:sp>
    </p:spTree>
    <p:extLst>
      <p:ext uri="{BB962C8B-B14F-4D97-AF65-F5344CB8AC3E}">
        <p14:creationId xmlns:p14="http://schemas.microsoft.com/office/powerpoint/2010/main" val="3458481690"/>
      </p:ext>
    </p:extLst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( 7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&lt;/div&gt;`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`&lt;div&gt;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    &lt;span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"recommend-reply"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추천하기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&lt;/span&gt;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    &lt;span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답변하기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&lt;/span&gt;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       &lt;/div&gt;`}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&lt;/div&gt;`;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replyDom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replyTemplate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replyDom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".modify-reply"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click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modifyReply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replyDom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".delete-reply"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click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deleteReply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replyDom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".recommend-reply"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click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recommendReply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replyDom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find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click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".reply-items"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append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replyDom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loadReplies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-save-reply"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click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8399594"/>
      </p:ext>
    </p:extLst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( 8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"mode"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target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data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"target"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reply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trim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!=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{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"content"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reply};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"/board/reply/${boardVO.id}"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(mode ==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답변달기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body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parentReplyId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target;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(mode == 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"modify"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`/board/reply/modify/\${target}`;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post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url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body,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function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(response)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response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(result)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loadReplies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"#txt-reply"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24957939"/>
      </p:ext>
    </p:extLst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( 9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&lt;/script&gt;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"replies"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"reply-items"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"write-reply"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&lt;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id=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"txt-reply"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&gt;&lt;/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textarea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&lt;button id=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-save-reply"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등록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&lt;/button&gt;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&lt;button id=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-cancel-reply"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취소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&lt;/button&gt;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btn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-group"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68781443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내용보기 페이지에서 댓글 기능 구현하기</a:t>
            </a:r>
            <a:r>
              <a:rPr lang="en-US" altLang="ko-KR" dirty="0"/>
              <a:t>. ( 10 / 10 )</a:t>
            </a:r>
          </a:p>
          <a:p>
            <a:pPr lvl="1"/>
            <a:r>
              <a:rPr lang="en-US" altLang="ko-KR" dirty="0" err="1"/>
              <a:t>boardview.jsp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15. </a:t>
            </a:r>
            <a:r>
              <a:rPr lang="ko-KR" altLang="en-US" dirty="0"/>
              <a:t>댓글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518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D94EB-39F0-327B-38CD-D4DB8CD4CC2F}"/>
              </a:ext>
            </a:extLst>
          </p:cNvPr>
          <p:cNvSpPr txBox="1"/>
          <p:nvPr/>
        </p:nvSpPr>
        <p:spPr>
          <a:xfrm>
            <a:off x="457200" y="1862435"/>
            <a:ext cx="8531352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&lt;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test=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._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LOGIN_USER_.email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eq 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boardVO.email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&lt;div class=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&lt;a href=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"/board/modify/${boardVO.id}"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수정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&lt;a href=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"/board/delete/${boardVO.id}"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삭제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&lt;/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</a:t>
            </a:r>
            <a:r>
              <a:rPr lang="en-US" altLang="ko-K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&lt;/div&gt;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720902098"/>
      </p:ext>
    </p:extLst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16. Pagination</a:t>
            </a:r>
            <a:r>
              <a:rPr lang="ko-KR" altLang="en-US" sz="4000" b="1" dirty="0">
                <a:latin typeface="+mj-ea"/>
              </a:rPr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59513"/>
      </p:ext>
    </p:extLst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</a:p>
          <a:p>
            <a:pPr lvl="1"/>
            <a:r>
              <a:rPr lang="ko-KR" altLang="en-US" dirty="0"/>
              <a:t>브라우저에 노출되어야 하는 목록의 양이 매우 많아 모두 보여줄 수 없을 때</a:t>
            </a:r>
            <a:endParaRPr lang="en-US" altLang="ko-KR" dirty="0"/>
          </a:p>
          <a:p>
            <a:pPr lvl="1"/>
            <a:r>
              <a:rPr lang="ko-KR" altLang="en-US" dirty="0"/>
              <a:t>데이터를 블록 단위로 나누어 노출시키는 방법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&gt; </a:t>
            </a:r>
            <a:r>
              <a:rPr lang="ko-KR" altLang="en-US" dirty="0"/>
              <a:t>네이버 쇼핑의 </a:t>
            </a:r>
            <a:r>
              <a:rPr lang="ko-KR" altLang="en-US" dirty="0" err="1"/>
              <a:t>페이지네이션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C88969-419D-5667-DE49-1A8C0962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386147"/>
            <a:ext cx="3982006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11176"/>
      </p:ext>
    </p:extLst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 </a:t>
            </a:r>
            <a:r>
              <a:rPr lang="ko-KR" altLang="en-US" dirty="0"/>
              <a:t>원리</a:t>
            </a:r>
            <a:endParaRPr lang="en-US" altLang="ko-KR" dirty="0"/>
          </a:p>
          <a:p>
            <a:pPr lvl="1"/>
            <a:r>
              <a:rPr lang="ko-KR" altLang="en-US" dirty="0"/>
              <a:t>필요 데이터</a:t>
            </a:r>
            <a:endParaRPr lang="en-US" altLang="ko-KR" dirty="0"/>
          </a:p>
          <a:p>
            <a:pPr lvl="2"/>
            <a:r>
              <a:rPr lang="ko-KR" altLang="en-US" dirty="0"/>
              <a:t>조회할 페이지 번호</a:t>
            </a:r>
            <a:endParaRPr lang="en-US" altLang="ko-KR" dirty="0"/>
          </a:p>
          <a:p>
            <a:pPr lvl="2"/>
            <a:r>
              <a:rPr lang="ko-KR" altLang="en-US" dirty="0"/>
              <a:t>게시글의 총 개수</a:t>
            </a:r>
            <a:endParaRPr lang="en-US" altLang="ko-KR" dirty="0"/>
          </a:p>
          <a:p>
            <a:pPr lvl="2"/>
            <a:r>
              <a:rPr lang="ko-KR" altLang="en-US" dirty="0"/>
              <a:t>한 목록에 노출할 게시글의 수</a:t>
            </a:r>
            <a:endParaRPr lang="en-US" altLang="ko-KR" dirty="0"/>
          </a:p>
          <a:p>
            <a:pPr lvl="1"/>
            <a:r>
              <a:rPr lang="ko-KR" altLang="en-US" dirty="0"/>
              <a:t>조회 시작 게시글 번호 구하기</a:t>
            </a:r>
            <a:endParaRPr lang="en-US" altLang="ko-KR" dirty="0"/>
          </a:p>
          <a:p>
            <a:pPr lvl="2"/>
            <a:r>
              <a:rPr lang="ko-KR" altLang="en-US" dirty="0"/>
              <a:t>조회할 페이지 번호 </a:t>
            </a:r>
            <a:r>
              <a:rPr lang="en-US" altLang="ko-KR" dirty="0"/>
              <a:t>X </a:t>
            </a:r>
            <a:r>
              <a:rPr lang="ko-KR" altLang="en-US" dirty="0"/>
              <a:t>한 목록에 노출할 게시글의 수 </a:t>
            </a:r>
            <a:r>
              <a:rPr lang="en-US" altLang="ko-KR" dirty="0"/>
              <a:t>+ 1</a:t>
            </a:r>
          </a:p>
          <a:p>
            <a:pPr lvl="1"/>
            <a:r>
              <a:rPr lang="ko-KR" altLang="en-US" dirty="0"/>
              <a:t>조회 끝 게시글 번호 구하기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조회할 페이지 번호 </a:t>
            </a:r>
            <a:r>
              <a:rPr lang="en-US" altLang="ko-KR" dirty="0"/>
              <a:t>+ 1) X</a:t>
            </a:r>
            <a:r>
              <a:rPr lang="ko-KR" altLang="en-US" dirty="0"/>
              <a:t> 한 목록에 노출할 게시글의 수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5585872"/>
      </p:ext>
    </p:extLst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 페이지에 노출할 게시글 개수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게시글의 총 개수 </a:t>
            </a:r>
            <a:r>
              <a:rPr lang="en-US" altLang="ko-KR" dirty="0"/>
              <a:t>62 = </a:t>
            </a:r>
            <a:r>
              <a:rPr lang="ko-KR" altLang="en-US" dirty="0"/>
              <a:t>총 페이지수 </a:t>
            </a:r>
            <a:r>
              <a:rPr lang="en-US" altLang="ko-KR" dirty="0"/>
              <a:t>0 ~ 6 (7</a:t>
            </a:r>
            <a:r>
              <a:rPr lang="ko-KR" altLang="en-US" dirty="0"/>
              <a:t>페이지</a:t>
            </a:r>
            <a:r>
              <a:rPr lang="en-US" altLang="ko-KR" dirty="0"/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847525-7E3C-F23E-95A3-A540D530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3754"/>
            <a:ext cx="7924800" cy="470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96740"/>
      </p:ext>
    </p:extLst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첫 번째 페이지의 게시글 조회</a:t>
            </a:r>
            <a:endParaRPr lang="en-US" altLang="ko-KR" dirty="0"/>
          </a:p>
          <a:p>
            <a:pPr lvl="1"/>
            <a:r>
              <a:rPr lang="en-US" altLang="ko-KR" dirty="0"/>
              <a:t>0</a:t>
            </a:r>
            <a:r>
              <a:rPr lang="ko-KR" altLang="en-US" dirty="0"/>
              <a:t> </a:t>
            </a:r>
            <a:r>
              <a:rPr lang="en-US" altLang="ko-KR" dirty="0"/>
              <a:t>X 10</a:t>
            </a:r>
            <a:r>
              <a:rPr lang="ko-KR" altLang="en-US" dirty="0"/>
              <a:t> </a:t>
            </a:r>
            <a:r>
              <a:rPr lang="en-US" altLang="ko-KR" dirty="0"/>
              <a:t>+ 1 = 1</a:t>
            </a:r>
          </a:p>
          <a:p>
            <a:pPr lvl="1"/>
            <a:r>
              <a:rPr lang="en-US" altLang="ko-KR" dirty="0"/>
              <a:t>(0</a:t>
            </a:r>
            <a:r>
              <a:rPr lang="ko-KR" altLang="en-US" dirty="0"/>
              <a:t> </a:t>
            </a:r>
            <a:r>
              <a:rPr lang="en-US" altLang="ko-KR" dirty="0"/>
              <a:t>+ 1) X</a:t>
            </a:r>
            <a:r>
              <a:rPr lang="ko-KR" altLang="en-US" dirty="0"/>
              <a:t> </a:t>
            </a:r>
            <a:r>
              <a:rPr lang="en-US" altLang="ko-KR" dirty="0"/>
              <a:t>10 = 10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847525-7E3C-F23E-95A3-A540D530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0018"/>
            <a:ext cx="7924800" cy="47016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4DCA9DE-4EFF-5D5A-2A02-813CD7E91203}"/>
              </a:ext>
            </a:extLst>
          </p:cNvPr>
          <p:cNvSpPr/>
          <p:nvPr/>
        </p:nvSpPr>
        <p:spPr>
          <a:xfrm>
            <a:off x="504822" y="2433637"/>
            <a:ext cx="1828800" cy="22098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27968"/>
      </p:ext>
    </p:extLst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다섯 번째 페이지의 게시글 조회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 </a:t>
            </a:r>
            <a:r>
              <a:rPr lang="en-US" altLang="ko-KR" dirty="0"/>
              <a:t>X 10</a:t>
            </a:r>
            <a:r>
              <a:rPr lang="ko-KR" altLang="en-US" dirty="0"/>
              <a:t> </a:t>
            </a:r>
            <a:r>
              <a:rPr lang="en-US" altLang="ko-KR" dirty="0"/>
              <a:t>+ 1 = 41</a:t>
            </a:r>
          </a:p>
          <a:p>
            <a:pPr lvl="1"/>
            <a:r>
              <a:rPr lang="en-US" altLang="ko-KR" dirty="0"/>
              <a:t>(4</a:t>
            </a:r>
            <a:r>
              <a:rPr lang="ko-KR" altLang="en-US" dirty="0"/>
              <a:t> </a:t>
            </a:r>
            <a:r>
              <a:rPr lang="en-US" altLang="ko-KR" dirty="0"/>
              <a:t>+ 1) X</a:t>
            </a:r>
            <a:r>
              <a:rPr lang="ko-KR" altLang="en-US" dirty="0"/>
              <a:t> </a:t>
            </a:r>
            <a:r>
              <a:rPr lang="en-US" altLang="ko-KR" dirty="0"/>
              <a:t>10 = 50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847525-7E3C-F23E-95A3-A540D530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0018"/>
            <a:ext cx="7924800" cy="47016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4DCA9DE-4EFF-5D5A-2A02-813CD7E91203}"/>
              </a:ext>
            </a:extLst>
          </p:cNvPr>
          <p:cNvSpPr/>
          <p:nvPr/>
        </p:nvSpPr>
        <p:spPr>
          <a:xfrm>
            <a:off x="4487091" y="2433637"/>
            <a:ext cx="1828800" cy="22098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516317"/>
      </p:ext>
    </p:extLst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마지막 페이지의 게시글 조회</a:t>
            </a:r>
            <a:endParaRPr lang="en-US" altLang="ko-KR" dirty="0"/>
          </a:p>
          <a:p>
            <a:pPr lvl="1"/>
            <a:r>
              <a:rPr lang="en-US" altLang="ko-KR" dirty="0"/>
              <a:t>6</a:t>
            </a:r>
            <a:r>
              <a:rPr lang="ko-KR" altLang="en-US" dirty="0"/>
              <a:t> </a:t>
            </a:r>
            <a:r>
              <a:rPr lang="en-US" altLang="ko-KR" dirty="0"/>
              <a:t>X 10</a:t>
            </a:r>
            <a:r>
              <a:rPr lang="ko-KR" altLang="en-US" dirty="0"/>
              <a:t> </a:t>
            </a:r>
            <a:r>
              <a:rPr lang="en-US" altLang="ko-KR" dirty="0"/>
              <a:t>+ 1 = 61</a:t>
            </a:r>
          </a:p>
          <a:p>
            <a:pPr lvl="1"/>
            <a:r>
              <a:rPr lang="en-US" altLang="ko-KR" dirty="0"/>
              <a:t>(6</a:t>
            </a:r>
            <a:r>
              <a:rPr lang="ko-KR" altLang="en-US" dirty="0"/>
              <a:t> </a:t>
            </a:r>
            <a:r>
              <a:rPr lang="en-US" altLang="ko-KR" dirty="0"/>
              <a:t>+ 1) X</a:t>
            </a:r>
            <a:r>
              <a:rPr lang="ko-KR" altLang="en-US" dirty="0"/>
              <a:t> </a:t>
            </a:r>
            <a:r>
              <a:rPr lang="en-US" altLang="ko-KR" dirty="0"/>
              <a:t>10 = 70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847525-7E3C-F23E-95A3-A540D530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0018"/>
            <a:ext cx="7924800" cy="47016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4DCA9DE-4EFF-5D5A-2A02-813CD7E91203}"/>
              </a:ext>
            </a:extLst>
          </p:cNvPr>
          <p:cNvSpPr/>
          <p:nvPr/>
        </p:nvSpPr>
        <p:spPr>
          <a:xfrm>
            <a:off x="6485709" y="2433637"/>
            <a:ext cx="1828800" cy="22098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64644"/>
      </p:ext>
    </p:extLst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은</a:t>
            </a:r>
            <a:r>
              <a:rPr lang="en-US" altLang="ko-KR" dirty="0"/>
              <a:t> Paging Query</a:t>
            </a:r>
            <a:r>
              <a:rPr lang="ko-KR" altLang="en-US" dirty="0"/>
              <a:t>를 이용해 작성한다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Paging</a:t>
            </a:r>
            <a:r>
              <a:rPr lang="ko-KR" altLang="en-US" dirty="0"/>
              <a:t> </a:t>
            </a:r>
            <a:r>
              <a:rPr lang="en-US" altLang="ko-KR" dirty="0"/>
              <a:t>Query </a:t>
            </a:r>
            <a:r>
              <a:rPr lang="ko-KR" altLang="en-US" dirty="0"/>
              <a:t>형태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526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EDC7C-5600-4758-CB97-E00F827FD447}"/>
              </a:ext>
            </a:extLst>
          </p:cNvPr>
          <p:cNvSpPr txBox="1"/>
          <p:nvPr/>
        </p:nvSpPr>
        <p:spPr>
          <a:xfrm>
            <a:off x="457200" y="1905000"/>
            <a:ext cx="853135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SELECT *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FROM (SELECT ROWNUM RNUM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, S.*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(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정렬된 조회 쿼리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ROWNUM &lt;=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 </a:t>
            </a:r>
            <a:r>
              <a:rPr lang="ko-KR" altLang="en-US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끝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게시글 번호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WHERE RNUM &gt;= </a:t>
            </a:r>
            <a:r>
              <a:rPr lang="ko-KR" alt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조회 시작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번호</a:t>
            </a:r>
          </a:p>
        </p:txBody>
      </p:sp>
    </p:spTree>
    <p:extLst>
      <p:ext uri="{BB962C8B-B14F-4D97-AF65-F5344CB8AC3E}">
        <p14:creationId xmlns:p14="http://schemas.microsoft.com/office/powerpoint/2010/main" val="811113352"/>
      </p:ext>
    </p:extLst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/>
              <a:t>VO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/>
            <a:r>
              <a:rPr lang="en-US" altLang="ko-KR" dirty="0"/>
              <a:t>SearchBoardVO.java ( 1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검색할 페이지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목록에 노출시킬 게시글의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생성할 최대 페이지 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94704510"/>
      </p:ext>
    </p:extLst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/>
              <a:t>VO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/>
            <a:r>
              <a:rPr lang="en-US" altLang="ko-KR" dirty="0"/>
              <a:t>SearchBoardVO.java ( 2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63845789"/>
      </p:ext>
    </p:extLst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/>
              <a:t>VO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/>
            <a:r>
              <a:rPr lang="en-US" altLang="ko-KR" dirty="0"/>
              <a:t>SearchBoardVO.java ( 3 / 3 )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529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905000"/>
            <a:ext cx="853135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Math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ceil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double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8678264"/>
      </p:ext>
    </p:extLst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 err="1"/>
              <a:t>BoardDao</a:t>
            </a:r>
            <a:r>
              <a:rPr lang="en-US" altLang="ko-KR" dirty="0"/>
              <a:t> </a:t>
            </a:r>
            <a:r>
              <a:rPr lang="ko-KR" altLang="en-US" dirty="0"/>
              <a:t>메소드 정의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600200"/>
            <a:ext cx="85313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DB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에 저장된 모든 게시글의 목록을 조회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@param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검색할 조건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페이지번호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노출할 목록개수 등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DB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에서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조회돈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게시글의 목록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7722626"/>
      </p:ext>
    </p:extLst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 err="1"/>
              <a:t>BoardDaoImpl</a:t>
            </a:r>
            <a:r>
              <a:rPr lang="en-US" altLang="ko-KR" dirty="0"/>
              <a:t> </a:t>
            </a:r>
            <a:r>
              <a:rPr lang="ko-KR" altLang="en-US" dirty="0"/>
              <a:t>메소드 구현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600200"/>
            <a:ext cx="853135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Repository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SqlSessionDaoSupport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selectList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getSqlSession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selectList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searchAllBoard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7989189"/>
      </p:ext>
    </p:extLst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쿼리 작성</a:t>
            </a:r>
            <a:r>
              <a:rPr lang="en-US" altLang="ko-KR" dirty="0"/>
              <a:t> </a:t>
            </a:r>
            <a:r>
              <a:rPr lang="ko-KR" altLang="en-US" dirty="0"/>
              <a:t>메소드 구현 </a:t>
            </a:r>
            <a:r>
              <a:rPr lang="en-US" altLang="ko-KR" dirty="0"/>
              <a:t>(BoardDaoMapper.xml) ( 1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6002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&lt;mapper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com.example.demo.bbs.dao.BoardDao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 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&lt;select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searchAllBoard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com.example.demo.bbs.vo.SearchBoardVO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resultMap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boardVOMap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SELECT *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FROM (SELECT ROWNUM RNUM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, S.*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FROM (SELECT B.ID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B.SUBJECT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B.CONTENT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B.EMAIL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B.VIEW_CNT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TO_CHAR(B.CRT_DT, 'YYYY-MM-DD') CRT_DT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TO_CHAR(B.MDFY_DT, 'YYYY-MM-DD') MDFY_DT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B.FILE_NAME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B.ORIGIN_FILE_NAME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, M.NAME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FROM BOARD B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INNER JOIN MEMBERS M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ON B.EMAIL = M.EMAIL</a:t>
            </a:r>
          </a:p>
        </p:txBody>
      </p:sp>
    </p:spTree>
    <p:extLst>
      <p:ext uri="{BB962C8B-B14F-4D97-AF65-F5344CB8AC3E}">
        <p14:creationId xmlns:p14="http://schemas.microsoft.com/office/powerpoint/2010/main" val="3247151465"/>
      </p:ext>
    </p:extLst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쿼리 작성</a:t>
            </a:r>
            <a:r>
              <a:rPr lang="en-US" altLang="ko-KR" dirty="0"/>
              <a:t> </a:t>
            </a:r>
            <a:r>
              <a:rPr lang="ko-KR" altLang="en-US" dirty="0"/>
              <a:t>메소드 구현 </a:t>
            </a:r>
            <a:r>
              <a:rPr lang="en-US" altLang="ko-KR" dirty="0"/>
              <a:t>(BoardDaoMapper.xml) ( 2 / 2 )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600200"/>
            <a:ext cx="853135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ORDER BY B.ID DESC) S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WHERE ROWNUM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&lt;![CDATA[&lt;=]]&gt;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(#{pageNo} + 1) * #{listSize} 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WHERE RNUM &gt;= #{pageNo} * #{listSize} + 1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&lt;/select&gt;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&lt;insert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createNewBoard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parameterType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com.example.demo.bbs.vo.BoardVO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 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&lt;/mapper&gt;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6282581"/>
      </p:ext>
    </p:extLst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 err="1"/>
              <a:t>BoardService</a:t>
            </a:r>
            <a:r>
              <a:rPr lang="ko-KR" altLang="en-US" dirty="0"/>
              <a:t>의 파라미터 추가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600200"/>
            <a:ext cx="853135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interface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게시글의 목록과 게시글의 건수를 모두 조회한다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@return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9700"/>
      </p:ext>
    </p:extLst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 err="1"/>
              <a:t>BoardServicempl</a:t>
            </a:r>
            <a:r>
              <a:rPr lang="en-US" altLang="ko-KR" dirty="0"/>
              <a:t> </a:t>
            </a:r>
            <a:r>
              <a:rPr lang="ko-KR" altLang="en-US" dirty="0"/>
              <a:t>메소드 변경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6002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implements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Override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건수와 게시글 목록을 가지는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객체 선언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총 건수 조회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setBoardCnt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getBoardAllCount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목록 조회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==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setBoardList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boardDao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 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1955075"/>
      </p:ext>
    </p:extLst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Pagination</a:t>
            </a:r>
            <a:r>
              <a:rPr lang="ko-KR" altLang="en-US" dirty="0"/>
              <a:t>을 위한 </a:t>
            </a:r>
            <a:r>
              <a:rPr lang="en-US" altLang="ko-KR" dirty="0" err="1"/>
              <a:t>BoardController</a:t>
            </a:r>
            <a:r>
              <a:rPr lang="en-US" altLang="ko-KR" dirty="0"/>
              <a:t> </a:t>
            </a:r>
            <a:r>
              <a:rPr lang="ko-KR" altLang="en-US" dirty="0"/>
              <a:t>메소드 변경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600200"/>
            <a:ext cx="853135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"/board/list"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viewBoardList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ModelAttribute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searchBoardVO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boardListVO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getBoardCnt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setViewName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"board/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addObject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modelAndView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GetMapping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"/board/excel/download"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ResponseEntity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Resource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downloadExcelFile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모든 게시글 조회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boardListVO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boardService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getAllBoard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3833189"/>
      </p:ext>
    </p:extLst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 페이지 번호 노출시키기 </a:t>
            </a:r>
            <a:r>
              <a:rPr lang="en-US" altLang="ko-KR" dirty="0"/>
              <a:t>( 1 / 3 )</a:t>
            </a:r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div.grid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grid-template-columns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grid-template-rows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1fr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28px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row-gap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ul.page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-nav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margin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center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ul.page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-nav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display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inline-block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padding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10px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#333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ul.page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-nav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li.active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694784"/>
      </p:ext>
    </p:extLst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 페이지 번호 노출시키기 </a:t>
            </a:r>
            <a:r>
              <a:rPr lang="en-US" altLang="ko-KR" dirty="0"/>
              <a:t>( 2 / 3 )</a:t>
            </a:r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#F00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font-weight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bold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&lt;table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"table"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&lt;/table&gt;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&lt;ul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"page-nav"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begin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"1"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end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searchBoardVO.pageCount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step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"1"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"p"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eq p-1 ? "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active</a:t>
            </a:r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CD313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""}"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list?pageNo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=${p-1}&amp;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${p}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2848088"/>
      </p:ext>
    </p:extLst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 페이지 번호 노출시키기 </a:t>
            </a:r>
            <a:r>
              <a:rPr lang="en-US" altLang="ko-KR" dirty="0"/>
              <a:t>( 3 / 3 )</a:t>
            </a:r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539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88123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&lt;/ul&gt;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"${not empty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sessionScope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._LOGIN_USER_}"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"right-align"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"/board/excel/download"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엑셀 다운로드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"/board/write"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게시글 등록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9259221"/>
      </p:ext>
    </p:extLst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테스트</a:t>
            </a:r>
            <a:endParaRPr lang="en-US" altLang="ko-KR" dirty="0"/>
          </a:p>
          <a:p>
            <a:pPr lvl="1"/>
            <a:r>
              <a:rPr lang="ko-KR" altLang="en-US" dirty="0"/>
              <a:t>게시글 여러 개를 작성하며 페이징이 잘 되는지 확인한다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3088DED-8B30-71E1-5614-73DCEA1E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73131"/>
            <a:ext cx="7646632" cy="379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70775"/>
      </p:ext>
    </p:extLst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새로운 게시글 </a:t>
            </a:r>
            <a:r>
              <a:rPr lang="en-US" altLang="ko-KR" dirty="0"/>
              <a:t>300</a:t>
            </a:r>
            <a:r>
              <a:rPr lang="ko-KR" altLang="en-US" dirty="0"/>
              <a:t>개를 추가로 작성했을 때</a:t>
            </a:r>
            <a:endParaRPr lang="en-US" altLang="ko-KR" dirty="0"/>
          </a:p>
          <a:p>
            <a:pPr lvl="1"/>
            <a:r>
              <a:rPr lang="ko-KR" altLang="en-US" dirty="0"/>
              <a:t>페이지 번호가 계속 길어지는 모습을 확인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541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1B19BE-D700-36A6-74D3-A38A21E5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81200"/>
            <a:ext cx="5715000" cy="42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23898"/>
      </p:ext>
    </p:extLst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번호도 </a:t>
            </a:r>
            <a:r>
              <a:rPr lang="en-US" altLang="ko-KR" dirty="0"/>
              <a:t>Pagination</a:t>
            </a:r>
            <a:r>
              <a:rPr lang="ko-KR" altLang="en-US" dirty="0"/>
              <a:t>을 해 주어야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542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449A153-AA2F-2E10-DC1F-8D225A6B6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76400"/>
            <a:ext cx="6611273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44079"/>
      </p:ext>
    </p:extLst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번호도 </a:t>
            </a:r>
            <a:r>
              <a:rPr lang="en-US" altLang="ko-KR" dirty="0"/>
              <a:t>Pagination</a:t>
            </a:r>
            <a:r>
              <a:rPr lang="ko-KR" altLang="en-US" dirty="0"/>
              <a:t>을 해 주어야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필요 데이터</a:t>
            </a:r>
            <a:endParaRPr lang="en-US" altLang="ko-KR" dirty="0"/>
          </a:p>
          <a:p>
            <a:pPr lvl="2"/>
            <a:r>
              <a:rPr lang="ko-KR" altLang="en-US" dirty="0"/>
              <a:t>총 페이지의 개수</a:t>
            </a:r>
            <a:endParaRPr lang="en-US" altLang="ko-KR" dirty="0"/>
          </a:p>
          <a:p>
            <a:pPr lvl="2"/>
            <a:r>
              <a:rPr lang="ko-KR" altLang="en-US" dirty="0"/>
              <a:t>한 페이지 그룹에 보여줄 페이지 번호의 개수</a:t>
            </a:r>
            <a:endParaRPr lang="en-US" altLang="ko-KR" dirty="0"/>
          </a:p>
          <a:p>
            <a:pPr lvl="2"/>
            <a:r>
              <a:rPr lang="ko-KR" altLang="en-US" dirty="0"/>
              <a:t>총 페이지 그룹의 개수</a:t>
            </a:r>
            <a:endParaRPr lang="en-US" altLang="ko-KR" dirty="0"/>
          </a:p>
          <a:p>
            <a:pPr lvl="2"/>
            <a:r>
              <a:rPr lang="ko-KR" altLang="en-US" dirty="0"/>
              <a:t>현재 페이지 그룹 번호</a:t>
            </a:r>
            <a:endParaRPr lang="en-US" altLang="ko-KR" dirty="0"/>
          </a:p>
          <a:p>
            <a:pPr lvl="2"/>
            <a:r>
              <a:rPr lang="ko-KR" altLang="en-US" dirty="0"/>
              <a:t>페이지 그룹 번호의 시작 페이지 번호</a:t>
            </a:r>
            <a:endParaRPr lang="en-US" altLang="ko-KR" dirty="0"/>
          </a:p>
          <a:p>
            <a:pPr lvl="2"/>
            <a:r>
              <a:rPr lang="ko-KR" altLang="en-US" dirty="0"/>
              <a:t>페이지 그룹 번호의 끝 페이지 번호</a:t>
            </a:r>
            <a:endParaRPr lang="en-US" altLang="ko-KR" dirty="0"/>
          </a:p>
          <a:p>
            <a:pPr lvl="1"/>
            <a:r>
              <a:rPr lang="ko-KR" altLang="en-US" dirty="0"/>
              <a:t>총 페이지 그룹의 개수</a:t>
            </a:r>
            <a:endParaRPr lang="en-US" altLang="ko-KR" dirty="0"/>
          </a:p>
          <a:p>
            <a:pPr lvl="2"/>
            <a:r>
              <a:rPr lang="ko-KR" altLang="en-US" dirty="0"/>
              <a:t>총 페이지의 개수 </a:t>
            </a:r>
            <a:r>
              <a:rPr lang="en-US" altLang="ko-KR" dirty="0"/>
              <a:t>/ </a:t>
            </a:r>
            <a:r>
              <a:rPr lang="ko-KR" altLang="en-US" dirty="0"/>
              <a:t>한 페이지에 보여줄 페이지 번호의 개수</a:t>
            </a:r>
            <a:endParaRPr lang="en-US" altLang="ko-KR" dirty="0"/>
          </a:p>
          <a:p>
            <a:pPr lvl="1"/>
            <a:r>
              <a:rPr lang="ko-KR" altLang="en-US" dirty="0"/>
              <a:t>현재 페이지 그룹 번호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현재 페이지 번호 </a:t>
            </a:r>
            <a:r>
              <a:rPr lang="en-US" altLang="ko-KR" dirty="0"/>
              <a:t>/ </a:t>
            </a:r>
            <a:r>
              <a:rPr lang="ko-KR" altLang="en-US" dirty="0"/>
              <a:t>한 페이지 그룹에 보여줄 페이지 번호의 개수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페이지 그룹 번호의 시작 페이지 번호</a:t>
            </a:r>
            <a:endParaRPr lang="en-US" altLang="ko-KR" dirty="0"/>
          </a:p>
          <a:p>
            <a:pPr lvl="2"/>
            <a:r>
              <a:rPr lang="ko-KR" altLang="en-US" dirty="0"/>
              <a:t>현재 페이지 그룹 번호 </a:t>
            </a:r>
            <a:r>
              <a:rPr lang="en-US" altLang="ko-KR" dirty="0"/>
              <a:t>* </a:t>
            </a:r>
            <a:r>
              <a:rPr lang="ko-KR" altLang="en-US" dirty="0"/>
              <a:t>한 페이지 그룹에 보여줄 페이지 번호의 개수</a:t>
            </a:r>
            <a:endParaRPr lang="en-US" altLang="ko-KR" dirty="0"/>
          </a:p>
          <a:p>
            <a:pPr lvl="1"/>
            <a:r>
              <a:rPr lang="ko-KR" altLang="en-US" dirty="0"/>
              <a:t>페이지 그룹 번호의 끝 페이지 번호 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현재 페이지 그룹번호 </a:t>
            </a:r>
            <a:r>
              <a:rPr lang="en-US" altLang="ko-KR" dirty="0"/>
              <a:t>+ 1) * </a:t>
            </a:r>
            <a:r>
              <a:rPr lang="ko-KR" altLang="en-US" dirty="0"/>
              <a:t>한 페이지 그룹에 보여줄 페이지 번호의 개수 </a:t>
            </a:r>
            <a:r>
              <a:rPr lang="en-US" altLang="ko-KR" dirty="0"/>
              <a:t>- 1</a:t>
            </a:r>
          </a:p>
          <a:p>
            <a:pPr lvl="2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6605619"/>
      </p:ext>
    </p:extLst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그룹 만들기 </a:t>
            </a:r>
            <a:r>
              <a:rPr lang="en-US" altLang="ko-KR" dirty="0"/>
              <a:t>( 1 / 7 )</a:t>
            </a:r>
          </a:p>
          <a:p>
            <a:pPr lvl="1"/>
            <a:r>
              <a:rPr lang="en-US" altLang="ko-KR" dirty="0"/>
              <a:t>SearchBoardVO.java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49E62-B391-FD2F-EB19-89D4D78C3BDF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bbs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검색할 페이지 번호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한 목록에 노출시킬 게시글의 개수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생성할 최대 페이지 수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한 페이지 그룹에 보여줄 페이지 번호의 개수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6430591"/>
      </p:ext>
    </p:extLst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그룹 만들기 </a:t>
            </a:r>
            <a:r>
              <a:rPr lang="en-US" altLang="ko-KR" dirty="0"/>
              <a:t>( 2 / 7 )</a:t>
            </a:r>
          </a:p>
          <a:p>
            <a:pPr lvl="1"/>
            <a:r>
              <a:rPr lang="en-US" altLang="ko-KR" dirty="0"/>
              <a:t>SearchBoardVO.java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49E62-B391-FD2F-EB19-89D4D78C3BDF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총 페이지 그룹의 개수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현재 페이지 그룹 번호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페이지 그룹 번호의 시작 페이지 번호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페이지 그룹 번호의 끝 페이지 번호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8630536"/>
      </p:ext>
    </p:extLst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그룹 만들기 </a:t>
            </a:r>
            <a:r>
              <a:rPr lang="en-US" altLang="ko-KR" dirty="0"/>
              <a:t>( 3 / 7 )</a:t>
            </a:r>
          </a:p>
          <a:p>
            <a:pPr lvl="1"/>
            <a:r>
              <a:rPr lang="en-US" altLang="ko-KR" dirty="0"/>
              <a:t>SearchBoardVO.java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49E62-B391-FD2F-EB19-89D4D78C3BDF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groupEndPageNo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다음 그룹이 존재하는지 확인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hasNextGroup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이전 그룹이 존재하는지 확인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hasPrevGroup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다음 그룹의 시작 페이지 번호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nextGroupStartPageNo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이전 그룹의 시작 페이지 번호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prevGroupStartPageNo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9917570"/>
      </p:ext>
    </p:extLst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그룹 만들기 </a:t>
            </a:r>
            <a:r>
              <a:rPr lang="en-US" altLang="ko-KR" dirty="0"/>
              <a:t>( 4 / 7 )</a:t>
            </a:r>
          </a:p>
          <a:p>
            <a:pPr lvl="1"/>
            <a:r>
              <a:rPr lang="en-US" altLang="ko-KR" dirty="0"/>
              <a:t>SearchBoardVO.java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49E62-B391-FD2F-EB19-89D4D78C3BDF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692104585"/>
      </p:ext>
    </p:extLst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그룹 만들기 </a:t>
            </a:r>
            <a:r>
              <a:rPr lang="en-US" altLang="ko-KR" dirty="0"/>
              <a:t>( 5 / 7 )</a:t>
            </a:r>
          </a:p>
          <a:p>
            <a:pPr lvl="1"/>
            <a:r>
              <a:rPr lang="en-US" altLang="ko-KR" dirty="0"/>
              <a:t>SearchBoardVO.java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49E62-B391-FD2F-EB19-89D4D78C3BDF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Math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ceil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double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Math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ceil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((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double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/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/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*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groupEndPageNo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*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-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groupEndPageNo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groupEndPageNo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-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hasNextGroup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&lt;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hasPrevGroup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&gt;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nextGroupStartPageNo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groupEndPageNo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prevGroupStartPageNo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-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this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557671"/>
      </p:ext>
    </p:extLst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그룹 만들기 </a:t>
            </a:r>
            <a:r>
              <a:rPr lang="en-US" altLang="ko-KR" dirty="0"/>
              <a:t>( 6 / 7 )</a:t>
            </a:r>
          </a:p>
          <a:p>
            <a:pPr lvl="1"/>
            <a:r>
              <a:rPr lang="en-US" altLang="ko-KR" dirty="0"/>
              <a:t>SearchBoardVO.java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549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49E62-B391-FD2F-EB19-89D4D78C3BDF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pageCountInGroup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getGroupCount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getGroupEndPageNo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groupEndPageNo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isHasNextGroup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9136050"/>
      </p:ext>
    </p:extLst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그룹 만들기 </a:t>
            </a:r>
            <a:r>
              <a:rPr lang="en-US" altLang="ko-KR" dirty="0"/>
              <a:t>( 7 / 7 )</a:t>
            </a:r>
          </a:p>
          <a:p>
            <a:pPr lvl="1"/>
            <a:r>
              <a:rPr lang="en-US" altLang="ko-KR" dirty="0"/>
              <a:t>SearchBoardVO.java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49E62-B391-FD2F-EB19-89D4D78C3BDF}"/>
              </a:ext>
            </a:extLst>
          </p:cNvPr>
          <p:cNvSpPr txBox="1"/>
          <p:nvPr/>
        </p:nvSpPr>
        <p:spPr>
          <a:xfrm>
            <a:off x="457200" y="1881230"/>
            <a:ext cx="8531352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hasNextGroup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isHasPrevGroup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hasPrevGroup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getNextGroupStartPageNo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nextGroupStartPageNo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getPrevGroupStartPageNo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prevGroupStartPageNo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0733702"/>
      </p:ext>
    </p:extLst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 페이지 번호 노출시키기 </a:t>
            </a:r>
            <a:r>
              <a:rPr lang="en-US" altLang="ko-KR" dirty="0"/>
              <a:t>( 1 / 3 )</a:t>
            </a:r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"grid"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&lt;ul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"page-nav"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searchBoardVO.hasPrevGroup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list?pageNo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=0&amp;listSize=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   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처음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list?pageNo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prevGroupStartPageNo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}&amp;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</a:t>
            </a:r>
            <a:endParaRPr lang="en-US" altLang="ko-KR" sz="1400" b="0" dirty="0">
              <a:solidFill>
                <a:srgbClr val="0000FF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VO.listSize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이전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begin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searchBoardVO.groupStartPageNo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searchBoardVO.groupEndPageNo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step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"1"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8597145"/>
      </p:ext>
    </p:extLst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 페이지 번호 노출시키기 </a:t>
            </a:r>
            <a:r>
              <a:rPr lang="en-US" altLang="ko-KR" dirty="0"/>
              <a:t>( 2 / 3 )</a:t>
            </a:r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88123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&lt;li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searchBoardVO.pageNo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eq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? "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active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: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""}"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"/board/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list?pageNo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}&amp;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searchBoard</a:t>
            </a:r>
            <a:endParaRPr lang="en-US" altLang="ko-KR" sz="1400" b="0" dirty="0">
              <a:solidFill>
                <a:srgbClr val="0000FF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  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VO.listSize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${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p+1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c:forEach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searchBoardVO.hasNextGroup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list?pageNo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searchBoardVO.nextGroup</a:t>
            </a:r>
            <a:endParaRPr lang="en-US" altLang="ko-KR" sz="1400" b="0" dirty="0">
              <a:solidFill>
                <a:srgbClr val="0000FF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StartPageNo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}&amp;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searchBoardVO.list</a:t>
            </a:r>
            <a:endParaRPr lang="en-US" altLang="ko-KR" sz="1400" b="0" dirty="0">
              <a:solidFill>
                <a:srgbClr val="0000FF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Size}"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다음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"/board/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list?pageNo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searchBoardVO.pageCount</a:t>
            </a:r>
            <a:endParaRPr lang="en-US" altLang="ko-KR" sz="1400" b="0" dirty="0">
              <a:solidFill>
                <a:srgbClr val="0000FF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     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-1}&amp;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=${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searchBoardVO.listSize</a:t>
            </a:r>
            <a:r>
              <a:rPr lang="en-US" altLang="ko-KR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}"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</a:p>
          <a:p>
            <a:pPr algn="l"/>
            <a:r>
              <a:rPr lang="en-US" altLang="ko-KR" sz="1400" b="0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             </a:t>
            </a:r>
            <a:r>
              <a:rPr lang="ko-KR" alt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마지막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&lt;/a&gt;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&lt;/li&gt;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c:if</a:t>
            </a:r>
            <a:r>
              <a:rPr lang="en-US" altLang="ko-KR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맑은 고딕" panose="020B0503020000020004" pitchFamily="50" charset="-127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&lt;/ul&gt;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2114024"/>
      </p:ext>
    </p:extLst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게시글 목록에 페이지 번호 노출시키기 </a:t>
            </a:r>
            <a:r>
              <a:rPr lang="en-US" altLang="ko-KR" dirty="0"/>
              <a:t>( 3 / 3 )</a:t>
            </a:r>
          </a:p>
          <a:p>
            <a:pPr lvl="1"/>
            <a:r>
              <a:rPr lang="en-US" altLang="ko-KR" dirty="0" err="1"/>
              <a:t>boardlist.jsp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6E71-1D17-2F87-00A2-B3505D7D8C7B}"/>
              </a:ext>
            </a:extLst>
          </p:cNvPr>
          <p:cNvSpPr txBox="1"/>
          <p:nvPr/>
        </p:nvSpPr>
        <p:spPr>
          <a:xfrm>
            <a:off x="457200" y="1881230"/>
            <a:ext cx="8531352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&lt;/div&gt;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...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생략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231775908"/>
      </p:ext>
    </p:extLst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</a:t>
            </a:r>
            <a:r>
              <a:rPr lang="en-US" altLang="ko-KR" dirty="0"/>
              <a:t> </a:t>
            </a:r>
            <a:r>
              <a:rPr lang="ko-KR" altLang="en-US" dirty="0"/>
              <a:t>그룹별로 페이지 번호도 </a:t>
            </a:r>
            <a:r>
              <a:rPr lang="en-US" altLang="ko-KR" dirty="0"/>
              <a:t>Pagination </a:t>
            </a:r>
            <a:r>
              <a:rPr lang="ko-KR" altLang="en-US" dirty="0"/>
              <a:t>처리된다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16. Pagination</a:t>
            </a:r>
            <a:r>
              <a:rPr lang="ko-KR" altLang="en-US" dirty="0"/>
              <a:t> 구현하기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3FBD17-FE93-0AEF-32EB-00C2B8CE2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78140"/>
            <a:ext cx="6725637" cy="499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81886"/>
      </p:ext>
    </p:extLst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17. </a:t>
            </a:r>
            <a:r>
              <a:rPr lang="ko-KR" altLang="en-US" sz="4000" b="1" dirty="0">
                <a:latin typeface="+mj-ea"/>
              </a:rPr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3BA790-3350-0E2C-501B-C6BF4903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532252"/>
      </p:ext>
    </p:extLst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단위 테스트</a:t>
            </a:r>
            <a:endParaRPr lang="en-US" altLang="ko-KR" dirty="0"/>
          </a:p>
          <a:p>
            <a:pPr lvl="1"/>
            <a:r>
              <a:rPr lang="ko-KR" altLang="en-US" dirty="0"/>
              <a:t>개발 중인 쿼리를 포함한 모든 </a:t>
            </a:r>
            <a:r>
              <a:rPr lang="en-US" altLang="ko-KR" dirty="0"/>
              <a:t>Java Logic</a:t>
            </a:r>
            <a:r>
              <a:rPr lang="ko-KR" altLang="en-US" dirty="0"/>
              <a:t>을 기능별로 테스트하는 방법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단위 테스트의 목적</a:t>
            </a:r>
            <a:endParaRPr lang="en-US" altLang="ko-KR" dirty="0"/>
          </a:p>
          <a:p>
            <a:pPr lvl="1"/>
            <a:r>
              <a:rPr lang="ko-KR" altLang="en-US" dirty="0"/>
              <a:t>개발이 완료되고 실 사용 애플리케이션으로 공개되었을 때 오류 발생율을 최소화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실행되지 않는 </a:t>
            </a:r>
            <a:r>
              <a:rPr lang="en-US" altLang="ko-KR" dirty="0"/>
              <a:t>Java Logic</a:t>
            </a:r>
            <a:r>
              <a:rPr lang="ko-KR" altLang="en-US" dirty="0"/>
              <a:t>을 정리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코드가 의도한대로 잘 동작하는지 확인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코드가 수정되었을 때 </a:t>
            </a:r>
            <a:r>
              <a:rPr lang="en-US" altLang="ko-KR" dirty="0"/>
              <a:t>Side-Effect</a:t>
            </a:r>
            <a:r>
              <a:rPr lang="ko-KR" altLang="en-US" dirty="0"/>
              <a:t>가 발생하지 않는지 확인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단위 테스트를 하기 위한 라이브러리</a:t>
            </a:r>
            <a:endParaRPr lang="en-US" altLang="ko-KR" dirty="0"/>
          </a:p>
          <a:p>
            <a:pPr lvl="1"/>
            <a:r>
              <a:rPr lang="en-US" altLang="ko-KR" dirty="0"/>
              <a:t>J-Unit</a:t>
            </a:r>
          </a:p>
          <a:p>
            <a:pPr lvl="2"/>
            <a:r>
              <a:rPr lang="ko-KR" altLang="en-US" dirty="0"/>
              <a:t>가장 보편적으로 사용되는 오픈소스 라이브러리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9944252"/>
      </p:ext>
    </p:extLst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설정하기</a:t>
            </a:r>
            <a:endParaRPr lang="en-US" altLang="ko-KR" dirty="0"/>
          </a:p>
          <a:p>
            <a:pPr lvl="1"/>
            <a:r>
              <a:rPr lang="ko-KR" altLang="en-US" dirty="0"/>
              <a:t>프로젝트의 </a:t>
            </a:r>
            <a:r>
              <a:rPr lang="en-US" altLang="ko-KR" dirty="0"/>
              <a:t>Build path </a:t>
            </a:r>
            <a:r>
              <a:rPr lang="ko-KR" altLang="en-US" dirty="0"/>
              <a:t>설정 </a:t>
            </a:r>
            <a:r>
              <a:rPr lang="en-US" altLang="ko-KR" dirty="0"/>
              <a:t>&gt; Libraries &gt; Add Library… &gt; JUnit -&gt; Next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557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C42495-4A41-B64F-0D05-D58AA8174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5000"/>
            <a:ext cx="4867954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01376"/>
      </p:ext>
    </p:extLst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설정하기</a:t>
            </a:r>
            <a:endParaRPr lang="en-US" altLang="ko-KR" dirty="0"/>
          </a:p>
          <a:p>
            <a:pPr lvl="1"/>
            <a:r>
              <a:rPr lang="en-US" altLang="ko-KR" dirty="0"/>
              <a:t>JUnit 5 </a:t>
            </a:r>
            <a:r>
              <a:rPr lang="ko-KR" altLang="en-US" dirty="0"/>
              <a:t>선택 후 </a:t>
            </a:r>
            <a:r>
              <a:rPr lang="en-US" altLang="ko-KR" dirty="0"/>
              <a:t>Finish</a:t>
            </a:r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FEC296-DFDF-3F43-8CE1-B93C62633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4999"/>
            <a:ext cx="4867954" cy="431542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475336"/>
      </p:ext>
    </p:extLst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설정하기</a:t>
            </a:r>
            <a:endParaRPr lang="en-US" altLang="ko-KR" dirty="0"/>
          </a:p>
          <a:p>
            <a:pPr lvl="1"/>
            <a:r>
              <a:rPr lang="en-US" altLang="ko-KR" dirty="0"/>
              <a:t>JUnit 5 </a:t>
            </a:r>
            <a:r>
              <a:rPr lang="ko-KR" altLang="en-US" dirty="0"/>
              <a:t>이 추가되었는지 확인 </a:t>
            </a:r>
            <a:r>
              <a:rPr lang="en-US" altLang="ko-KR" dirty="0"/>
              <a:t>&gt; Apply and Close </a:t>
            </a:r>
            <a:r>
              <a:rPr lang="ko-KR" altLang="en-US" dirty="0"/>
              <a:t>클릭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559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DD514D-DB54-9CBC-07CE-49CD0D0C3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04" y="1926903"/>
            <a:ext cx="7344991" cy="439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9789"/>
      </p:ext>
    </p:extLst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 설정하기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src</a:t>
            </a:r>
            <a:r>
              <a:rPr lang="en-US" altLang="ko-KR" dirty="0"/>
              <a:t>/test/java</a:t>
            </a:r>
            <a:r>
              <a:rPr lang="ko-KR" altLang="en-US" dirty="0"/>
              <a:t>에 </a:t>
            </a:r>
            <a:r>
              <a:rPr lang="en-US" altLang="ko-KR" dirty="0" err="1"/>
              <a:t>member.service</a:t>
            </a:r>
            <a:r>
              <a:rPr lang="ko-KR" altLang="en-US" dirty="0"/>
              <a:t> 패키지 생성 후</a:t>
            </a:r>
            <a:endParaRPr lang="en-US" altLang="ko-KR" dirty="0"/>
          </a:p>
          <a:p>
            <a:pPr lvl="1"/>
            <a:r>
              <a:rPr lang="en-US" altLang="ko-KR" dirty="0"/>
              <a:t>MemberServiceImplTest.java </a:t>
            </a:r>
            <a:r>
              <a:rPr lang="ko-KR" altLang="en-US" dirty="0"/>
              <a:t>파일 생성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286E58-93A8-AB9B-8323-DA7F439DF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20159"/>
            <a:ext cx="3200400" cy="21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11866"/>
      </p:ext>
    </p:extLst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( 1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org.junit.jupiter.api.Assertions.assertFalse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org.junit.jupiter.api.Assertions.assertNotNull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org.junit.jupiter.api.Assertions.assertTrue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org.junit.jupiter.api.Assertions.assertEquals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org.junit.jupiter.api.Assertions.assertNotEquals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org.junit.jupiter.api.Assertions.assertThrows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org.mockito.BDDMockito.given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org.mockito.Mockito.verify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org.junit.jupiter.api.extension.ExtendWith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org.springframework.beans.factory.annotation.Autowired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org.springframework.boot.test.context.SpringBootTest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org.springframework.boot.test.mock.mockito.MockBean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org.springframework.context.annotation.Import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org.springframework.test.context.junit.jupiter.SpringExtension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com.example.demo.exceptions.AlreadyUseException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84372015"/>
      </p:ext>
    </p:extLst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( 2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com.example.demo.member.dao.MemberDao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com.example.demo.member.dao.MemberDaoImpl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com.example.demo.member.vo.MemberVO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SpringBootTest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모든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생성하기 위해 선언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ExtendWith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SpringExtension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//JUnit5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 명시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테스트를 위해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MemberDaoImpl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주입하기 위해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({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MemberDaoImpl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})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해주기 위한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선언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가짜 객체를 생성하기 위한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MockBean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선언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1060077"/>
      </p:ext>
    </p:extLst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( 3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MockBean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ID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중복체크 테스트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1.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테스트를 위해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 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해야할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일을 작성한다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 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코드만 테스트 하기 위한 목적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할일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user01@gmail.com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전달하면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(0); 0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반환한다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1.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테스트를 위해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 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해야할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일을 작성한다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191193"/>
      </p:ext>
    </p:extLst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( 4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 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코드만 테스트 하기 위한 목적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할일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user02@gmail.com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파라미터로 전달하면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 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(1); 1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반환한다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"user02@gmail.com"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when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2.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메소드 실행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실행한다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then 3.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결과가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인지 확인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when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5761041"/>
      </p:ext>
    </p:extLst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( 5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2.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메소드 실행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실행한다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isNotAvailableEmail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              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"user02@gmail.com"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then 3.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결과가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인지 확인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isNotAvailableEmail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4. given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으로 작성한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MockBean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실행되었는지 확인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"user02@gmail.com"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모든 테스트가 성공해야만 하나의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TestCase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성공한다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 실패 테스트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memberRegistFailTest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2819373735"/>
      </p:ext>
    </p:extLst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( 6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AlreadyUseException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발생하길 기대하는 테스트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memberService.createNewMember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실행되면 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AlreadyUseException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발생해야 성공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AlreadyUseException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발생해야하는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예외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AlreadyUseException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예외가 발생하는 메소드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     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예상되는 예외 메시지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expectMessage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이미 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사용중입니다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예상되는 예외 메시지와 실제 메시지가 동일한지 확인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expectMessage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getMessage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의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실행되었는지 확인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43303939"/>
      </p:ext>
    </p:extLst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( 7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회원가입 성공 테스트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memberRegistSuccessTest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테스트사용자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setConfirmPassword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boolean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assertNotNull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769528799"/>
      </p:ext>
    </p:extLst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( 8 / 8 )</a:t>
            </a:r>
          </a:p>
          <a:p>
            <a:pPr lvl="1"/>
            <a:r>
              <a:rPr lang="en-US" altLang="ko-KR" dirty="0"/>
              <a:t>MemberServiceImplTest.java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assertNotNull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assertNotEquals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(),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getConfirmPassword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9395254"/>
      </p:ext>
    </p:extLst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 설정하기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src</a:t>
            </a:r>
            <a:r>
              <a:rPr lang="en-US" altLang="ko-KR" dirty="0"/>
              <a:t>/test/java</a:t>
            </a:r>
            <a:r>
              <a:rPr lang="ko-KR" altLang="en-US" dirty="0"/>
              <a:t>에 </a:t>
            </a:r>
            <a:r>
              <a:rPr lang="en-US" altLang="ko-KR" dirty="0" err="1"/>
              <a:t>member.dao</a:t>
            </a:r>
            <a:r>
              <a:rPr lang="ko-KR" altLang="en-US" dirty="0"/>
              <a:t> 패키지 생성 후</a:t>
            </a:r>
            <a:endParaRPr lang="en-US" altLang="ko-KR" dirty="0"/>
          </a:p>
          <a:p>
            <a:pPr lvl="1"/>
            <a:r>
              <a:rPr lang="en-US" altLang="ko-KR" dirty="0"/>
              <a:t>MemberDaoImplTest.java </a:t>
            </a:r>
            <a:r>
              <a:rPr lang="ko-KR" altLang="en-US" dirty="0"/>
              <a:t>파일 생성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569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EAAA6C-FC11-CFB1-AD9F-D00CD9794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09800"/>
            <a:ext cx="3352800" cy="40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66531"/>
      </p:ext>
    </p:extLst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 설정하기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MyBatis</a:t>
            </a:r>
            <a:r>
              <a:rPr lang="en-US" altLang="ko-KR" dirty="0"/>
              <a:t> </a:t>
            </a:r>
            <a:r>
              <a:rPr lang="ko-KR" altLang="en-US" dirty="0"/>
              <a:t>설정 파일과 </a:t>
            </a:r>
            <a:r>
              <a:rPr lang="en-US" altLang="ko-KR" dirty="0"/>
              <a:t>Mapper</a:t>
            </a:r>
            <a:r>
              <a:rPr lang="ko-KR" altLang="en-US" dirty="0"/>
              <a:t>파일을 </a:t>
            </a:r>
            <a:r>
              <a:rPr lang="en-US" altLang="ko-KR" dirty="0" err="1"/>
              <a:t>src</a:t>
            </a:r>
            <a:r>
              <a:rPr lang="en-US" altLang="ko-KR" dirty="0"/>
              <a:t>/test/resources</a:t>
            </a:r>
            <a:r>
              <a:rPr lang="ko-KR" altLang="en-US" dirty="0"/>
              <a:t>로 복사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B1DD81-7DCA-F552-89F4-EE6877B17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05000"/>
            <a:ext cx="3306834" cy="48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89182"/>
      </p:ext>
    </p:extLst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( 1 / 3 )</a:t>
            </a:r>
          </a:p>
          <a:p>
            <a:pPr lvl="1"/>
            <a:r>
              <a:rPr lang="en-US" altLang="ko-KR" dirty="0"/>
              <a:t>MemberDaoImplTest.java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junit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jupiter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Assertions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junit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jupiter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mybatis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autoconfigure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MybatisTest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autoconfigure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jdbc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AutoConfigureTestDatabase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context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MyBatis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테스트하기 위한 설정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MybatisTest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실제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테스트하기 위한 설정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 설정이 없으면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사용하게 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테스트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DB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가 없다면 에러가 발생함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AutoConfigureTestDatabase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(replace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AutoConfigureTestDatabase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Replace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NONE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MemberDaoImpl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을 테스트하기 위한 설정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MemberDaoImplTest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3377659973"/>
      </p:ext>
    </p:extLst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( 2 / 3 )</a:t>
            </a:r>
          </a:p>
          <a:p>
            <a:pPr lvl="1"/>
            <a:r>
              <a:rPr lang="en-US" altLang="ko-KR" dirty="0"/>
              <a:t>MemberDaoImplTest.java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getEmailCount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"testuser01@gmail.com"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테스트사용자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setConfirmPassword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setSalt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testsalt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Insert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Rollback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memberVO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29587628"/>
      </p:ext>
    </p:extLst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( 3 / 3 )</a:t>
            </a:r>
          </a:p>
          <a:p>
            <a:pPr lvl="1"/>
            <a:r>
              <a:rPr lang="en-US" altLang="ko-KR" dirty="0"/>
              <a:t>MemberDaoImplTest.java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457200" y="1905000"/>
            <a:ext cx="8531352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deleteMeTest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delete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이후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Rollback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된다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memberDao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deleteMe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assertEquals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6817435"/>
      </p:ext>
    </p:extLst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 설정하기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src</a:t>
            </a:r>
            <a:r>
              <a:rPr lang="en-US" altLang="ko-KR" dirty="0"/>
              <a:t>/test/java</a:t>
            </a:r>
            <a:r>
              <a:rPr lang="ko-KR" altLang="en-US" dirty="0"/>
              <a:t>에 </a:t>
            </a:r>
            <a:r>
              <a:rPr lang="en-US" altLang="ko-KR" dirty="0" err="1"/>
              <a:t>member.web</a:t>
            </a:r>
            <a:r>
              <a:rPr lang="ko-KR" altLang="en-US" dirty="0"/>
              <a:t> 패키지 생성 후</a:t>
            </a:r>
            <a:endParaRPr lang="en-US" altLang="ko-KR" dirty="0"/>
          </a:p>
          <a:p>
            <a:pPr lvl="1"/>
            <a:r>
              <a:rPr lang="en-US" altLang="ko-KR" dirty="0"/>
              <a:t>MemberControllerTest.java </a:t>
            </a:r>
            <a:r>
              <a:rPr lang="ko-KR" altLang="en-US" dirty="0"/>
              <a:t>파일 생성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3CF51B-0A25-2076-A3CB-60CBEEB2A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09800"/>
            <a:ext cx="3584016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40776"/>
      </p:ext>
    </p:extLst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( 1 / 6 )</a:t>
            </a:r>
          </a:p>
          <a:p>
            <a:pPr lvl="1"/>
            <a:r>
              <a:rPr lang="en-US" altLang="ko-KR" dirty="0"/>
              <a:t>MemberControllerTest.java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204647" y="1905000"/>
            <a:ext cx="89154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package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hamcrest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CoreMatchers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containsString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mockito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ArgumentMatchers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mockito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BDDMockito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mockito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Mockito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MockMvcRequestBuilders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request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MockMvcRequestBuilders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MockMvcResultHandlers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MockMvcResultMatchers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MockMvcResultMatchers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MockMvcResultMatchers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status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result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MockMvcResultMatchers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junit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jupiter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junit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jupiter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api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beans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factory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autoconfigure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WebMvcTest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boot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mockito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MockBean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context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annotation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org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springframework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servlet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50458930"/>
      </p:ext>
    </p:extLst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( 2 / 6 )</a:t>
            </a:r>
          </a:p>
          <a:p>
            <a:pPr lvl="1"/>
            <a:r>
              <a:rPr lang="en-US" altLang="ko-KR" dirty="0"/>
              <a:t>MemberControllerTest.java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204647" y="1905000"/>
            <a:ext cx="89154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example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demo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WebMvcTest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MemberServiceImpl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MemberControllerTest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/**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 Controller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테스트를 위한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객체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Autowired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MockMvc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mvc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MockBean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private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  <a:p>
            <a:pPr algn="l"/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"user01@gmail.com"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2915112"/>
      </p:ext>
    </p:extLst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( 3 / 6 )</a:t>
            </a:r>
          </a:p>
          <a:p>
            <a:pPr lvl="1"/>
            <a:r>
              <a:rPr lang="en-US" altLang="ko-KR" dirty="0"/>
              <a:t>MemberControllerTest.java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204647" y="1905000"/>
            <a:ext cx="89154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MVC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요청 처리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mvc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perform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available?email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="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+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andDo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status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isOk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containsString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containsString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"true"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verify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checkAvailableEmail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email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가입 성공 테스트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doRegistMemberTest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memberService.createNewMember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아무 파라미터라도 넘어간다면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mvc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perform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0345268"/>
      </p:ext>
    </p:extLst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( 4 / 6 )</a:t>
            </a:r>
          </a:p>
          <a:p>
            <a:pPr lvl="1"/>
            <a:r>
              <a:rPr lang="en-US" altLang="ko-KR" dirty="0"/>
              <a:t>MemberControllerTest.java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204647" y="1905000"/>
            <a:ext cx="89154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"user02@gmail.com"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testuser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andDo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status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is3xxRedirection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hasNoErrors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"redirect:/member/login"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가입 실패 테스트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 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hasError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doRegistMemberTest2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memberService.createNewMember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아무 파라미터라도 넘어간다면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mvc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perform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"user02@gmail.com"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125236031"/>
      </p:ext>
    </p:extLst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( 5 / 6 )</a:t>
            </a:r>
          </a:p>
          <a:p>
            <a:pPr lvl="1"/>
            <a:r>
              <a:rPr lang="en-US" altLang="ko-KR" dirty="0"/>
              <a:t>MemberControllerTest.java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579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204647" y="1905000"/>
            <a:ext cx="8915400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andDo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status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isOk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@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DisplayName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회원 가입 실패 테스트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- 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isSuccess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is false"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public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doRegistMemberTest3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throws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Exception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 {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memberService.createNewMember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에 아무 파라미터라도 넘어간다면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true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를 반환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endParaRPr lang="ko-KR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given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memberService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createNewMember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willReturn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mvc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perform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post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"/member/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"email"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"user02@gmail.com"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"name"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testuser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"password"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            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param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confirmPassword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testpassword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andDo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status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isOk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model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hasNoErrors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795199423"/>
      </p:ext>
    </p:extLst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653FB6-9062-5FEA-A387-6965641B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J-Unit </a:t>
            </a:r>
            <a:r>
              <a:rPr lang="ko-KR" altLang="en-US" dirty="0"/>
              <a:t>단위 테스트 작성</a:t>
            </a:r>
            <a:r>
              <a:rPr lang="en-US" altLang="ko-KR" dirty="0"/>
              <a:t>.  ( 6 / 6 )</a:t>
            </a:r>
          </a:p>
          <a:p>
            <a:pPr lvl="1"/>
            <a:r>
              <a:rPr lang="en-US" altLang="ko-KR" dirty="0"/>
              <a:t>MemberControllerTest.java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17. </a:t>
            </a:r>
            <a:r>
              <a:rPr lang="ko-KR" altLang="en-US" dirty="0"/>
              <a:t>단위 테스트 작성하기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60CD4-148C-F55E-B4CA-A5F2F1F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pPr/>
              <a:t>580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8AF1-DF84-B679-F2DF-31A9CCFDCCEE}"/>
              </a:ext>
            </a:extLst>
          </p:cNvPr>
          <p:cNvSpPr txBox="1"/>
          <p:nvPr/>
        </p:nvSpPr>
        <p:spPr>
          <a:xfrm>
            <a:off x="204647" y="1905000"/>
            <a:ext cx="8915400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        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andExpect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view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().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"member/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memberregist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));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    }</a:t>
            </a:r>
          </a:p>
          <a:p>
            <a:pPr algn="l"/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9033363"/>
      </p:ext>
    </p:extLst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ko-KR" altLang="en-US" dirty="0">
                <a:latin typeface="+mj-ea"/>
              </a:rPr>
              <a:t>감사합니다</a:t>
            </a:r>
            <a:r>
              <a:rPr lang="en-US" altLang="ko-KR" dirty="0">
                <a:latin typeface="+mj-ea"/>
              </a:rPr>
              <a:t>.</a:t>
            </a:r>
            <a:endParaRPr lang="ko-KR" altLang="en-US" dirty="0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3000" dirty="0">
                <a:latin typeface="+mj-ea"/>
                <a:ea typeface="+mj-ea"/>
              </a:rPr>
              <a:t>Spring Framework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장민창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codemakers.kr@gmail.com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BC3C68-3E40-439F-8F0C-F08E9618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581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8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개발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</a:spPr>
      <a:bodyPr wrap="square" rtlCol="0">
        <a:spAutoFit/>
      </a:bodyPr>
      <a:lstStyle>
        <a:defPPr algn="l">
          <a:defRPr sz="1400" b="0" dirty="0" smtClean="0">
            <a:solidFill>
              <a:schemeClr val="tx1">
                <a:lumMod val="75000"/>
                <a:lumOff val="25000"/>
              </a:schemeClr>
            </a:solidFill>
            <a:latin typeface="Consolas" panose="020B0609020204030204" pitchFamily="49" charset="0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25553</TotalTime>
  <Words>85597</Words>
  <Application>Microsoft Office PowerPoint</Application>
  <PresentationFormat>화면 슬라이드 쇼(4:3)</PresentationFormat>
  <Paragraphs>9571</Paragraphs>
  <Slides>581</Slides>
  <Notes>500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581</vt:i4>
      </vt:variant>
    </vt:vector>
  </HeadingPairs>
  <TitlesOfParts>
    <vt:vector size="591" baseType="lpstr">
      <vt:lpstr>굴림</vt:lpstr>
      <vt:lpstr>궁서체</vt:lpstr>
      <vt:lpstr>돋움체</vt:lpstr>
      <vt:lpstr>맑은 고딕</vt:lpstr>
      <vt:lpstr>Arial</vt:lpstr>
      <vt:lpstr>Consolas</vt:lpstr>
      <vt:lpstr>Courier New</vt:lpstr>
      <vt:lpstr>Lucida Console</vt:lpstr>
      <vt:lpstr>Wingdings</vt:lpstr>
      <vt:lpstr>Office 테마</vt:lpstr>
      <vt:lpstr>Spring Boot</vt:lpstr>
      <vt:lpstr>Spring Boot 환경 구성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1. Spring Tool Suite 설치</vt:lpstr>
      <vt:lpstr>Spring Framework</vt:lpstr>
      <vt:lpstr>1. Spring Framework 개요</vt:lpstr>
      <vt:lpstr>1. Spring Framework 개요</vt:lpstr>
      <vt:lpstr>1. Spring Framework 개요 - 특징</vt:lpstr>
      <vt:lpstr>1. Spring Framework 개요 - 특징</vt:lpstr>
      <vt:lpstr>1. Spring Framework 개요 – IoC/DI</vt:lpstr>
      <vt:lpstr>1. Spring Framework 개요 - Maven</vt:lpstr>
      <vt:lpstr>2. Spring Project 생성</vt:lpstr>
      <vt:lpstr>2. Spring Project 생성</vt:lpstr>
      <vt:lpstr>2. Spring Project 생성</vt:lpstr>
      <vt:lpstr>2. Spring Project 생성</vt:lpstr>
      <vt:lpstr>2. Spring Project 생성</vt:lpstr>
      <vt:lpstr>2. Spring Project 생성</vt:lpstr>
      <vt:lpstr>2. Spring Project 생성</vt:lpstr>
      <vt:lpstr>3. Hello, Spring Boot Controller</vt:lpstr>
      <vt:lpstr>3. Hello, Spring Boot Controller</vt:lpstr>
      <vt:lpstr>3. Hello, Spring Boot Controller</vt:lpstr>
      <vt:lpstr>3. Hello, Spring Boot Controller</vt:lpstr>
      <vt:lpstr>3. Hello, Spring Boot Controller</vt:lpstr>
      <vt:lpstr>3. Hello, Spring Boot Controller</vt:lpstr>
      <vt:lpstr>3. Hello, Spring Boot Controller</vt:lpstr>
      <vt:lpstr>3. Hello, Spring Boot Controller</vt:lpstr>
      <vt:lpstr>3. Hello, Spring Boot Controller</vt:lpstr>
      <vt:lpstr>3. Hello, Spring Boot Controller</vt:lpstr>
      <vt:lpstr>4. JSP로 응답하기</vt:lpstr>
      <vt:lpstr>4. JSP로 응답하기</vt:lpstr>
      <vt:lpstr>4. JSP로 응답하기</vt:lpstr>
      <vt:lpstr>4. JSP로 응답하기</vt:lpstr>
      <vt:lpstr>4. JSP로 응답하기</vt:lpstr>
      <vt:lpstr>4. JSP로 응답하기</vt:lpstr>
      <vt:lpstr>4. JSP로 응답하기</vt:lpstr>
      <vt:lpstr>4. JSP로 응답하기</vt:lpstr>
      <vt:lpstr>4. JSP로 응답하기</vt:lpstr>
      <vt:lpstr>4. JSP로 응답하기</vt:lpstr>
      <vt:lpstr>4. JSP로 응답하기</vt:lpstr>
      <vt:lpstr>5. JSP에 데이터 보내기</vt:lpstr>
      <vt:lpstr>5. JSP에 데이터 보내기</vt:lpstr>
      <vt:lpstr>5. JSP에 데이터 보내기</vt:lpstr>
      <vt:lpstr>5. JSP에 데이터 보내기</vt:lpstr>
      <vt:lpstr>5. JSP에 데이터 보내기</vt:lpstr>
      <vt:lpstr>6. Spring MVC Pattern</vt:lpstr>
      <vt:lpstr>6. Spring MVC Pattern</vt:lpstr>
      <vt:lpstr>6. Spring MVC Pattern</vt:lpstr>
      <vt:lpstr>6. Spring MVC Pattern</vt:lpstr>
      <vt:lpstr>7. 게시판 만들어 보기</vt:lpstr>
      <vt:lpstr>7. 게시판 만들어 보기</vt:lpstr>
      <vt:lpstr>7. 게시판 만들어 보기</vt:lpstr>
      <vt:lpstr>7. 게시판 만들어 보기</vt:lpstr>
      <vt:lpstr>7. 게시판 만들어 보기</vt:lpstr>
      <vt:lpstr>7. 게시판 만들어 보기</vt:lpstr>
      <vt:lpstr>7. 게시판 만들어 보기</vt:lpstr>
      <vt:lpstr>7. 게시판 만들어 보기  - 게시글 목록 조회 화면 만들기</vt:lpstr>
      <vt:lpstr>7. 게시판 만들어 보기</vt:lpstr>
      <vt:lpstr>7. 게시판 만들어 보기 - VO</vt:lpstr>
      <vt:lpstr>7. 게시판 만들어 보기 - VO</vt:lpstr>
      <vt:lpstr>7. 게시판 만들어 보기 - Dao</vt:lpstr>
      <vt:lpstr>7. 게시판 만들어 보기 – DaoImpl</vt:lpstr>
      <vt:lpstr>7. 게시판 만들어 보기  - 게시글 목록 조회 화면 만들기  - MyBatis 설정</vt:lpstr>
      <vt:lpstr>7. 게시판 만들어 보기 – MyBatis 설정</vt:lpstr>
      <vt:lpstr>7. 게시판 만들어 보기 – MyBatis 설정</vt:lpstr>
      <vt:lpstr>7. 게시판 만들어 보기 – MyBatis 설정</vt:lpstr>
      <vt:lpstr>7. 게시판 만들어 보기 – MyBatis 설정</vt:lpstr>
      <vt:lpstr>7. 게시판 만들어 보기 – Mapper 설정</vt:lpstr>
      <vt:lpstr>7. 게시판 만들어 보기 – Mapper 설정</vt:lpstr>
      <vt:lpstr>7. 게시판 만들어 보기 – 쿼리 작성</vt:lpstr>
      <vt:lpstr>7. 게시판 만들어 보기 – 쿼리 작성</vt:lpstr>
      <vt:lpstr>7. 게시판 만들어 보기   – DaoImpl과 쿼리 연동</vt:lpstr>
      <vt:lpstr>7. 게시판 만들어 보기   – DaoImpl과 쿼리 연동</vt:lpstr>
      <vt:lpstr>7. 게시판 만들어 보기   – DaoImpl과 쿼리 연동</vt:lpstr>
      <vt:lpstr>7. 게시판 만들어 보기 – MyBatis 연동</vt:lpstr>
      <vt:lpstr>7. 게시판 만들어 보기  - 게시글 목록 조회 화면 만들기  - Service 작성</vt:lpstr>
      <vt:lpstr>7. 게시판 만들어 보기 – Service 작성</vt:lpstr>
      <vt:lpstr>7. 게시판 만들어 보기 – ServiceImpl 작성</vt:lpstr>
      <vt:lpstr>7. 게시판 만들어 보기  - 게시글 목록 조회 화면 만들기  - Controller 작성</vt:lpstr>
      <vt:lpstr>7. 게시판 만들어 보기 – Controller 작성</vt:lpstr>
      <vt:lpstr>7. 게시판 만들어 보기  - 게시글 목록 조회 화면 만들기  - View 작성</vt:lpstr>
      <vt:lpstr>7. 게시판 만들어 보기 – View 작성</vt:lpstr>
      <vt:lpstr>7. 게시판 만들어 보기 – View 작성</vt:lpstr>
      <vt:lpstr>7. 게시판 만들어 보기  - 게시글 등록 화면 만들기</vt:lpstr>
      <vt:lpstr>7. 게시판 만들어 보기  – 게시글 등록 Controller 작성</vt:lpstr>
      <vt:lpstr>7. 게시판 만들어 보기  – 게시글 등록 View 작성</vt:lpstr>
      <vt:lpstr>7. 게시판 만들어 보기  – 게시글 등록 View 작성</vt:lpstr>
      <vt:lpstr>7. 게시판 만들어 보기  – 게시글 등록 View 작성</vt:lpstr>
      <vt:lpstr>7. 게시판 만들어 보기  – 게시글 등록 View 작성</vt:lpstr>
      <vt:lpstr>7. 게시판 만들어 보기  – 게시글 등록 View 작성</vt:lpstr>
      <vt:lpstr>7. 게시판 만들어 보기  - 게시글 등록 처리 하기</vt:lpstr>
      <vt:lpstr>7. 게시판 만들어 보기  - 게시글 등록 처리 하기</vt:lpstr>
      <vt:lpstr>7. 게시판 만들어 보기  - 게시글 등록 처리 하기  - Dao 작성</vt:lpstr>
      <vt:lpstr>7. 게시판 만들어 보기  – 게시글 등록 Dao 작성</vt:lpstr>
      <vt:lpstr>7. 게시판 만들어 보기  – 게시글 등록 Dao 작성</vt:lpstr>
      <vt:lpstr>7. 게시판 만들어 보기  - 게시글 등록 처리 하기  - Query 작성</vt:lpstr>
      <vt:lpstr>7. 게시판 만들어 보기  – 게시글 등록 Query 작성</vt:lpstr>
      <vt:lpstr>7. 게시판 만들어 보기  – 게시글 등록 Query 작성</vt:lpstr>
      <vt:lpstr>7. 게시판 만들어 보기  - 게시글 등록 처리 하기  - Service 작성</vt:lpstr>
      <vt:lpstr>7. 게시판 만들어 보기  – Service 작성</vt:lpstr>
      <vt:lpstr>7. 게시판 만들어 보기  – Service 작성</vt:lpstr>
      <vt:lpstr>7. 게시판 만들어 보기  - 게시글 등록 처리 하기  - Controller 작성</vt:lpstr>
      <vt:lpstr>7. 게시판 만들어 보기  – Controller 작성</vt:lpstr>
      <vt:lpstr>7. 게시판 만들어 보기  – Controller 작성</vt:lpstr>
      <vt:lpstr>7. 게시판 만들어 보기  – Controller 작성</vt:lpstr>
      <vt:lpstr>7. 게시판 만들어 보기  - 게시글 내용 조회 화면 만들기</vt:lpstr>
      <vt:lpstr>7. 게시판 만들어 보기  - 게시글 내용 조회 화면 만들기</vt:lpstr>
      <vt:lpstr>7. 게시판 만들어 보기  - 게시글 내용 조회 화면 만들기  - Dao 작성</vt:lpstr>
      <vt:lpstr>7. 게시판 만들어 보기  – 게시글 조회 Dao 작성</vt:lpstr>
      <vt:lpstr>7. 게시판 만들어 보기  – 게시글 조회 Dao 작성</vt:lpstr>
      <vt:lpstr>7. 게시판 만들어 보기  - 게시글 내용 조회 화면 만들기  - Query 작성</vt:lpstr>
      <vt:lpstr>7. 게시판 만들어 보기  – 게시글 조회 Query 작성</vt:lpstr>
      <vt:lpstr>7. 게시판 만들어 보기  – 게시글 조회 Query 작성</vt:lpstr>
      <vt:lpstr>7. 게시판 만들어 보기  - 게시글 내용 조회 화면 만들기  - Service 작성</vt:lpstr>
      <vt:lpstr>7. 게시판 만들어 보기  – 게시글 조회 Service 작성</vt:lpstr>
      <vt:lpstr>7. 게시판 만들어 보기  – 게시글 조회 Service 작성</vt:lpstr>
      <vt:lpstr>7. 게시판 만들어 보기  - 게시글 내용 조회 화면 만들기  - Controller 작성</vt:lpstr>
      <vt:lpstr>7. 게시판 만들어 보기  – 게시글 조회 Controller 작성</vt:lpstr>
      <vt:lpstr>7. 게시판 만들어 보기  – 게시글 조회 Controller 작성</vt:lpstr>
      <vt:lpstr>7. 게시판 만들어 보기  - 게시글 내용 조회 화면 만들기  - View 작성</vt:lpstr>
      <vt:lpstr>7. 게시판 만들어 보기  – 게시글 조회 View 작성</vt:lpstr>
      <vt:lpstr>7. 게시판 만들어 보기  – 게시글 조회 View 작성</vt:lpstr>
      <vt:lpstr>7. 게시판 만들어 보기  – 게시글 조회 View 작성</vt:lpstr>
      <vt:lpstr>7. 게시판 만들어 보기  – 게시글 조회 View 작성</vt:lpstr>
      <vt:lpstr>7. 게시판 만들어 보기  - 게시글 수정 화면 만들기</vt:lpstr>
      <vt:lpstr>7. 게시판 만들어 보기  – 게시글 수정 Controller 작성</vt:lpstr>
      <vt:lpstr>7. 게시판 만들어 보기  – 게시글 수정 Controller 작성</vt:lpstr>
      <vt:lpstr>7. 게시판 만들어 보기  – 게시글 수정 View 작성</vt:lpstr>
      <vt:lpstr>7. 게시판 만들어 보기  – 게시글 수정 View 작성</vt:lpstr>
      <vt:lpstr>7. 게시판 만들어 보기  – 게시글 수정 View 작성</vt:lpstr>
      <vt:lpstr>7. 게시판 만들어 보기  – 게시글 수정 View 작성</vt:lpstr>
      <vt:lpstr>7. 게시판 만들어 보기  – 게시글 수정 Service 수정</vt:lpstr>
      <vt:lpstr>7. 게시판 만들어 보기  – 게시글 수정 Service 수정</vt:lpstr>
      <vt:lpstr>7. 게시판 만들어 보기  – 게시글 수정 Service 수정</vt:lpstr>
      <vt:lpstr>7. 게시판 만들어 보기  – 게시글 수정 Service 수정</vt:lpstr>
      <vt:lpstr>7. 게시판 만들어 보기  – 게시글 수정 View 작성</vt:lpstr>
      <vt:lpstr>7. 게시판 만들어 보기  - 게시글 수정 처리 하기</vt:lpstr>
      <vt:lpstr>7. 게시판 만들어 보기  - 게시글 수정 처리 하기</vt:lpstr>
      <vt:lpstr>7. 게시판 만들어 보기  - 게시글 수정 처리 하기  - Dao 작성</vt:lpstr>
      <vt:lpstr>7. 게시판 만들어 보기  – 게시글 수정 Dao 작성</vt:lpstr>
      <vt:lpstr>7. 게시판 만들어 보기  – 게시글 수정 Dao 작성</vt:lpstr>
      <vt:lpstr>7. 게시판 만들어 보기  - 게시글 수정 처리 하기  - Query 작성</vt:lpstr>
      <vt:lpstr>7. 게시판 만들어 보기  – 게시글 수정 Query 작성</vt:lpstr>
      <vt:lpstr>7. 게시판 만들어 보기  - 게시글 수정 처리 하기  - Service 작성</vt:lpstr>
      <vt:lpstr>7. 게시판 만들어 보기  – 게시글 수정 Service 작성</vt:lpstr>
      <vt:lpstr>7. 게시판 만들어 보기  – 게시글 수정 Service 작성</vt:lpstr>
      <vt:lpstr>7. 게시판 만들어 보기  - 게시글 수정 처리 하기  - Controller 작성</vt:lpstr>
      <vt:lpstr>7. 게시판 만들어 보기  – 게시글 수정 Controller 작성</vt:lpstr>
      <vt:lpstr>7. 게시판 만들어 보기  – 게시글 수정 Controller 작성</vt:lpstr>
      <vt:lpstr>7. 게시판 만들어 보기  – 게시글 수정 Controller 작성</vt:lpstr>
      <vt:lpstr>7. 게시판 만들어 보기  - 게시글 삭제 처리 하기</vt:lpstr>
      <vt:lpstr>7. 게시판 만들어 보기  - 게시글 삭제 처리 하기</vt:lpstr>
      <vt:lpstr>7. 게시판 만들어 보기  - 게시글 삭제 처리 하기  - Dao 작성</vt:lpstr>
      <vt:lpstr>7. 게시판 만들어 보기  – 게시글 삭제 Dao 작성</vt:lpstr>
      <vt:lpstr>7. 게시판 만들어 보기  – 게시글 삭제 Dao 작성</vt:lpstr>
      <vt:lpstr>7. 게시판 만들어 보기  - 게시글 삭제 처리 하기  - Query 작성</vt:lpstr>
      <vt:lpstr>7. 게시판 만들어 보기  – 게시글 수정 Query 작성</vt:lpstr>
      <vt:lpstr>7. 게시판 만들어 보기  - 게시글 삭제 처리 하기  - Service 작성</vt:lpstr>
      <vt:lpstr>7. 게시판 만들어 보기  – 게시글 삭제 Service 작성</vt:lpstr>
      <vt:lpstr>7. 게시판 만들어 보기  – 게시글 삭제 Service 작성</vt:lpstr>
      <vt:lpstr>7. 게시판 만들어 보기  - 게시글 삭제 처리 하기  - Controller 작성</vt:lpstr>
      <vt:lpstr>7. 게시판 만들어 보기  – 게시글 삭제 Controller 작성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7. 게시판 만들어 보기  - 게시글 목록 View 완성하기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8. 파일 업로드/다운로드</vt:lpstr>
      <vt:lpstr>9. 파라미터 유효성 검사</vt:lpstr>
      <vt:lpstr>9. 파라미터 유효성 검사</vt:lpstr>
      <vt:lpstr>9. 파라미터 유효성 검사</vt:lpstr>
      <vt:lpstr>9. 파라미터 유효성 검사</vt:lpstr>
      <vt:lpstr>16. 파라미터 유효성 검사</vt:lpstr>
      <vt:lpstr>9. 파라미터 유효성 검사</vt:lpstr>
      <vt:lpstr>9. 파라미터 유효성 검사</vt:lpstr>
      <vt:lpstr>9. 파라미터 유효성 검사</vt:lpstr>
      <vt:lpstr>9. 파라미터 유효성 검사</vt:lpstr>
      <vt:lpstr>9. 파라미터 유효성 검사</vt:lpstr>
      <vt:lpstr>9. 파라미터 유효성 검사</vt:lpstr>
      <vt:lpstr>9. 파라미터 유효성 검사</vt:lpstr>
      <vt:lpstr>9. 파라미터 유효성 검사</vt:lpstr>
      <vt:lpstr>10. 회원제 게시판으로 개선</vt:lpstr>
      <vt:lpstr>10. 회원제 게시판으로 개선  - 회원 가입</vt:lpstr>
      <vt:lpstr>10. 회원제 게시판으로 개선  - 회원가입</vt:lpstr>
      <vt:lpstr>10. 회원제 게시판으로 개선  - 회원가입</vt:lpstr>
      <vt:lpstr>10. 회원제 게시판으로 개선  - 회원가입</vt:lpstr>
      <vt:lpstr>10. 회원제 게시판으로 개선  - 회원가입</vt:lpstr>
      <vt:lpstr>10. 회원제 게시판으로 개선  - 회원가입</vt:lpstr>
      <vt:lpstr>10. 회원제 게시판으로 개선  - 회원가입</vt:lpstr>
      <vt:lpstr>10. 회원제 게시판으로 개선  - 회원 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회원가입 처리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이메일 중복 검사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비밀번호 암호화</vt:lpstr>
      <vt:lpstr>10. 회원제 게시판으로 개선  - 로그인 화면 만들기</vt:lpstr>
      <vt:lpstr>10. 회원제 게시판으로 개선  - 로그인 화면 만들기</vt:lpstr>
      <vt:lpstr>10. 회원제 게시판으로 개선  - 로그인 화면 만들기</vt:lpstr>
      <vt:lpstr>10. 회원제 게시판으로 개선  - 로그인 화면 만들기</vt:lpstr>
      <vt:lpstr>10. 회원제 게시판으로 개선  - 로그인 화면 만들기</vt:lpstr>
      <vt:lpstr>10. 회원제 게시판으로 개선  - 로그인 화면 만들기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로그인</vt:lpstr>
      <vt:lpstr>10. 회원제 게시판으로 개선  - 로그아웃</vt:lpstr>
      <vt:lpstr>10. 회원제 게시판으로 개선  - 로그아웃</vt:lpstr>
      <vt:lpstr>10. 회원제 게시판으로 개선  - 로그아웃</vt:lpstr>
      <vt:lpstr>10. 회원제 게시판으로 개선  - 로그아웃</vt:lpstr>
      <vt:lpstr>10. 회원제 게시판으로 개선  - 로그아웃</vt:lpstr>
      <vt:lpstr>10. 회원제 게시판으로 개선  - 로그아웃</vt:lpstr>
      <vt:lpstr>10. 회원제 게시판으로 개선  - 로그아웃</vt:lpstr>
      <vt:lpstr>10. 회원제 게시판으로 개선  - 탈퇴</vt:lpstr>
      <vt:lpstr>10. 회원제 게시판으로 개선  - 탈퇴 버튼 추가</vt:lpstr>
      <vt:lpstr>10. 회원제 게시판으로 개선  - 로그인 메뉴 분리</vt:lpstr>
      <vt:lpstr>10. 회원제 게시판으로 개선  - 로그인 메뉴 분리</vt:lpstr>
      <vt:lpstr>10. 회원제 게시판으로 개선  - 로그인 메뉴 분리</vt:lpstr>
      <vt:lpstr>10. 회원제 게시판으로 개선  - 로그인 메뉴 분리</vt:lpstr>
      <vt:lpstr>10. 회원제 게시판으로 개선  - 로그인 메뉴 분리</vt:lpstr>
      <vt:lpstr>10. 회원제 게시판으로 개선  - 로그인 메뉴 분리</vt:lpstr>
      <vt:lpstr>10. 회원제 게시판으로 개선  - 로그인 메뉴 분리</vt:lpstr>
      <vt:lpstr>10. 회원제 게시판으로 개선  - 로그인 메뉴 분리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탈퇴처리 하기</vt:lpstr>
      <vt:lpstr>10. 회원제 게시판으로 개선  - 권한 부여 (로그인 여부에 따라 버튼 감추기)</vt:lpstr>
      <vt:lpstr>10. 회원제 게시판으로 개선  - 권한부여</vt:lpstr>
      <vt:lpstr>10. 회원제 게시판으로 개선  - 권한부여</vt:lpstr>
      <vt:lpstr>10. 회원제 게시판으로 개선  - 권한부여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회원이 작성한 글만 조회하기</vt:lpstr>
      <vt:lpstr>10. 회원제 게시판으로 개선  - 로그인한 회원에게만 서비스 제공  - Interceptor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로그인한 회원에게만 서비스 제공하기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10. 회원제 게시판으로 개선  - 로그인ID로 email 삽입하기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11. 엑셀 다운로드  - 게시글 목록 엑셀 다운로드 하기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12. Logging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13. Application 공통 예외 처리</vt:lpstr>
      <vt:lpstr>14. AOP / Transaction</vt:lpstr>
      <vt:lpstr>14. AOP  - Aspect Oriented Programming</vt:lpstr>
      <vt:lpstr>14. AOP</vt:lpstr>
      <vt:lpstr>14. AOP</vt:lpstr>
      <vt:lpstr>14. AOP</vt:lpstr>
      <vt:lpstr>14. AOP</vt:lpstr>
      <vt:lpstr>14. AOP</vt:lpstr>
      <vt:lpstr>14. AOP</vt:lpstr>
      <vt:lpstr>14. AOP</vt:lpstr>
      <vt:lpstr>14. AOP</vt:lpstr>
      <vt:lpstr>14. AOP</vt:lpstr>
      <vt:lpstr>14. Transaction</vt:lpstr>
      <vt:lpstr>14. Transaction</vt:lpstr>
      <vt:lpstr>14. Transaction</vt:lpstr>
      <vt:lpstr>14. Transaction</vt:lpstr>
      <vt:lpstr>14. Transaction</vt:lpstr>
      <vt:lpstr>14. Transaction</vt:lpstr>
      <vt:lpstr>14. Transaction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15. 댓글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16. Pagination 구현하기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17. 단위 테스트 작성하기</vt:lpstr>
      <vt:lpstr>감사합니다.</vt:lpstr>
    </vt:vector>
  </TitlesOfParts>
  <Company>GuildDesign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자바교재</dc:title>
  <dc:creator>장민창</dc:creator>
  <cp:lastModifiedBy>User</cp:lastModifiedBy>
  <cp:revision>2107</cp:revision>
  <dcterms:created xsi:type="dcterms:W3CDTF">2004-07-21T02:43:03Z</dcterms:created>
  <dcterms:modified xsi:type="dcterms:W3CDTF">2026-03-25T08:37:05Z</dcterms:modified>
</cp:coreProperties>
</file>